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7" r:id="rId2"/>
    <p:sldId id="258" r:id="rId3"/>
    <p:sldId id="267" r:id="rId4"/>
    <p:sldId id="268" r:id="rId5"/>
    <p:sldId id="269" r:id="rId6"/>
    <p:sldId id="299" r:id="rId7"/>
    <p:sldId id="298" r:id="rId8"/>
    <p:sldId id="285" r:id="rId9"/>
    <p:sldId id="271" r:id="rId10"/>
    <p:sldId id="272" r:id="rId11"/>
    <p:sldId id="273" r:id="rId12"/>
    <p:sldId id="292" r:id="rId13"/>
    <p:sldId id="293" r:id="rId14"/>
    <p:sldId id="294" r:id="rId15"/>
    <p:sldId id="295" r:id="rId16"/>
    <p:sldId id="296" r:id="rId17"/>
    <p:sldId id="29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B2A9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979" autoAdjust="0"/>
  </p:normalViewPr>
  <p:slideViewPr>
    <p:cSldViewPr snapToGrid="0">
      <p:cViewPr varScale="1">
        <p:scale>
          <a:sx n="104" d="100"/>
          <a:sy n="104" d="100"/>
        </p:scale>
        <p:origin x="100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0CF77-ED5A-418D-B550-2D3CC31779F3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693F1-7848-4255-BDC8-E50984CEF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9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f080b61eb8_3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f080b61eb8_3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bd6c00e73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bd6c00e73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6E7626C1-9CC3-0C3F-0A92-9FA8876C7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f2f57a71_0_115:notes">
            <a:extLst>
              <a:ext uri="{FF2B5EF4-FFF2-40B4-BE49-F238E27FC236}">
                <a16:creationId xmlns:a16="http://schemas.microsoft.com/office/drawing/2014/main" id="{16A7FC18-96E0-F6C3-4076-8F35DF46E7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f2f57a71_0_115:notes">
            <a:extLst>
              <a:ext uri="{FF2B5EF4-FFF2-40B4-BE49-F238E27FC236}">
                <a16:creationId xmlns:a16="http://schemas.microsoft.com/office/drawing/2014/main" id="{28213AD4-86C6-2852-9A5D-800C16946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8536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095537A0-B858-1B9B-1FA2-6CE63B7A6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f2f57a71_0_115:notes">
            <a:extLst>
              <a:ext uri="{FF2B5EF4-FFF2-40B4-BE49-F238E27FC236}">
                <a16:creationId xmlns:a16="http://schemas.microsoft.com/office/drawing/2014/main" id="{D2E387B8-9B48-D28A-3AE4-FC898F3FD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f2f57a71_0_115:notes">
            <a:extLst>
              <a:ext uri="{FF2B5EF4-FFF2-40B4-BE49-F238E27FC236}">
                <a16:creationId xmlns:a16="http://schemas.microsoft.com/office/drawing/2014/main" id="{50034554-E559-FBE7-DD63-998C74487C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5154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99f2f57a71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99f2f57a71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99f2f57a71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99f2f57a71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f080b61eb8_3_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f080b61eb8_3_5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f080b61eb8_3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f080b61eb8_3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f080b61eb8_0_9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f080b61eb8_0_9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f080b61eb8_0_98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f080b61eb8_0_98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7" name="Google Shape;4007;gf080b61eb8_0_12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8" name="Google Shape;4008;gf080b61eb8_0_12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6" name="Google Shape;4426;gf080b61eb8_0_130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7" name="Google Shape;4427;gf080b61eb8_0_130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6" name="Google Shape;4596;gf080b61eb8_0_13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7" name="Google Shape;4597;gf080b61eb8_0_13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1" name="Google Shape;5001;gf080b61eb8_0_13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2" name="Google Shape;5002;gf080b61eb8_0_136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325283" y="-124497"/>
            <a:ext cx="1141217" cy="3466973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/>
          <p:nvPr/>
        </p:nvSpPr>
        <p:spPr>
          <a:xfrm flipH="1">
            <a:off x="10558853" y="-371471"/>
            <a:ext cx="1845280" cy="1242804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/>
          <p:nvPr/>
        </p:nvSpPr>
        <p:spPr>
          <a:xfrm flipH="1">
            <a:off x="10086540" y="-124499"/>
            <a:ext cx="2306763" cy="2726116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50800" y="1974740"/>
            <a:ext cx="9088800" cy="32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10133">
                <a:latin typeface="+mj-lt"/>
                <a:cs typeface="Arial" panose="020B060402020202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950800" y="5327384"/>
            <a:ext cx="60384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+mn-l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9211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 rot="-1236882">
            <a:off x="-1323781" y="-268539"/>
            <a:ext cx="3165524" cy="3741205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6"/>
          <p:cNvSpPr/>
          <p:nvPr/>
        </p:nvSpPr>
        <p:spPr>
          <a:xfrm rot="-2700000">
            <a:off x="-2228872" y="-850379"/>
            <a:ext cx="3057616" cy="3446675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6"/>
          <p:cNvSpPr/>
          <p:nvPr/>
        </p:nvSpPr>
        <p:spPr>
          <a:xfrm rot="1315565" flipH="1">
            <a:off x="10428295" y="-148866"/>
            <a:ext cx="3165556" cy="374124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960000" y="694967"/>
            <a:ext cx="10272000" cy="7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2858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566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 rot="-784685" flipH="1">
            <a:off x="10311434" y="-1196555"/>
            <a:ext cx="1659977" cy="439536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72;p13"/>
          <p:cNvSpPr/>
          <p:nvPr/>
        </p:nvSpPr>
        <p:spPr>
          <a:xfrm rot="-1783285">
            <a:off x="10563509" y="-1860927"/>
            <a:ext cx="1374769" cy="4176496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13"/>
          <p:cNvSpPr/>
          <p:nvPr/>
        </p:nvSpPr>
        <p:spPr>
          <a:xfrm flipH="1">
            <a:off x="-442401" y="-2241767"/>
            <a:ext cx="1619168" cy="5336853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960000" y="694967"/>
            <a:ext cx="10272000" cy="7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6991600" y="1971667"/>
            <a:ext cx="4240400" cy="4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1431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 rot="-784685" flipH="1">
            <a:off x="10311449" y="-485355"/>
            <a:ext cx="1659977" cy="439536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" name="Google Shape;95;p15"/>
          <p:cNvSpPr/>
          <p:nvPr/>
        </p:nvSpPr>
        <p:spPr>
          <a:xfrm rot="-1783285">
            <a:off x="10868324" y="-1048127"/>
            <a:ext cx="1374769" cy="4176496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" name="Google Shape;96;p15"/>
          <p:cNvSpPr/>
          <p:nvPr/>
        </p:nvSpPr>
        <p:spPr>
          <a:xfrm flipH="1">
            <a:off x="-544501" y="-232035"/>
            <a:ext cx="1619168" cy="5504696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1876400" y="1585467"/>
            <a:ext cx="8439200" cy="2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0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1"/>
          </p:nvPr>
        </p:nvSpPr>
        <p:spPr>
          <a:xfrm>
            <a:off x="2678600" y="4204667"/>
            <a:ext cx="6834800" cy="10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5902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 rot="-1532380">
            <a:off x="-1313046" y="33393"/>
            <a:ext cx="3283692" cy="4639011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101;p16"/>
          <p:cNvSpPr/>
          <p:nvPr/>
        </p:nvSpPr>
        <p:spPr>
          <a:xfrm>
            <a:off x="-2330466" y="-454219"/>
            <a:ext cx="3057695" cy="4378283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102;p16"/>
          <p:cNvSpPr/>
          <p:nvPr/>
        </p:nvSpPr>
        <p:spPr>
          <a:xfrm rot="1315565" flipH="1">
            <a:off x="10663229" y="-642566"/>
            <a:ext cx="3165556" cy="374124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5427600" y="4154217"/>
            <a:ext cx="5813600" cy="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1"/>
          </p:nvPr>
        </p:nvSpPr>
        <p:spPr>
          <a:xfrm>
            <a:off x="2319600" y="2015084"/>
            <a:ext cx="8921600" cy="19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1587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1_Title and text 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 rot="2539665" flipH="1">
            <a:off x="10603735" y="89578"/>
            <a:ext cx="2532287" cy="1259236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" name="Google Shape;119;p19"/>
          <p:cNvSpPr/>
          <p:nvPr/>
        </p:nvSpPr>
        <p:spPr>
          <a:xfrm rot="-1669522" flipH="1">
            <a:off x="-1487491" y="-492875"/>
            <a:ext cx="2765852" cy="2936072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9"/>
          <p:cNvSpPr/>
          <p:nvPr/>
        </p:nvSpPr>
        <p:spPr>
          <a:xfrm rot="-1532380">
            <a:off x="-2141713" y="-857607"/>
            <a:ext cx="3283692" cy="4639011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959867" y="2044600"/>
            <a:ext cx="10272000" cy="4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828754" lvl="2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2438339" lvl="3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3047924" lvl="4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3657509" lvl="5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4267093" lvl="6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4876678" lvl="7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5486263" lvl="8" indent="-423323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3517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/>
        </p:nvSpPr>
        <p:spPr>
          <a:xfrm rot="1236882" flipH="1">
            <a:off x="10240613" y="137862"/>
            <a:ext cx="3165524" cy="3741205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" name="Google Shape;125;p20"/>
          <p:cNvSpPr/>
          <p:nvPr/>
        </p:nvSpPr>
        <p:spPr>
          <a:xfrm flipH="1">
            <a:off x="11355111" y="-647216"/>
            <a:ext cx="3057695" cy="3446763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" name="Google Shape;126;p20"/>
          <p:cNvSpPr/>
          <p:nvPr/>
        </p:nvSpPr>
        <p:spPr>
          <a:xfrm rot="-1315565">
            <a:off x="-1340029" y="-642566"/>
            <a:ext cx="3165556" cy="374124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960000" y="4417300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 dirty="0"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960000" y="4958067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title" idx="2"/>
          </p:nvPr>
        </p:nvSpPr>
        <p:spPr>
          <a:xfrm>
            <a:off x="4645892" y="2500817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 dirty="0"/>
          </a:p>
        </p:txBody>
      </p:sp>
      <p:sp>
        <p:nvSpPr>
          <p:cNvPr id="130" name="Google Shape;130;p20"/>
          <p:cNvSpPr txBox="1">
            <a:spLocks noGrp="1"/>
          </p:cNvSpPr>
          <p:nvPr>
            <p:ph type="subTitle" idx="3"/>
          </p:nvPr>
        </p:nvSpPr>
        <p:spPr>
          <a:xfrm>
            <a:off x="4645895" y="3026384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title" idx="4"/>
          </p:nvPr>
        </p:nvSpPr>
        <p:spPr>
          <a:xfrm>
            <a:off x="8340795" y="4447700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 dirty="0"/>
          </a:p>
        </p:txBody>
      </p:sp>
      <p:sp>
        <p:nvSpPr>
          <p:cNvPr id="132" name="Google Shape;132;p20"/>
          <p:cNvSpPr txBox="1">
            <a:spLocks noGrp="1"/>
          </p:cNvSpPr>
          <p:nvPr>
            <p:ph type="subTitle" idx="5"/>
          </p:nvPr>
        </p:nvSpPr>
        <p:spPr>
          <a:xfrm>
            <a:off x="8340799" y="4958067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title" idx="6"/>
          </p:nvPr>
        </p:nvSpPr>
        <p:spPr>
          <a:xfrm>
            <a:off x="960000" y="694967"/>
            <a:ext cx="10272000" cy="7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1546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 rot="-240488">
            <a:off x="-565512" y="-835549"/>
            <a:ext cx="1659955" cy="4395353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7" name="Google Shape;147;p22"/>
          <p:cNvSpPr/>
          <p:nvPr/>
        </p:nvSpPr>
        <p:spPr>
          <a:xfrm rot="758190" flipH="1">
            <a:off x="-754888" y="-1433629"/>
            <a:ext cx="1374749" cy="4176437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8" name="Google Shape;148;p22"/>
          <p:cNvSpPr/>
          <p:nvPr/>
        </p:nvSpPr>
        <p:spPr>
          <a:xfrm>
            <a:off x="11162400" y="-622300"/>
            <a:ext cx="1619168" cy="5336853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9" name="Google Shape;149;p22"/>
          <p:cNvSpPr txBox="1">
            <a:spLocks noGrp="1"/>
          </p:cNvSpPr>
          <p:nvPr>
            <p:ph type="title"/>
          </p:nvPr>
        </p:nvSpPr>
        <p:spPr>
          <a:xfrm>
            <a:off x="1158633" y="2277351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 dirty="0"/>
          </a:p>
        </p:txBody>
      </p:sp>
      <p:sp>
        <p:nvSpPr>
          <p:cNvPr id="150" name="Google Shape;150;p22"/>
          <p:cNvSpPr txBox="1">
            <a:spLocks noGrp="1"/>
          </p:cNvSpPr>
          <p:nvPr>
            <p:ph type="subTitle" idx="1"/>
          </p:nvPr>
        </p:nvSpPr>
        <p:spPr>
          <a:xfrm>
            <a:off x="1107433" y="3507633"/>
            <a:ext cx="3002800" cy="15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title" idx="2"/>
          </p:nvPr>
        </p:nvSpPr>
        <p:spPr>
          <a:xfrm>
            <a:off x="4645800" y="2277351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 dirty="0"/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3"/>
          </p:nvPr>
        </p:nvSpPr>
        <p:spPr>
          <a:xfrm>
            <a:off x="4594600" y="3507633"/>
            <a:ext cx="3002800" cy="15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title" idx="4"/>
          </p:nvPr>
        </p:nvSpPr>
        <p:spPr>
          <a:xfrm>
            <a:off x="8132967" y="2277351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 dirty="0"/>
          </a:p>
        </p:txBody>
      </p:sp>
      <p:sp>
        <p:nvSpPr>
          <p:cNvPr id="154" name="Google Shape;154;p22"/>
          <p:cNvSpPr txBox="1">
            <a:spLocks noGrp="1"/>
          </p:cNvSpPr>
          <p:nvPr>
            <p:ph type="subTitle" idx="5"/>
          </p:nvPr>
        </p:nvSpPr>
        <p:spPr>
          <a:xfrm>
            <a:off x="8081767" y="3507633"/>
            <a:ext cx="3002800" cy="15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title" idx="6"/>
          </p:nvPr>
        </p:nvSpPr>
        <p:spPr>
          <a:xfrm>
            <a:off x="960000" y="694967"/>
            <a:ext cx="10272000" cy="7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868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/>
          <p:nvPr/>
        </p:nvSpPr>
        <p:spPr>
          <a:xfrm flipH="1">
            <a:off x="10499226" y="-183967"/>
            <a:ext cx="3308175" cy="3925236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6" name="Google Shape;216;p28"/>
          <p:cNvSpPr/>
          <p:nvPr/>
        </p:nvSpPr>
        <p:spPr>
          <a:xfrm rot="2700000">
            <a:off x="126368" y="-858306"/>
            <a:ext cx="1374712" cy="4176321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7" name="Google Shape;217;p28"/>
          <p:cNvSpPr/>
          <p:nvPr/>
        </p:nvSpPr>
        <p:spPr>
          <a:xfrm>
            <a:off x="11435655" y="-877733"/>
            <a:ext cx="1374747" cy="4176428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8" name="Google Shape;218;p28"/>
          <p:cNvSpPr txBox="1">
            <a:spLocks noGrp="1"/>
          </p:cNvSpPr>
          <p:nvPr>
            <p:ph type="title"/>
          </p:nvPr>
        </p:nvSpPr>
        <p:spPr>
          <a:xfrm>
            <a:off x="960000" y="500383"/>
            <a:ext cx="5726400" cy="11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667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219" name="Google Shape;219;p28"/>
          <p:cNvSpPr txBox="1">
            <a:spLocks noGrp="1"/>
          </p:cNvSpPr>
          <p:nvPr>
            <p:ph type="subTitle" idx="1"/>
          </p:nvPr>
        </p:nvSpPr>
        <p:spPr>
          <a:xfrm>
            <a:off x="950800" y="1858692"/>
            <a:ext cx="45796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215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180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06F7-8C12-E829-335C-ADAF1C0D0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4276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B10A8-C84D-E5A5-FAED-39AA89A18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695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12546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70" r:id="rId3"/>
    <p:sldLayoutId id="2147483671" r:id="rId4"/>
    <p:sldLayoutId id="2147483673" r:id="rId5"/>
    <p:sldLayoutId id="2147483674" r:id="rId6"/>
    <p:sldLayoutId id="2147483677" r:id="rId7"/>
    <p:sldLayoutId id="2147483678" r:id="rId8"/>
    <p:sldLayoutId id="2147483680" r:id="rId9"/>
    <p:sldLayoutId id="2147483686" r:id="rId10"/>
    <p:sldLayoutId id="2147483687" r:id="rId11"/>
    <p:sldLayoutId id="2147483692" r:id="rId12"/>
    <p:sldLayoutId id="214748369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docs.google.com/spreadsheets/d/1xOxaubEfBIfJQlyFcBcLx3CX6HMrRbUWUKDkaXx5zqA/copy#gid=1658795333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ZjL1pd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>
            <a:spLocks noGrp="1"/>
          </p:cNvSpPr>
          <p:nvPr>
            <p:ph type="ctrTitle"/>
          </p:nvPr>
        </p:nvSpPr>
        <p:spPr/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GB" dirty="0"/>
              <a:t>Timetabling Improvements</a:t>
            </a:r>
            <a:endParaRPr lang="en-GB" noProof="0" dirty="0"/>
          </a:p>
        </p:txBody>
      </p:sp>
      <p:sp>
        <p:nvSpPr>
          <p:cNvPr id="233" name="Google Shape;233;p33"/>
          <p:cNvSpPr txBox="1">
            <a:spLocks noGrp="1"/>
          </p:cNvSpPr>
          <p:nvPr>
            <p:ph type="subTitle" idx="1"/>
          </p:nvPr>
        </p:nvSpPr>
        <p:spPr>
          <a:xfrm>
            <a:off x="577575" y="5366164"/>
            <a:ext cx="8512628" cy="635000"/>
          </a:xfr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noProof="0" dirty="0"/>
              <a:t>Ben de Sousa, Alexandros </a:t>
            </a:r>
            <a:r>
              <a:rPr lang="en-GB" noProof="0" dirty="0" err="1"/>
              <a:t>Zachakos</a:t>
            </a:r>
            <a:r>
              <a:rPr lang="en-GB" noProof="0" dirty="0"/>
              <a:t>, Nolan Willoughby,</a:t>
            </a:r>
          </a:p>
        </p:txBody>
      </p:sp>
      <p:cxnSp>
        <p:nvCxnSpPr>
          <p:cNvPr id="234" name="Google Shape;234;p33"/>
          <p:cNvCxnSpPr>
            <a:cxnSpLocks/>
          </p:cNvCxnSpPr>
          <p:nvPr/>
        </p:nvCxnSpPr>
        <p:spPr>
          <a:xfrm>
            <a:off x="-442400" y="6491396"/>
            <a:ext cx="9186351" cy="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233;p33">
            <a:extLst>
              <a:ext uri="{FF2B5EF4-FFF2-40B4-BE49-F238E27FC236}">
                <a16:creationId xmlns:a16="http://schemas.microsoft.com/office/drawing/2014/main" id="{A16D7F8E-B3DE-BCEC-74F7-932B22C214E1}"/>
              </a:ext>
            </a:extLst>
          </p:cNvPr>
          <p:cNvSpPr txBox="1">
            <a:spLocks/>
          </p:cNvSpPr>
          <p:nvPr/>
        </p:nvSpPr>
        <p:spPr>
          <a:xfrm>
            <a:off x="577575" y="5770084"/>
            <a:ext cx="8512628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+mn-lt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en-GB" kern="0" dirty="0"/>
              <a:t>Todd House, and Conor McArthur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1875367" y="1585385"/>
            <a:ext cx="8441267" cy="2618316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sz="7200" b="1" noProof="0" dirty="0"/>
              <a:t>Time Goals</a:t>
            </a:r>
          </a:p>
        </p:txBody>
      </p:sp>
      <p:sp>
        <p:nvSpPr>
          <p:cNvPr id="249" name="Google Shape;249;p35"/>
          <p:cNvSpPr txBox="1">
            <a:spLocks noGrp="1"/>
          </p:cNvSpPr>
          <p:nvPr>
            <p:ph type="subTitle" idx="1"/>
          </p:nvPr>
        </p:nvSpPr>
        <p:spPr>
          <a:xfrm>
            <a:off x="687044" y="4495890"/>
            <a:ext cx="11202155" cy="10689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Reduce hours from 9-6 to 9-5 </a:t>
            </a:r>
          </a:p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Average room utilisation of 75% of timetable slots </a:t>
            </a:r>
          </a:p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Minimisation of clashes including optional courses across different schools</a:t>
            </a:r>
          </a:p>
        </p:txBody>
      </p:sp>
      <p:cxnSp>
        <p:nvCxnSpPr>
          <p:cNvPr id="250" name="Google Shape;250;p35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F9533C5-A842-4488-282C-AC84E40D7F4D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52F3BA4-8512-9350-A793-6245E118B354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6CDD0478-146E-8498-3D43-CD0EAC6BD2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508097B-F715-7596-1333-824FF2B80D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44EBB5A4-333C-B5D3-05A8-80E4E808B2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E062B81D-B0F0-360B-EEA7-5FF53575FF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C06AB0-E7E5-9E53-45F6-6C82B4CFD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57B1B3A-66D9-7AB6-8A4B-6D8110C000C4}"/>
              </a:ext>
            </a:extLst>
          </p:cNvPr>
          <p:cNvSpPr/>
          <p:nvPr/>
        </p:nvSpPr>
        <p:spPr>
          <a:xfrm>
            <a:off x="10039600" y="608355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 txBox="1">
            <a:spLocks noGrp="1"/>
          </p:cNvSpPr>
          <p:nvPr>
            <p:ph type="title"/>
          </p:nvPr>
        </p:nvSpPr>
        <p:spPr>
          <a:xfrm>
            <a:off x="960967" y="694267"/>
            <a:ext cx="10270067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Methods</a:t>
            </a:r>
          </a:p>
        </p:txBody>
      </p:sp>
      <p:sp>
        <p:nvSpPr>
          <p:cNvPr id="399" name="Google Shape;399;p44"/>
          <p:cNvSpPr txBox="1">
            <a:spLocks noGrp="1"/>
          </p:cNvSpPr>
          <p:nvPr>
            <p:ph type="subTitle" idx="1"/>
          </p:nvPr>
        </p:nvSpPr>
        <p:spPr>
          <a:xfrm>
            <a:off x="866966" y="3553994"/>
            <a:ext cx="7715249" cy="2937400"/>
          </a:xfr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l"/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Vet School:</a:t>
            </a:r>
          </a:p>
          <a:p>
            <a:pPr lvl="0"/>
            <a:r>
              <a:rPr lang="en-GB" noProof="0" dirty="0"/>
              <a:t> </a:t>
            </a:r>
          </a:p>
        </p:txBody>
      </p:sp>
      <p:cxnSp>
        <p:nvCxnSpPr>
          <p:cNvPr id="400" name="Google Shape;400;p44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42876-E108-6E6B-037E-07BE700FCE48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A18A93D-34B1-CD3F-4FDD-EFF48F26CC0A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D29E1D4-DA4A-3564-192C-B6AA22DBE3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2FE823A-2479-BAB7-EE47-8E9FEF13E6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5586DA9-9E9D-F840-28D0-A05D26E3E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434AAE8-0D95-C8DD-AFDF-F21181BFA8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3607639-F642-E8E1-F182-647FC9407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6F1B3C-858F-1141-9826-D3D683D6A258}"/>
              </a:ext>
            </a:extLst>
          </p:cNvPr>
          <p:cNvSpPr/>
          <p:nvPr/>
        </p:nvSpPr>
        <p:spPr>
          <a:xfrm>
            <a:off x="10543779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DF55E71-F504-3936-2F4A-FC77CD9D6FA5}"/>
              </a:ext>
            </a:extLst>
          </p:cNvPr>
          <p:cNvGrpSpPr/>
          <p:nvPr/>
        </p:nvGrpSpPr>
        <p:grpSpPr>
          <a:xfrm>
            <a:off x="707520" y="1820161"/>
            <a:ext cx="10776959" cy="1483846"/>
            <a:chOff x="454075" y="4458505"/>
            <a:chExt cx="10776959" cy="1483846"/>
          </a:xfrm>
        </p:grpSpPr>
        <p:grpSp>
          <p:nvGrpSpPr>
            <p:cNvPr id="19" name="Google Shape;4185;p71">
              <a:extLst>
                <a:ext uri="{FF2B5EF4-FFF2-40B4-BE49-F238E27FC236}">
                  <a16:creationId xmlns:a16="http://schemas.microsoft.com/office/drawing/2014/main" id="{33B1C2E5-BA46-F71C-B735-7574B1061117}"/>
                </a:ext>
              </a:extLst>
            </p:cNvPr>
            <p:cNvGrpSpPr/>
            <p:nvPr/>
          </p:nvGrpSpPr>
          <p:grpSpPr>
            <a:xfrm>
              <a:off x="454075" y="4458505"/>
              <a:ext cx="10776959" cy="1483846"/>
              <a:chOff x="238125" y="2506075"/>
              <a:chExt cx="7115411" cy="673075"/>
            </a:xfrm>
          </p:grpSpPr>
          <p:sp>
            <p:nvSpPr>
              <p:cNvPr id="20" name="Google Shape;4186;p71">
                <a:extLst>
                  <a:ext uri="{FF2B5EF4-FFF2-40B4-BE49-F238E27FC236}">
                    <a16:creationId xmlns:a16="http://schemas.microsoft.com/office/drawing/2014/main" id="{00B42F2D-55B6-1B73-26F9-EABBFA10CAB9}"/>
                  </a:ext>
                </a:extLst>
              </p:cNvPr>
              <p:cNvSpPr/>
              <p:nvPr/>
            </p:nvSpPr>
            <p:spPr>
              <a:xfrm>
                <a:off x="238125" y="2506075"/>
                <a:ext cx="1643150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26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43" y="26923"/>
                    </a:lnTo>
                    <a:lnTo>
                      <a:pt x="65725" y="13477"/>
                    </a:lnTo>
                    <a:lnTo>
                      <a:pt x="54943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187;p71">
                <a:extLst>
                  <a:ext uri="{FF2B5EF4-FFF2-40B4-BE49-F238E27FC236}">
                    <a16:creationId xmlns:a16="http://schemas.microsoft.com/office/drawing/2014/main" id="{8B676551-B31B-0538-4AAE-62156ECA4436}"/>
                  </a:ext>
                </a:extLst>
              </p:cNvPr>
              <p:cNvSpPr/>
              <p:nvPr/>
            </p:nvSpPr>
            <p:spPr>
              <a:xfrm>
                <a:off x="1606190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188;p71">
                <a:extLst>
                  <a:ext uri="{FF2B5EF4-FFF2-40B4-BE49-F238E27FC236}">
                    <a16:creationId xmlns:a16="http://schemas.microsoft.com/office/drawing/2014/main" id="{BA0652E6-47C4-8E0B-92E3-B9D4D44D5F87}"/>
                  </a:ext>
                </a:extLst>
              </p:cNvPr>
              <p:cNvSpPr/>
              <p:nvPr/>
            </p:nvSpPr>
            <p:spPr>
              <a:xfrm>
                <a:off x="2973481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189;p71">
                <a:extLst>
                  <a:ext uri="{FF2B5EF4-FFF2-40B4-BE49-F238E27FC236}">
                    <a16:creationId xmlns:a16="http://schemas.microsoft.com/office/drawing/2014/main" id="{B8DDC498-793F-AD30-6F5D-3292A458FE97}"/>
                  </a:ext>
                </a:extLst>
              </p:cNvPr>
              <p:cNvSpPr/>
              <p:nvPr/>
            </p:nvSpPr>
            <p:spPr>
              <a:xfrm>
                <a:off x="5709611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4190;p71">
                <a:extLst>
                  <a:ext uri="{FF2B5EF4-FFF2-40B4-BE49-F238E27FC236}">
                    <a16:creationId xmlns:a16="http://schemas.microsoft.com/office/drawing/2014/main" id="{28C2AD15-B4B9-5AC9-E626-E51048898730}"/>
                  </a:ext>
                </a:extLst>
              </p:cNvPr>
              <p:cNvSpPr/>
              <p:nvPr/>
            </p:nvSpPr>
            <p:spPr>
              <a:xfrm>
                <a:off x="4342321" y="2506075"/>
                <a:ext cx="1643150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26" h="26923" extrusionOk="0">
                    <a:moveTo>
                      <a:pt x="1" y="0"/>
                    </a:moveTo>
                    <a:lnTo>
                      <a:pt x="10751" y="13477"/>
                    </a:lnTo>
                    <a:lnTo>
                      <a:pt x="1" y="26923"/>
                    </a:lnTo>
                    <a:lnTo>
                      <a:pt x="54944" y="26923"/>
                    </a:lnTo>
                    <a:lnTo>
                      <a:pt x="65726" y="13477"/>
                    </a:lnTo>
                    <a:lnTo>
                      <a:pt x="54944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763FCD0-94BE-A2DD-8602-7F2C74FB8206}"/>
                </a:ext>
              </a:extLst>
            </p:cNvPr>
            <p:cNvSpPr txBox="1"/>
            <p:nvPr/>
          </p:nvSpPr>
          <p:spPr>
            <a:xfrm>
              <a:off x="5238750" y="5015762"/>
              <a:ext cx="1514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Vet School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DF1A75-A4B6-2428-F650-2C5143D83ADF}"/>
                </a:ext>
              </a:extLst>
            </p:cNvPr>
            <p:cNvSpPr txBox="1"/>
            <p:nvPr/>
          </p:nvSpPr>
          <p:spPr>
            <a:xfrm>
              <a:off x="1010491" y="4742112"/>
              <a:ext cx="151447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US" noProof="0" dirty="0"/>
                <a:t>Lit. Review &amp; Data Processing</a:t>
              </a:r>
              <a:endParaRPr lang="en-GB" noProof="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6684545-B64D-A247-6961-A5E9C261E230}"/>
                </a:ext>
              </a:extLst>
            </p:cNvPr>
            <p:cNvSpPr txBox="1"/>
            <p:nvPr/>
          </p:nvSpPr>
          <p:spPr>
            <a:xfrm>
              <a:off x="3012666" y="4877262"/>
              <a:ext cx="151447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US" noProof="0" dirty="0"/>
                <a:t>Model Formulation</a:t>
              </a:r>
              <a:endParaRPr lang="en-GB" noProof="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1F05FA-99A6-76E7-7798-E6AFA5D2EC59}"/>
                </a:ext>
              </a:extLst>
            </p:cNvPr>
            <p:cNvSpPr txBox="1"/>
            <p:nvPr/>
          </p:nvSpPr>
          <p:spPr>
            <a:xfrm>
              <a:off x="9609070" y="4877261"/>
              <a:ext cx="151447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Multiple Schools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CD9F22A-B9C7-1A03-D4CA-9D954F915D04}"/>
                </a:ext>
              </a:extLst>
            </p:cNvPr>
            <p:cNvSpPr txBox="1"/>
            <p:nvPr/>
          </p:nvSpPr>
          <p:spPr>
            <a:xfrm>
              <a:off x="7203324" y="5015762"/>
              <a:ext cx="16739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Improvements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5"/>
          <p:cNvSpPr txBox="1">
            <a:spLocks noGrp="1"/>
          </p:cNvSpPr>
          <p:nvPr>
            <p:ph type="title"/>
          </p:nvPr>
        </p:nvSpPr>
        <p:spPr>
          <a:xfrm>
            <a:off x="960968" y="4417484"/>
            <a:ext cx="2899833" cy="702733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Basic</a:t>
            </a:r>
          </a:p>
        </p:txBody>
      </p:sp>
      <p:sp>
        <p:nvSpPr>
          <p:cNvPr id="408" name="Google Shape;408;p45"/>
          <p:cNvSpPr txBox="1">
            <a:spLocks noGrp="1"/>
          </p:cNvSpPr>
          <p:nvPr>
            <p:ph type="subTitle" idx="1"/>
          </p:nvPr>
        </p:nvSpPr>
        <p:spPr/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Mercury is the closest planet to the Sun and the smallest of them all</a:t>
            </a:r>
          </a:p>
        </p:txBody>
      </p:sp>
      <p:sp>
        <p:nvSpPr>
          <p:cNvPr id="409" name="Google Shape;409;p45"/>
          <p:cNvSpPr txBox="1">
            <a:spLocks noGrp="1"/>
          </p:cNvSpPr>
          <p:nvPr>
            <p:ph type="title" idx="2"/>
          </p:nvPr>
        </p:nvSpPr>
        <p:spPr>
          <a:xfrm>
            <a:off x="4646085" y="2499785"/>
            <a:ext cx="2899833" cy="704849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Pro</a:t>
            </a:r>
          </a:p>
        </p:txBody>
      </p:sp>
      <p:sp>
        <p:nvSpPr>
          <p:cNvPr id="410" name="Google Shape;410;p45"/>
          <p:cNvSpPr txBox="1">
            <a:spLocks noGrp="1"/>
          </p:cNvSpPr>
          <p:nvPr>
            <p:ph type="subTitle" idx="3"/>
          </p:nvPr>
        </p:nvSpPr>
        <p:spPr>
          <a:xfrm>
            <a:off x="4646085" y="3026834"/>
            <a:ext cx="2899833" cy="11578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Venus has a beautiful name and is the second planet from the Sun</a:t>
            </a:r>
          </a:p>
        </p:txBody>
      </p:sp>
      <p:sp>
        <p:nvSpPr>
          <p:cNvPr id="411" name="Google Shape;411;p45"/>
          <p:cNvSpPr txBox="1">
            <a:spLocks noGrp="1"/>
          </p:cNvSpPr>
          <p:nvPr>
            <p:ph type="title" idx="4"/>
          </p:nvPr>
        </p:nvSpPr>
        <p:spPr>
          <a:xfrm>
            <a:off x="8341785" y="4447118"/>
            <a:ext cx="2899833" cy="704849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Premium</a:t>
            </a:r>
          </a:p>
        </p:txBody>
      </p:sp>
      <p:sp>
        <p:nvSpPr>
          <p:cNvPr id="412" name="Google Shape;412;p45"/>
          <p:cNvSpPr txBox="1">
            <a:spLocks noGrp="1"/>
          </p:cNvSpPr>
          <p:nvPr>
            <p:ph type="subTitle" idx="5"/>
          </p:nvPr>
        </p:nvSpPr>
        <p:spPr>
          <a:xfrm>
            <a:off x="8341785" y="4957234"/>
            <a:ext cx="2899833" cy="1159933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Despite being red, Mars is actually a cold place. It’s full of iron oxide dust</a:t>
            </a:r>
          </a:p>
        </p:txBody>
      </p:sp>
      <p:sp>
        <p:nvSpPr>
          <p:cNvPr id="406" name="Google Shape;406;p45"/>
          <p:cNvSpPr txBox="1">
            <a:spLocks noGrp="1"/>
          </p:cNvSpPr>
          <p:nvPr>
            <p:ph type="title" idx="6"/>
          </p:nvPr>
        </p:nvSpPr>
        <p:spPr>
          <a:xfrm>
            <a:off x="960967" y="694267"/>
            <a:ext cx="10270067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US" dirty="0"/>
              <a:t>M</a:t>
            </a:r>
            <a:r>
              <a:rPr lang="en-GB" dirty="0" err="1"/>
              <a:t>etrics</a:t>
            </a:r>
            <a:endParaRPr lang="en-GB" noProof="0" dirty="0"/>
          </a:p>
        </p:txBody>
      </p:sp>
      <p:grpSp>
        <p:nvGrpSpPr>
          <p:cNvPr id="413" name="Google Shape;413;p45"/>
          <p:cNvGrpSpPr/>
          <p:nvPr/>
        </p:nvGrpSpPr>
        <p:grpSpPr>
          <a:xfrm>
            <a:off x="2131971" y="3859337"/>
            <a:ext cx="556456" cy="556283"/>
            <a:chOff x="5642475" y="1435075"/>
            <a:chExt cx="481975" cy="481825"/>
          </a:xfrm>
        </p:grpSpPr>
        <p:sp>
          <p:nvSpPr>
            <p:cNvPr id="414" name="Google Shape;414;p45"/>
            <p:cNvSpPr/>
            <p:nvPr/>
          </p:nvSpPr>
          <p:spPr>
            <a:xfrm>
              <a:off x="5642475" y="1435075"/>
              <a:ext cx="481975" cy="340675"/>
            </a:xfrm>
            <a:custGeom>
              <a:avLst/>
              <a:gdLst/>
              <a:ahLst/>
              <a:cxnLst/>
              <a:rect l="l" t="t" r="r" b="b"/>
              <a:pathLst>
                <a:path w="19279" h="13627" extrusionOk="0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5"/>
            <p:cNvSpPr/>
            <p:nvPr/>
          </p:nvSpPr>
          <p:spPr>
            <a:xfrm>
              <a:off x="5756375" y="1803975"/>
              <a:ext cx="254100" cy="112925"/>
            </a:xfrm>
            <a:custGeom>
              <a:avLst/>
              <a:gdLst/>
              <a:ahLst/>
              <a:cxnLst/>
              <a:rect l="l" t="t" r="r" b="b"/>
              <a:pathLst>
                <a:path w="10164" h="4517" extrusionOk="0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5"/>
            <p:cNvSpPr/>
            <p:nvPr/>
          </p:nvSpPr>
          <p:spPr>
            <a:xfrm>
              <a:off x="5843400" y="1537550"/>
              <a:ext cx="79975" cy="76125"/>
            </a:xfrm>
            <a:custGeom>
              <a:avLst/>
              <a:gdLst/>
              <a:ahLst/>
              <a:cxnLst/>
              <a:rect l="l" t="t" r="r" b="b"/>
              <a:pathLst>
                <a:path w="3199" h="3045" extrusionOk="0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17" name="Google Shape;417;p45"/>
          <p:cNvGrpSpPr/>
          <p:nvPr/>
        </p:nvGrpSpPr>
        <p:grpSpPr>
          <a:xfrm>
            <a:off x="5820972" y="1946089"/>
            <a:ext cx="559313" cy="556283"/>
            <a:chOff x="1535000" y="3223325"/>
            <a:chExt cx="484450" cy="481825"/>
          </a:xfrm>
        </p:grpSpPr>
        <p:sp>
          <p:nvSpPr>
            <p:cNvPr id="418" name="Google Shape;418;p45"/>
            <p:cNvSpPr/>
            <p:nvPr/>
          </p:nvSpPr>
          <p:spPr>
            <a:xfrm>
              <a:off x="1760150" y="3308225"/>
              <a:ext cx="143825" cy="140600"/>
            </a:xfrm>
            <a:custGeom>
              <a:avLst/>
              <a:gdLst/>
              <a:ahLst/>
              <a:cxnLst/>
              <a:rect l="l" t="t" r="r" b="b"/>
              <a:pathLst>
                <a:path w="5753" h="5624" extrusionOk="0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4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629" y="3208"/>
                    <a:pt x="5752" y="3012"/>
                    <a:pt x="5752" y="2798"/>
                  </a:cubicBezTo>
                  <a:cubicBezTo>
                    <a:pt x="5752" y="2585"/>
                    <a:pt x="5632" y="2389"/>
                    <a:pt x="5439" y="2295"/>
                  </a:cubicBezTo>
                  <a:lnTo>
                    <a:pt x="4102" y="1627"/>
                  </a:lnTo>
                  <a:lnTo>
                    <a:pt x="3434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45"/>
            <p:cNvSpPr/>
            <p:nvPr/>
          </p:nvSpPr>
          <p:spPr>
            <a:xfrm>
              <a:off x="1873075" y="3421150"/>
              <a:ext cx="146375" cy="140600"/>
            </a:xfrm>
            <a:custGeom>
              <a:avLst/>
              <a:gdLst/>
              <a:ahLst/>
              <a:cxnLst/>
              <a:rect l="l" t="t" r="r" b="b"/>
              <a:pathLst>
                <a:path w="5855" h="5624" extrusionOk="0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3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854" y="3096"/>
                    <a:pt x="5854" y="2503"/>
                    <a:pt x="5439" y="2295"/>
                  </a:cubicBezTo>
                  <a:lnTo>
                    <a:pt x="4102" y="1627"/>
                  </a:lnTo>
                  <a:lnTo>
                    <a:pt x="3433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5"/>
            <p:cNvSpPr/>
            <p:nvPr/>
          </p:nvSpPr>
          <p:spPr>
            <a:xfrm>
              <a:off x="1535000" y="3223325"/>
              <a:ext cx="406450" cy="481825"/>
            </a:xfrm>
            <a:custGeom>
              <a:avLst/>
              <a:gdLst/>
              <a:ahLst/>
              <a:cxnLst/>
              <a:rect l="l" t="t" r="r" b="b"/>
              <a:pathLst>
                <a:path w="16258" h="19273" extrusionOk="0">
                  <a:moveTo>
                    <a:pt x="9660" y="0"/>
                  </a:moveTo>
                  <a:cubicBezTo>
                    <a:pt x="4399" y="0"/>
                    <a:pt x="0" y="4351"/>
                    <a:pt x="0" y="9636"/>
                  </a:cubicBezTo>
                  <a:cubicBezTo>
                    <a:pt x="0" y="14927"/>
                    <a:pt x="4381" y="19272"/>
                    <a:pt x="9675" y="19272"/>
                  </a:cubicBezTo>
                  <a:cubicBezTo>
                    <a:pt x="12012" y="19269"/>
                    <a:pt x="14270" y="18411"/>
                    <a:pt x="16023" y="16860"/>
                  </a:cubicBezTo>
                  <a:cubicBezTo>
                    <a:pt x="16195" y="16707"/>
                    <a:pt x="16258" y="16463"/>
                    <a:pt x="16176" y="16243"/>
                  </a:cubicBezTo>
                  <a:cubicBezTo>
                    <a:pt x="16098" y="16026"/>
                    <a:pt x="15893" y="15879"/>
                    <a:pt x="15662" y="15872"/>
                  </a:cubicBezTo>
                  <a:cubicBezTo>
                    <a:pt x="11352" y="15752"/>
                    <a:pt x="7980" y="12250"/>
                    <a:pt x="7980" y="7941"/>
                  </a:cubicBezTo>
                  <a:cubicBezTo>
                    <a:pt x="7974" y="5207"/>
                    <a:pt x="9380" y="2662"/>
                    <a:pt x="11696" y="1211"/>
                  </a:cubicBezTo>
                  <a:cubicBezTo>
                    <a:pt x="12129" y="937"/>
                    <a:pt x="12006" y="274"/>
                    <a:pt x="11503" y="178"/>
                  </a:cubicBezTo>
                  <a:cubicBezTo>
                    <a:pt x="10881" y="58"/>
                    <a:pt x="10265" y="0"/>
                    <a:pt x="96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435D74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421" name="Google Shape;421;p45"/>
          <p:cNvSpPr/>
          <p:nvPr/>
        </p:nvSpPr>
        <p:spPr>
          <a:xfrm>
            <a:off x="9512855" y="3880857"/>
            <a:ext cx="556283" cy="491168"/>
          </a:xfrm>
          <a:custGeom>
            <a:avLst/>
            <a:gdLst/>
            <a:ahLst/>
            <a:cxnLst/>
            <a:rect l="l" t="t" r="r" b="b"/>
            <a:pathLst>
              <a:path w="19273" h="17017" extrusionOk="0">
                <a:moveTo>
                  <a:pt x="5119" y="1"/>
                </a:moveTo>
                <a:cubicBezTo>
                  <a:pt x="2198" y="1"/>
                  <a:pt x="0" y="2389"/>
                  <a:pt x="0" y="5554"/>
                </a:cubicBezTo>
                <a:cubicBezTo>
                  <a:pt x="0" y="8974"/>
                  <a:pt x="2744" y="11311"/>
                  <a:pt x="6902" y="14855"/>
                </a:cubicBezTo>
                <a:cubicBezTo>
                  <a:pt x="7607" y="15458"/>
                  <a:pt x="8408" y="16138"/>
                  <a:pt x="9239" y="16867"/>
                </a:cubicBezTo>
                <a:cubicBezTo>
                  <a:pt x="9352" y="16966"/>
                  <a:pt x="9493" y="17016"/>
                  <a:pt x="9635" y="17016"/>
                </a:cubicBezTo>
                <a:cubicBezTo>
                  <a:pt x="9776" y="17016"/>
                  <a:pt x="9918" y="16966"/>
                  <a:pt x="10031" y="16867"/>
                </a:cubicBezTo>
                <a:cubicBezTo>
                  <a:pt x="10862" y="16138"/>
                  <a:pt x="11663" y="15458"/>
                  <a:pt x="12370" y="14855"/>
                </a:cubicBezTo>
                <a:cubicBezTo>
                  <a:pt x="16526" y="11314"/>
                  <a:pt x="19272" y="8974"/>
                  <a:pt x="19272" y="5554"/>
                </a:cubicBezTo>
                <a:cubicBezTo>
                  <a:pt x="19272" y="2389"/>
                  <a:pt x="17071" y="1"/>
                  <a:pt x="14153" y="1"/>
                </a:cubicBezTo>
                <a:cubicBezTo>
                  <a:pt x="13105" y="1"/>
                  <a:pt x="12148" y="332"/>
                  <a:pt x="11301" y="986"/>
                </a:cubicBezTo>
                <a:cubicBezTo>
                  <a:pt x="10491" y="1612"/>
                  <a:pt x="9952" y="2410"/>
                  <a:pt x="9636" y="2991"/>
                </a:cubicBezTo>
                <a:cubicBezTo>
                  <a:pt x="9317" y="2410"/>
                  <a:pt x="8778" y="1612"/>
                  <a:pt x="7968" y="986"/>
                </a:cubicBezTo>
                <a:cubicBezTo>
                  <a:pt x="7122" y="332"/>
                  <a:pt x="6164" y="1"/>
                  <a:pt x="511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435D74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422" name="Google Shape;422;p45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092FEEC-3791-DAB2-4BDC-7D19FA75D34C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008EB64-222E-5D6C-4186-1AE6C024BA6B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A9EBE51-2C90-582C-92F8-04543FA40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F1BD6AB-38C5-9CEB-F731-8BF6E3765C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3DE94DBC-1A8E-688B-20C0-DB953AB325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00E66B75-25DC-AD53-7A65-F9D87BB932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2055FB-46C6-4AC3-DA81-33ACD31AB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1B2F6407-4E38-51E5-F126-9F91E4923B1E}"/>
              </a:ext>
            </a:extLst>
          </p:cNvPr>
          <p:cNvSpPr/>
          <p:nvPr/>
        </p:nvSpPr>
        <p:spPr>
          <a:xfrm>
            <a:off x="11009443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46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FDF0B8CF-36A5-1FAB-C30F-EC981D89D234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2290E2D-E20F-CAB9-942F-54D07B72DAA3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2987BB2-07D0-F492-C881-911956757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6A407456-FC63-9039-B809-E9530DB82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9A8C36E-0BD8-1032-7551-29E268FCB4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59E69371-577A-1A8D-2A0F-9314D06312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B62C4CB-C8A6-28E2-4FD0-92B78D377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4A8E964-6C42-FE1D-AB1F-349977126452}"/>
              </a:ext>
            </a:extLst>
          </p:cNvPr>
          <p:cNvSpPr/>
          <p:nvPr/>
        </p:nvSpPr>
        <p:spPr>
          <a:xfrm>
            <a:off x="11068986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Google Shape;406;p45">
            <a:extLst>
              <a:ext uri="{FF2B5EF4-FFF2-40B4-BE49-F238E27FC236}">
                <a16:creationId xmlns:a16="http://schemas.microsoft.com/office/drawing/2014/main" id="{E84F0CA7-699D-0BE8-C86E-3DB471123EB0}"/>
              </a:ext>
            </a:extLst>
          </p:cNvPr>
          <p:cNvSpPr txBox="1">
            <a:spLocks/>
          </p:cNvSpPr>
          <p:nvPr/>
        </p:nvSpPr>
        <p:spPr>
          <a:xfrm>
            <a:off x="960967" y="694267"/>
            <a:ext cx="10270067" cy="76411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500" b="1" kern="0" dirty="0"/>
              <a:t>Results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>
          <a:extLst>
            <a:ext uri="{FF2B5EF4-FFF2-40B4-BE49-F238E27FC236}">
              <a16:creationId xmlns:a16="http://schemas.microsoft.com/office/drawing/2014/main" id="{F29EE3F5-02CC-69E8-A7FE-13A2E292F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46">
            <a:extLst>
              <a:ext uri="{FF2B5EF4-FFF2-40B4-BE49-F238E27FC236}">
                <a16:creationId xmlns:a16="http://schemas.microsoft.com/office/drawing/2014/main" id="{673DD89B-1AFB-7F2E-227E-9B4D8910A0AD}"/>
              </a:ext>
            </a:extLst>
          </p:cNvPr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65449AA4-511A-996F-177E-5775F34F9954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D7794F3-E2DF-5862-8FA0-339DA8F03150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A3EAE4C-879E-4CE6-4F6D-569FC84410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F1FFF24-BE44-8B29-8846-1944320D24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C7C8C9A-3454-AF2E-C5A2-8CBE9CF2EA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7558AF4F-B6E0-1CF8-661C-6AE7B6E688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D856DA9-A442-0C0D-8FF5-4FE3E5A86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15" name="Google Shape;406;p45">
            <a:extLst>
              <a:ext uri="{FF2B5EF4-FFF2-40B4-BE49-F238E27FC236}">
                <a16:creationId xmlns:a16="http://schemas.microsoft.com/office/drawing/2014/main" id="{C566B936-E41D-A5C3-95DD-405784F8D723}"/>
              </a:ext>
            </a:extLst>
          </p:cNvPr>
          <p:cNvSpPr txBox="1">
            <a:spLocks/>
          </p:cNvSpPr>
          <p:nvPr/>
        </p:nvSpPr>
        <p:spPr>
          <a:xfrm>
            <a:off x="960967" y="694267"/>
            <a:ext cx="10270067" cy="76411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500" b="1" kern="0" dirty="0"/>
              <a:t>Considerations</a:t>
            </a:r>
          </a:p>
        </p:txBody>
      </p:sp>
      <p:sp>
        <p:nvSpPr>
          <p:cNvPr id="2" name="Google Shape;249;p35">
            <a:extLst>
              <a:ext uri="{FF2B5EF4-FFF2-40B4-BE49-F238E27FC236}">
                <a16:creationId xmlns:a16="http://schemas.microsoft.com/office/drawing/2014/main" id="{3DC62E14-3D20-F183-37BA-F9D60157C65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9845" y="3429000"/>
            <a:ext cx="11202155" cy="10689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Suitability</a:t>
            </a:r>
          </a:p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</a:p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Constraints?</a:t>
            </a:r>
            <a:endParaRPr lang="en-GB" sz="2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929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>
          <a:extLst>
            <a:ext uri="{FF2B5EF4-FFF2-40B4-BE49-F238E27FC236}">
              <a16:creationId xmlns:a16="http://schemas.microsoft.com/office/drawing/2014/main" id="{12D34A5B-D093-B91E-4A67-49BEC293F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46">
            <a:extLst>
              <a:ext uri="{FF2B5EF4-FFF2-40B4-BE49-F238E27FC236}">
                <a16:creationId xmlns:a16="http://schemas.microsoft.com/office/drawing/2014/main" id="{262397F7-5269-8285-5485-9AEA490E68DC}"/>
              </a:ext>
            </a:extLst>
          </p:cNvPr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C021FA2-88DA-20C4-DBE4-438723B4EA29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9DD6AFF-07F2-5F4A-88F9-930E098B5E18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771963F-EF34-1596-4640-3AD8618FC9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74EEFC5-0C15-7F79-D0AA-F09096CFF8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1A04A87-A5B6-9A3B-635D-6D3DBB532E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C5A3B7EF-E09F-8740-0B3F-45F1946719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31FD210-0EF5-DD9D-B955-B6544C905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15" name="Google Shape;406;p45">
            <a:extLst>
              <a:ext uri="{FF2B5EF4-FFF2-40B4-BE49-F238E27FC236}">
                <a16:creationId xmlns:a16="http://schemas.microsoft.com/office/drawing/2014/main" id="{491DB457-226D-D928-0A98-503C5DC161F7}"/>
              </a:ext>
            </a:extLst>
          </p:cNvPr>
          <p:cNvSpPr txBox="1">
            <a:spLocks/>
          </p:cNvSpPr>
          <p:nvPr/>
        </p:nvSpPr>
        <p:spPr>
          <a:xfrm>
            <a:off x="960967" y="694267"/>
            <a:ext cx="10270067" cy="76411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500" b="1" kern="0" dirty="0"/>
              <a:t>Recommendations</a:t>
            </a:r>
          </a:p>
        </p:txBody>
      </p:sp>
      <p:sp>
        <p:nvSpPr>
          <p:cNvPr id="2" name="Google Shape;249;p35">
            <a:extLst>
              <a:ext uri="{FF2B5EF4-FFF2-40B4-BE49-F238E27FC236}">
                <a16:creationId xmlns:a16="http://schemas.microsoft.com/office/drawing/2014/main" id="{BF125AF0-F9C4-97B8-F997-CF203B3C873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9845" y="3429000"/>
            <a:ext cx="11202155" cy="10689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Refine data entry?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Tiered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deconfliction meetings</a:t>
            </a:r>
            <a:endParaRPr lang="en-GB" sz="2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Tracked “sub” degrees</a:t>
            </a:r>
          </a:p>
        </p:txBody>
      </p:sp>
    </p:spTree>
    <p:extLst>
      <p:ext uri="{BB962C8B-B14F-4D97-AF65-F5344CB8AC3E}">
        <p14:creationId xmlns:p14="http://schemas.microsoft.com/office/powerpoint/2010/main" val="1275277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2"/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GB" noProof="0" dirty="0"/>
              <a:t>Thank You</a:t>
            </a:r>
          </a:p>
        </p:txBody>
      </p:sp>
      <p:sp>
        <p:nvSpPr>
          <p:cNvPr id="805" name="Google Shape;805;p62"/>
          <p:cNvSpPr txBox="1">
            <a:spLocks noGrp="1"/>
          </p:cNvSpPr>
          <p:nvPr>
            <p:ph type="subTitle" idx="1"/>
          </p:nvPr>
        </p:nvSpPr>
        <p:spPr/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Do you have any questions?</a:t>
            </a:r>
          </a:p>
          <a:p>
            <a:pPr lvl="0"/>
            <a:endParaRPr lang="en-GB" noProof="0" dirty="0"/>
          </a:p>
        </p:txBody>
      </p:sp>
      <p:cxnSp>
        <p:nvCxnSpPr>
          <p:cNvPr id="821" name="Google Shape;821;p62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D91E3BC-38FB-55F7-25EB-DF3AA8BE8BC2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C498FD9-97A5-6445-ED58-0C59A18A0FDB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8F8CFFF-FD8B-A661-84EF-CAAABEB562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58DE113D-9B69-8306-5A69-DC61DBCB5F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715FCD3-E617-373D-5873-C17E4A82E4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EC3839F-5F42-43A8-5053-0D795897F2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91A1950-AFC5-40B5-26DC-684E92CDF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8"/>
          <p:cNvSpPr txBox="1">
            <a:spLocks noGrp="1"/>
          </p:cNvSpPr>
          <p:nvPr>
            <p:ph type="title"/>
          </p:nvPr>
        </p:nvSpPr>
        <p:spPr>
          <a:xfrm>
            <a:off x="960967" y="694267"/>
            <a:ext cx="10270067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Traction</a:t>
            </a:r>
          </a:p>
        </p:txBody>
      </p:sp>
      <p:pic>
        <p:nvPicPr>
          <p:cNvPr id="454" name="Google Shape;454;p48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9008" y="1532885"/>
            <a:ext cx="6132992" cy="3792233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48"/>
          <p:cNvSpPr txBox="1"/>
          <p:nvPr/>
        </p:nvSpPr>
        <p:spPr>
          <a:xfrm flipH="1">
            <a:off x="933500" y="2731201"/>
            <a:ext cx="3664000" cy="139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GB" sz="1867" kern="0" noProof="0" dirty="0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Mercury is the closest planet to the Sun and the smallest one in the Solar System—it’s only a bit larger than the Moon</a:t>
            </a:r>
          </a:p>
        </p:txBody>
      </p:sp>
      <p:cxnSp>
        <p:nvCxnSpPr>
          <p:cNvPr id="456" name="Google Shape;456;p48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34225E93-CFAF-D40A-9364-6DA20E4B99F1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45F4EC1-EE93-EEF3-2766-78CBCAF45019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E4D5476-42B8-6E25-5C73-05ACF8C23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5667DD92-CDE2-47D0-02CB-F87CD67CEA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802EF34-4772-30F2-F13D-00D5700A74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A37800A-3E28-43FB-C79D-BF831032A0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6C39112-1A49-2BE7-1F7B-F1AC7EE4E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5352304-3345-0B30-B7EE-FB696BF87EA7}"/>
              </a:ext>
            </a:extLst>
          </p:cNvPr>
          <p:cNvSpPr/>
          <p:nvPr/>
        </p:nvSpPr>
        <p:spPr>
          <a:xfrm>
            <a:off x="12383791" y="5766348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9"/>
          <p:cNvSpPr txBox="1">
            <a:spLocks noGrp="1"/>
          </p:cNvSpPr>
          <p:nvPr>
            <p:ph type="title"/>
          </p:nvPr>
        </p:nvSpPr>
        <p:spPr>
          <a:xfrm>
            <a:off x="684676" y="2198605"/>
            <a:ext cx="4068382" cy="702733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Data Restructuring</a:t>
            </a:r>
          </a:p>
        </p:txBody>
      </p:sp>
      <p:sp>
        <p:nvSpPr>
          <p:cNvPr id="464" name="Google Shape;464;p49"/>
          <p:cNvSpPr txBox="1">
            <a:spLocks noGrp="1"/>
          </p:cNvSpPr>
          <p:nvPr>
            <p:ph type="subTitle" idx="1"/>
          </p:nvPr>
        </p:nvSpPr>
        <p:spPr>
          <a:xfrm>
            <a:off x="1107018" y="3507318"/>
            <a:ext cx="3003549" cy="1579033"/>
          </a:xfr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GB" noProof="0" dirty="0"/>
              <a:t>Despite being red, Mars is a cold place. It’s full of iron oxide dust, which gives the planet its reddish cast</a:t>
            </a:r>
          </a:p>
        </p:txBody>
      </p:sp>
      <p:sp>
        <p:nvSpPr>
          <p:cNvPr id="465" name="Google Shape;465;p49"/>
          <p:cNvSpPr txBox="1">
            <a:spLocks noGrp="1"/>
          </p:cNvSpPr>
          <p:nvPr>
            <p:ph type="title" idx="2"/>
          </p:nvPr>
        </p:nvSpPr>
        <p:spPr>
          <a:xfrm>
            <a:off x="4745751" y="2198605"/>
            <a:ext cx="2899833" cy="702733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US" dirty="0"/>
              <a:t>D</a:t>
            </a:r>
            <a:r>
              <a:rPr lang="en-GB" dirty="0" err="1"/>
              <a:t>aily</a:t>
            </a:r>
            <a:r>
              <a:rPr lang="en-GB" dirty="0"/>
              <a:t> Layout  </a:t>
            </a:r>
            <a:endParaRPr lang="en-GB" noProof="0" dirty="0"/>
          </a:p>
        </p:txBody>
      </p:sp>
      <p:sp>
        <p:nvSpPr>
          <p:cNvPr id="466" name="Google Shape;466;p49"/>
          <p:cNvSpPr txBox="1">
            <a:spLocks noGrp="1"/>
          </p:cNvSpPr>
          <p:nvPr>
            <p:ph type="subTitle" idx="3"/>
          </p:nvPr>
        </p:nvSpPr>
        <p:spPr>
          <a:xfrm>
            <a:off x="4595285" y="3507318"/>
            <a:ext cx="3001433" cy="1579033"/>
          </a:xfr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GB" noProof="0" dirty="0"/>
              <a:t>Mercury is the closest planet to the Sun and the smallest one in the Solar System—it’s only a bit larger than the Moon</a:t>
            </a:r>
          </a:p>
          <a:p>
            <a:pPr lvl="0"/>
            <a:endParaRPr lang="en-GB" noProof="0" dirty="0"/>
          </a:p>
        </p:txBody>
      </p:sp>
      <p:sp>
        <p:nvSpPr>
          <p:cNvPr id="467" name="Google Shape;467;p49"/>
          <p:cNvSpPr txBox="1">
            <a:spLocks noGrp="1"/>
          </p:cNvSpPr>
          <p:nvPr>
            <p:ph type="title" idx="4"/>
          </p:nvPr>
        </p:nvSpPr>
        <p:spPr>
          <a:xfrm>
            <a:off x="7978973" y="2198605"/>
            <a:ext cx="3528351" cy="702733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Degree Options</a:t>
            </a:r>
          </a:p>
        </p:txBody>
      </p:sp>
      <p:sp>
        <p:nvSpPr>
          <p:cNvPr id="468" name="Google Shape;468;p49"/>
          <p:cNvSpPr txBox="1">
            <a:spLocks noGrp="1"/>
          </p:cNvSpPr>
          <p:nvPr>
            <p:ph type="subTitle" idx="5"/>
          </p:nvPr>
        </p:nvSpPr>
        <p:spPr>
          <a:xfrm>
            <a:off x="8081434" y="3507318"/>
            <a:ext cx="3003551" cy="1579033"/>
          </a:xfr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GB" noProof="0" dirty="0"/>
              <a:t>Venus has a beautiful name and is the second planet from the Sun. It’s terribly hot—even hotter than Mercury </a:t>
            </a:r>
          </a:p>
        </p:txBody>
      </p:sp>
      <p:sp>
        <p:nvSpPr>
          <p:cNvPr id="462" name="Google Shape;462;p49"/>
          <p:cNvSpPr txBox="1">
            <a:spLocks noGrp="1"/>
          </p:cNvSpPr>
          <p:nvPr>
            <p:ph type="title" idx="6"/>
          </p:nvPr>
        </p:nvSpPr>
        <p:spPr>
          <a:xfrm>
            <a:off x="960967" y="694267"/>
            <a:ext cx="10270067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Improve OR Efficacy</a:t>
            </a:r>
          </a:p>
        </p:txBody>
      </p:sp>
      <p:cxnSp>
        <p:nvCxnSpPr>
          <p:cNvPr id="487" name="Google Shape;487;p49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0F15206-E4AB-D4CA-C994-743843A742F3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819FE3F-9093-54A3-33CA-BE5A55920ACA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9973D86-8886-ED66-A5C5-80C85DDE83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E4B108AD-5A64-32D5-73CB-63DF026F7D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1D602B4-7139-CCCD-4E1A-B7425A992E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F0D453C-4305-4F55-D082-DD19DC146E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DEA0321-F236-1C41-5759-AB2F82C2B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26D86E3-55E3-9A3B-4A69-B272F124433C}"/>
              </a:ext>
            </a:extLst>
          </p:cNvPr>
          <p:cNvSpPr/>
          <p:nvPr/>
        </p:nvSpPr>
        <p:spPr>
          <a:xfrm>
            <a:off x="12372975" y="5310633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0C16CE-2599-1C52-CB72-D666FFDF5ED8}"/>
              </a:ext>
            </a:extLst>
          </p:cNvPr>
          <p:cNvGrpSpPr/>
          <p:nvPr/>
        </p:nvGrpSpPr>
        <p:grpSpPr>
          <a:xfrm>
            <a:off x="1593879" y="3101999"/>
            <a:ext cx="2029911" cy="208400"/>
            <a:chOff x="1593879" y="3101999"/>
            <a:chExt cx="2029911" cy="208400"/>
          </a:xfrm>
        </p:grpSpPr>
        <p:grpSp>
          <p:nvGrpSpPr>
            <p:cNvPr id="481" name="Google Shape;481;p49"/>
            <p:cNvGrpSpPr/>
            <p:nvPr/>
          </p:nvGrpSpPr>
          <p:grpSpPr>
            <a:xfrm>
              <a:off x="1593879" y="3101999"/>
              <a:ext cx="1574534" cy="208400"/>
              <a:chOff x="3158416" y="3903808"/>
              <a:chExt cx="1180900" cy="156300"/>
            </a:xfrm>
          </p:grpSpPr>
          <p:sp>
            <p:nvSpPr>
              <p:cNvPr id="482" name="Google Shape;482;p49"/>
              <p:cNvSpPr/>
              <p:nvPr/>
            </p:nvSpPr>
            <p:spPr>
              <a:xfrm flipH="1">
                <a:off x="3158416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49"/>
              <p:cNvSpPr/>
              <p:nvPr/>
            </p:nvSpPr>
            <p:spPr>
              <a:xfrm flipH="1">
                <a:off x="3499949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49"/>
              <p:cNvSpPr/>
              <p:nvPr/>
            </p:nvSpPr>
            <p:spPr>
              <a:xfrm flipH="1">
                <a:off x="3841483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49"/>
              <p:cNvSpPr/>
              <p:nvPr/>
            </p:nvSpPr>
            <p:spPr>
              <a:xfrm flipH="1">
                <a:off x="4183016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" name="Google Shape;485;p49">
              <a:extLst>
                <a:ext uri="{FF2B5EF4-FFF2-40B4-BE49-F238E27FC236}">
                  <a16:creationId xmlns:a16="http://schemas.microsoft.com/office/drawing/2014/main" id="{E157BBCB-B912-701F-3D80-9C3F4FFBB582}"/>
                </a:ext>
              </a:extLst>
            </p:cNvPr>
            <p:cNvSpPr/>
            <p:nvPr/>
          </p:nvSpPr>
          <p:spPr>
            <a:xfrm flipH="1">
              <a:off x="3415390" y="3101999"/>
              <a:ext cx="208400" cy="208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E00FCE3-855C-5A18-8B50-52D8C29DC8C1}"/>
              </a:ext>
            </a:extLst>
          </p:cNvPr>
          <p:cNvGrpSpPr/>
          <p:nvPr/>
        </p:nvGrpSpPr>
        <p:grpSpPr>
          <a:xfrm flipH="1">
            <a:off x="5076513" y="3101999"/>
            <a:ext cx="2029911" cy="208400"/>
            <a:chOff x="5076513" y="3101999"/>
            <a:chExt cx="2029911" cy="208400"/>
          </a:xfrm>
        </p:grpSpPr>
        <p:grpSp>
          <p:nvGrpSpPr>
            <p:cNvPr id="475" name="Google Shape;475;p49"/>
            <p:cNvGrpSpPr/>
            <p:nvPr/>
          </p:nvGrpSpPr>
          <p:grpSpPr>
            <a:xfrm>
              <a:off x="5076513" y="3101999"/>
              <a:ext cx="2029911" cy="208400"/>
              <a:chOff x="3158416" y="3903808"/>
              <a:chExt cx="1522433" cy="156300"/>
            </a:xfrm>
          </p:grpSpPr>
          <p:sp>
            <p:nvSpPr>
              <p:cNvPr id="476" name="Google Shape;476;p49"/>
              <p:cNvSpPr/>
              <p:nvPr/>
            </p:nvSpPr>
            <p:spPr>
              <a:xfrm flipH="1">
                <a:off x="3158416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49"/>
              <p:cNvSpPr/>
              <p:nvPr/>
            </p:nvSpPr>
            <p:spPr>
              <a:xfrm flipH="1">
                <a:off x="3499949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49"/>
              <p:cNvSpPr/>
              <p:nvPr/>
            </p:nvSpPr>
            <p:spPr>
              <a:xfrm flipH="1">
                <a:off x="3841483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49"/>
              <p:cNvSpPr/>
              <p:nvPr/>
            </p:nvSpPr>
            <p:spPr>
              <a:xfrm flipH="1">
                <a:off x="4524549" y="3903808"/>
                <a:ext cx="156300" cy="1563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480;p49">
              <a:extLst>
                <a:ext uri="{FF2B5EF4-FFF2-40B4-BE49-F238E27FC236}">
                  <a16:creationId xmlns:a16="http://schemas.microsoft.com/office/drawing/2014/main" id="{6717BF6D-EB75-74F8-9D95-05C604800031}"/>
                </a:ext>
              </a:extLst>
            </p:cNvPr>
            <p:cNvSpPr/>
            <p:nvPr/>
          </p:nvSpPr>
          <p:spPr>
            <a:xfrm flipH="1">
              <a:off x="6442645" y="3101999"/>
              <a:ext cx="208400" cy="2084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52409D6-0A1C-1DF3-F37F-540258408339}"/>
              </a:ext>
            </a:extLst>
          </p:cNvPr>
          <p:cNvGrpSpPr/>
          <p:nvPr/>
        </p:nvGrpSpPr>
        <p:grpSpPr>
          <a:xfrm>
            <a:off x="8832395" y="3101999"/>
            <a:ext cx="2029911" cy="217925"/>
            <a:chOff x="8832395" y="3101999"/>
            <a:chExt cx="2029911" cy="21792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D2C0299-45EA-8E42-5001-822623232B9F}"/>
                </a:ext>
              </a:extLst>
            </p:cNvPr>
            <p:cNvGrpSpPr/>
            <p:nvPr/>
          </p:nvGrpSpPr>
          <p:grpSpPr>
            <a:xfrm flipH="1">
              <a:off x="8832395" y="3101999"/>
              <a:ext cx="2029911" cy="208400"/>
              <a:chOff x="5076513" y="3101999"/>
              <a:chExt cx="2029911" cy="208400"/>
            </a:xfrm>
          </p:grpSpPr>
          <p:grpSp>
            <p:nvGrpSpPr>
              <p:cNvPr id="20" name="Google Shape;475;p49">
                <a:extLst>
                  <a:ext uri="{FF2B5EF4-FFF2-40B4-BE49-F238E27FC236}">
                    <a16:creationId xmlns:a16="http://schemas.microsoft.com/office/drawing/2014/main" id="{53F002C7-0E81-9AF4-5246-AF342EE009CD}"/>
                  </a:ext>
                </a:extLst>
              </p:cNvPr>
              <p:cNvGrpSpPr/>
              <p:nvPr/>
            </p:nvGrpSpPr>
            <p:grpSpPr>
              <a:xfrm>
                <a:off x="5076513" y="3101999"/>
                <a:ext cx="2029911" cy="208400"/>
                <a:chOff x="3158416" y="3903808"/>
                <a:chExt cx="1522433" cy="156300"/>
              </a:xfrm>
            </p:grpSpPr>
            <p:sp>
              <p:nvSpPr>
                <p:cNvPr id="22" name="Google Shape;476;p49">
                  <a:extLst>
                    <a:ext uri="{FF2B5EF4-FFF2-40B4-BE49-F238E27FC236}">
                      <a16:creationId xmlns:a16="http://schemas.microsoft.com/office/drawing/2014/main" id="{8F0A8B5D-332B-D9B8-2FB8-D0628063C557}"/>
                    </a:ext>
                  </a:extLst>
                </p:cNvPr>
                <p:cNvSpPr/>
                <p:nvPr/>
              </p:nvSpPr>
              <p:spPr>
                <a:xfrm flipH="1">
                  <a:off x="3158416" y="3903808"/>
                  <a:ext cx="156300" cy="156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Google Shape;480;p49">
                  <a:extLst>
                    <a:ext uri="{FF2B5EF4-FFF2-40B4-BE49-F238E27FC236}">
                      <a16:creationId xmlns:a16="http://schemas.microsoft.com/office/drawing/2014/main" id="{7A0BC88E-CC42-6633-1806-0C5E3B93FDF0}"/>
                    </a:ext>
                  </a:extLst>
                </p:cNvPr>
                <p:cNvSpPr/>
                <p:nvPr/>
              </p:nvSpPr>
              <p:spPr>
                <a:xfrm flipH="1">
                  <a:off x="4524549" y="3903808"/>
                  <a:ext cx="156300" cy="156300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1" name="Google Shape;480;p49">
                <a:extLst>
                  <a:ext uri="{FF2B5EF4-FFF2-40B4-BE49-F238E27FC236}">
                    <a16:creationId xmlns:a16="http://schemas.microsoft.com/office/drawing/2014/main" id="{2A5D3D0A-A518-50B3-021C-56133B172743}"/>
                  </a:ext>
                </a:extLst>
              </p:cNvPr>
              <p:cNvSpPr/>
              <p:nvPr/>
            </p:nvSpPr>
            <p:spPr>
              <a:xfrm flipH="1">
                <a:off x="6442645" y="3101999"/>
                <a:ext cx="208400" cy="2084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" name="Google Shape;480;p49">
              <a:extLst>
                <a:ext uri="{FF2B5EF4-FFF2-40B4-BE49-F238E27FC236}">
                  <a16:creationId xmlns:a16="http://schemas.microsoft.com/office/drawing/2014/main" id="{834D9CBB-BD6A-8090-F7EA-E334C6725C13}"/>
                </a:ext>
              </a:extLst>
            </p:cNvPr>
            <p:cNvSpPr/>
            <p:nvPr/>
          </p:nvSpPr>
          <p:spPr>
            <a:xfrm>
              <a:off x="9743149" y="3101999"/>
              <a:ext cx="208400" cy="2084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" name="Google Shape;480;p49">
              <a:extLst>
                <a:ext uri="{FF2B5EF4-FFF2-40B4-BE49-F238E27FC236}">
                  <a16:creationId xmlns:a16="http://schemas.microsoft.com/office/drawing/2014/main" id="{40472A89-5D17-15BC-1438-B11C54B6A8BF}"/>
                </a:ext>
              </a:extLst>
            </p:cNvPr>
            <p:cNvSpPr/>
            <p:nvPr/>
          </p:nvSpPr>
          <p:spPr>
            <a:xfrm>
              <a:off x="10198524" y="3111524"/>
              <a:ext cx="208400" cy="2084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0"/>
          <p:cNvSpPr txBox="1">
            <a:spLocks noGrp="1"/>
          </p:cNvSpPr>
          <p:nvPr>
            <p:ph type="title"/>
          </p:nvPr>
        </p:nvSpPr>
        <p:spPr>
          <a:xfrm>
            <a:off x="960967" y="694267"/>
            <a:ext cx="10270067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Case study</a:t>
            </a:r>
          </a:p>
        </p:txBody>
      </p:sp>
      <p:cxnSp>
        <p:nvCxnSpPr>
          <p:cNvPr id="494" name="Google Shape;494;p50"/>
          <p:cNvCxnSpPr>
            <a:stCxn id="495" idx="2"/>
            <a:endCxn id="496" idx="0"/>
          </p:cNvCxnSpPr>
          <p:nvPr/>
        </p:nvCxnSpPr>
        <p:spPr>
          <a:xfrm rot="-5400000" flipH="1">
            <a:off x="7190400" y="1561484"/>
            <a:ext cx="1418000" cy="36068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97" name="Google Shape;497;p50"/>
          <p:cNvCxnSpPr>
            <a:stCxn id="498" idx="0"/>
            <a:endCxn id="495" idx="2"/>
          </p:cNvCxnSpPr>
          <p:nvPr/>
        </p:nvCxnSpPr>
        <p:spPr>
          <a:xfrm rot="-5400000">
            <a:off x="3583600" y="1561467"/>
            <a:ext cx="1418000" cy="36068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99" name="Google Shape;499;p50"/>
          <p:cNvCxnSpPr>
            <a:stCxn id="500" idx="0"/>
            <a:endCxn id="498" idx="2"/>
          </p:cNvCxnSpPr>
          <p:nvPr/>
        </p:nvCxnSpPr>
        <p:spPr>
          <a:xfrm rot="-5400000">
            <a:off x="2175200" y="4876333"/>
            <a:ext cx="628800" cy="800"/>
          </a:xfrm>
          <a:prstGeom prst="bentConnector3">
            <a:avLst>
              <a:gd name="adj1" fmla="val 50005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01" name="Google Shape;501;p50"/>
          <p:cNvCxnSpPr>
            <a:stCxn id="496" idx="2"/>
            <a:endCxn id="502" idx="0"/>
          </p:cNvCxnSpPr>
          <p:nvPr/>
        </p:nvCxnSpPr>
        <p:spPr>
          <a:xfrm rot="-5400000" flipH="1">
            <a:off x="9388800" y="4876267"/>
            <a:ext cx="628800" cy="800"/>
          </a:xfrm>
          <a:prstGeom prst="bentConnector3">
            <a:avLst>
              <a:gd name="adj1" fmla="val 50005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95" name="Google Shape;495;p50"/>
          <p:cNvSpPr txBox="1"/>
          <p:nvPr/>
        </p:nvSpPr>
        <p:spPr>
          <a:xfrm>
            <a:off x="4191000" y="1853484"/>
            <a:ext cx="3810000" cy="802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3200" kern="0" noProof="0" dirty="0">
                <a:solidFill>
                  <a:srgbClr val="302926"/>
                </a:solidFill>
                <a:latin typeface="Arial" panose="020B0604020202020204" pitchFamily="34" charset="0"/>
                <a:ea typeface="Abril Fatface"/>
                <a:cs typeface="Arial" panose="020B0604020202020204" pitchFamily="34" charset="0"/>
                <a:sym typeface="Abril Fatface"/>
              </a:rPr>
              <a:t>Case study</a:t>
            </a:r>
          </a:p>
        </p:txBody>
      </p:sp>
      <p:sp>
        <p:nvSpPr>
          <p:cNvPr id="498" name="Google Shape;498;p50"/>
          <p:cNvSpPr txBox="1"/>
          <p:nvPr/>
        </p:nvSpPr>
        <p:spPr>
          <a:xfrm>
            <a:off x="1163200" y="4073867"/>
            <a:ext cx="2652000" cy="488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3200" kern="0" noProof="0" dirty="0">
                <a:solidFill>
                  <a:srgbClr val="302926"/>
                </a:solidFill>
                <a:latin typeface="Arial" panose="020B0604020202020204" pitchFamily="34" charset="0"/>
                <a:ea typeface="Abril Fatface"/>
                <a:cs typeface="Arial" panose="020B0604020202020204" pitchFamily="34" charset="0"/>
                <a:sym typeface="Abril Fatface"/>
              </a:rPr>
              <a:t>Challenge</a:t>
            </a:r>
          </a:p>
        </p:txBody>
      </p:sp>
      <p:sp>
        <p:nvSpPr>
          <p:cNvPr id="496" name="Google Shape;496;p50"/>
          <p:cNvSpPr txBox="1"/>
          <p:nvPr/>
        </p:nvSpPr>
        <p:spPr>
          <a:xfrm>
            <a:off x="8376800" y="4073867"/>
            <a:ext cx="2652000" cy="488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3200" kern="0" noProof="0" dirty="0">
                <a:solidFill>
                  <a:srgbClr val="302926"/>
                </a:solidFill>
                <a:latin typeface="Arial" panose="020B0604020202020204" pitchFamily="34" charset="0"/>
                <a:ea typeface="Abril Fatface"/>
                <a:cs typeface="Arial" panose="020B0604020202020204" pitchFamily="34" charset="0"/>
                <a:sym typeface="Abril Fatface"/>
              </a:rPr>
              <a:t>Solution</a:t>
            </a:r>
          </a:p>
        </p:txBody>
      </p:sp>
      <p:sp>
        <p:nvSpPr>
          <p:cNvPr id="502" name="Google Shape;502;p50"/>
          <p:cNvSpPr txBox="1"/>
          <p:nvPr/>
        </p:nvSpPr>
        <p:spPr>
          <a:xfrm>
            <a:off x="8164400" y="5191133"/>
            <a:ext cx="3076800" cy="9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1867" kern="0" noProof="0" dirty="0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Venus is the second planet from the Sun</a:t>
            </a:r>
          </a:p>
        </p:txBody>
      </p:sp>
      <p:sp>
        <p:nvSpPr>
          <p:cNvPr id="500" name="Google Shape;500;p50"/>
          <p:cNvSpPr txBox="1"/>
          <p:nvPr/>
        </p:nvSpPr>
        <p:spPr>
          <a:xfrm>
            <a:off x="950800" y="5191133"/>
            <a:ext cx="3076800" cy="9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1867" kern="0" noProof="0" dirty="0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Despite being red, Mars is a very cold place</a:t>
            </a:r>
          </a:p>
        </p:txBody>
      </p:sp>
      <p:sp>
        <p:nvSpPr>
          <p:cNvPr id="503" name="Google Shape;503;p50"/>
          <p:cNvSpPr txBox="1"/>
          <p:nvPr/>
        </p:nvSpPr>
        <p:spPr>
          <a:xfrm>
            <a:off x="4770000" y="4073867"/>
            <a:ext cx="2652000" cy="488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3200" kern="0" noProof="0" dirty="0">
                <a:solidFill>
                  <a:srgbClr val="302926"/>
                </a:solidFill>
                <a:latin typeface="Arial" panose="020B0604020202020204" pitchFamily="34" charset="0"/>
                <a:ea typeface="Abril Fatface"/>
                <a:cs typeface="Arial" panose="020B0604020202020204" pitchFamily="34" charset="0"/>
                <a:sym typeface="Abril Fatface"/>
              </a:rPr>
              <a:t>Results</a:t>
            </a:r>
          </a:p>
        </p:txBody>
      </p:sp>
      <p:cxnSp>
        <p:nvCxnSpPr>
          <p:cNvPr id="504" name="Google Shape;504;p50"/>
          <p:cNvCxnSpPr>
            <a:stCxn id="495" idx="2"/>
            <a:endCxn id="503" idx="0"/>
          </p:cNvCxnSpPr>
          <p:nvPr/>
        </p:nvCxnSpPr>
        <p:spPr>
          <a:xfrm>
            <a:off x="6096000" y="2655884"/>
            <a:ext cx="0" cy="141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505" name="Google Shape;505;p50"/>
          <p:cNvCxnSpPr>
            <a:stCxn id="503" idx="2"/>
            <a:endCxn id="506" idx="0"/>
          </p:cNvCxnSpPr>
          <p:nvPr/>
        </p:nvCxnSpPr>
        <p:spPr>
          <a:xfrm rot="-5400000" flipH="1">
            <a:off x="5782000" y="4876267"/>
            <a:ext cx="628800" cy="800"/>
          </a:xfrm>
          <a:prstGeom prst="bentConnector3">
            <a:avLst>
              <a:gd name="adj1" fmla="val 50005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06" name="Google Shape;506;p50"/>
          <p:cNvSpPr txBox="1"/>
          <p:nvPr/>
        </p:nvSpPr>
        <p:spPr>
          <a:xfrm>
            <a:off x="4557600" y="5191133"/>
            <a:ext cx="3076800" cy="9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1867" kern="0" noProof="0" dirty="0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Jupiter is the biggest planet of them all</a:t>
            </a:r>
          </a:p>
        </p:txBody>
      </p:sp>
      <p:cxnSp>
        <p:nvCxnSpPr>
          <p:cNvPr id="507" name="Google Shape;507;p50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D96A3A87-12CF-7C77-C663-FAF3078044F7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BC54AF-E6F6-9876-C594-E94EF09FBEC0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5FB04BE-29DA-8826-3398-54562B03C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B4BB22C1-45E9-AF50-EBAE-9474722C22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AFE530C-2BAA-FF38-1162-48ABED5D4D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69E070D-9155-8B8A-C4C9-ADD4B33B29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6892ECF-DBD3-CC28-E0F7-F7C5AA59E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AB28140-5A31-B053-34C6-D4C17CF8FD0E}"/>
              </a:ext>
            </a:extLst>
          </p:cNvPr>
          <p:cNvSpPr/>
          <p:nvPr/>
        </p:nvSpPr>
        <p:spPr>
          <a:xfrm>
            <a:off x="12351465" y="5952214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4" name="Google Shape;884;p69"/>
          <p:cNvGrpSpPr/>
          <p:nvPr/>
        </p:nvGrpSpPr>
        <p:grpSpPr>
          <a:xfrm>
            <a:off x="6776945" y="4127713"/>
            <a:ext cx="590455" cy="685695"/>
            <a:chOff x="4727025" y="1332775"/>
            <a:chExt cx="59900" cy="69625"/>
          </a:xfrm>
        </p:grpSpPr>
        <p:sp>
          <p:nvSpPr>
            <p:cNvPr id="885" name="Google Shape;885;p69"/>
            <p:cNvSpPr/>
            <p:nvPr/>
          </p:nvSpPr>
          <p:spPr>
            <a:xfrm>
              <a:off x="4727025" y="1332775"/>
              <a:ext cx="36450" cy="33200"/>
            </a:xfrm>
            <a:custGeom>
              <a:avLst/>
              <a:gdLst/>
              <a:ahLst/>
              <a:cxnLst/>
              <a:rect l="l" t="t" r="r" b="b"/>
              <a:pathLst>
                <a:path w="1458" h="1328" extrusionOk="0">
                  <a:moveTo>
                    <a:pt x="1047" y="1"/>
                  </a:moveTo>
                  <a:lnTo>
                    <a:pt x="1047" y="188"/>
                  </a:lnTo>
                  <a:cubicBezTo>
                    <a:pt x="484" y="289"/>
                    <a:pt x="51" y="758"/>
                    <a:pt x="1" y="1328"/>
                  </a:cubicBezTo>
                  <a:lnTo>
                    <a:pt x="477" y="1328"/>
                  </a:lnTo>
                  <a:cubicBezTo>
                    <a:pt x="527" y="1018"/>
                    <a:pt x="751" y="765"/>
                    <a:pt x="1047" y="679"/>
                  </a:cubicBezTo>
                  <a:lnTo>
                    <a:pt x="1047" y="845"/>
                  </a:lnTo>
                  <a:lnTo>
                    <a:pt x="1458" y="433"/>
                  </a:lnTo>
                  <a:lnTo>
                    <a:pt x="1047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69"/>
            <p:cNvSpPr/>
            <p:nvPr/>
          </p:nvSpPr>
          <p:spPr>
            <a:xfrm>
              <a:off x="4750475" y="1369025"/>
              <a:ext cx="36450" cy="33375"/>
            </a:xfrm>
            <a:custGeom>
              <a:avLst/>
              <a:gdLst/>
              <a:ahLst/>
              <a:cxnLst/>
              <a:rect l="l" t="t" r="r" b="b"/>
              <a:pathLst>
                <a:path w="1458" h="1335" extrusionOk="0">
                  <a:moveTo>
                    <a:pt x="974" y="0"/>
                  </a:moveTo>
                  <a:cubicBezTo>
                    <a:pt x="931" y="311"/>
                    <a:pt x="707" y="570"/>
                    <a:pt x="404" y="657"/>
                  </a:cubicBezTo>
                  <a:lnTo>
                    <a:pt x="404" y="491"/>
                  </a:lnTo>
                  <a:lnTo>
                    <a:pt x="0" y="902"/>
                  </a:lnTo>
                  <a:lnTo>
                    <a:pt x="404" y="1335"/>
                  </a:lnTo>
                  <a:lnTo>
                    <a:pt x="404" y="1140"/>
                  </a:lnTo>
                  <a:cubicBezTo>
                    <a:pt x="967" y="1039"/>
                    <a:pt x="1400" y="577"/>
                    <a:pt x="1457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87" name="Google Shape;887;p69"/>
          <p:cNvGrpSpPr/>
          <p:nvPr/>
        </p:nvGrpSpPr>
        <p:grpSpPr>
          <a:xfrm>
            <a:off x="7677367" y="3124364"/>
            <a:ext cx="667879" cy="667865"/>
            <a:chOff x="4820425" y="1329900"/>
            <a:chExt cx="70175" cy="70350"/>
          </a:xfrm>
        </p:grpSpPr>
        <p:sp>
          <p:nvSpPr>
            <p:cNvPr id="888" name="Google Shape;888;p69"/>
            <p:cNvSpPr/>
            <p:nvPr/>
          </p:nvSpPr>
          <p:spPr>
            <a:xfrm>
              <a:off x="4862975" y="1335475"/>
              <a:ext cx="27625" cy="34650"/>
            </a:xfrm>
            <a:custGeom>
              <a:avLst/>
              <a:gdLst/>
              <a:ahLst/>
              <a:cxnLst/>
              <a:rect l="l" t="t" r="r" b="b"/>
              <a:pathLst>
                <a:path w="1105" h="1386" extrusionOk="0">
                  <a:moveTo>
                    <a:pt x="1" y="1"/>
                  </a:moveTo>
                  <a:lnTo>
                    <a:pt x="1" y="491"/>
                  </a:lnTo>
                  <a:cubicBezTo>
                    <a:pt x="217" y="585"/>
                    <a:pt x="376" y="765"/>
                    <a:pt x="441" y="989"/>
                  </a:cubicBezTo>
                  <a:lnTo>
                    <a:pt x="275" y="989"/>
                  </a:lnTo>
                  <a:lnTo>
                    <a:pt x="679" y="1386"/>
                  </a:lnTo>
                  <a:lnTo>
                    <a:pt x="1104" y="989"/>
                  </a:lnTo>
                  <a:lnTo>
                    <a:pt x="917" y="989"/>
                  </a:lnTo>
                  <a:cubicBezTo>
                    <a:pt x="830" y="513"/>
                    <a:pt x="470" y="123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69"/>
            <p:cNvSpPr/>
            <p:nvPr/>
          </p:nvSpPr>
          <p:spPr>
            <a:xfrm>
              <a:off x="4820425" y="1360000"/>
              <a:ext cx="27625" cy="34650"/>
            </a:xfrm>
            <a:custGeom>
              <a:avLst/>
              <a:gdLst/>
              <a:ahLst/>
              <a:cxnLst/>
              <a:rect l="l" t="t" r="r" b="b"/>
              <a:pathLst>
                <a:path w="1105" h="1386" extrusionOk="0">
                  <a:moveTo>
                    <a:pt x="426" y="1"/>
                  </a:moveTo>
                  <a:lnTo>
                    <a:pt x="1" y="397"/>
                  </a:lnTo>
                  <a:lnTo>
                    <a:pt x="188" y="397"/>
                  </a:lnTo>
                  <a:cubicBezTo>
                    <a:pt x="275" y="873"/>
                    <a:pt x="628" y="1263"/>
                    <a:pt x="1097" y="1386"/>
                  </a:cubicBezTo>
                  <a:lnTo>
                    <a:pt x="1104" y="895"/>
                  </a:lnTo>
                  <a:cubicBezTo>
                    <a:pt x="888" y="801"/>
                    <a:pt x="729" y="621"/>
                    <a:pt x="664" y="397"/>
                  </a:cubicBezTo>
                  <a:lnTo>
                    <a:pt x="830" y="397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69"/>
            <p:cNvSpPr/>
            <p:nvPr/>
          </p:nvSpPr>
          <p:spPr>
            <a:xfrm>
              <a:off x="4850375" y="1372800"/>
              <a:ext cx="34625" cy="27450"/>
            </a:xfrm>
            <a:custGeom>
              <a:avLst/>
              <a:gdLst/>
              <a:ahLst/>
              <a:cxnLst/>
              <a:rect l="l" t="t" r="r" b="b"/>
              <a:pathLst>
                <a:path w="1385" h="1098" extrusionOk="0">
                  <a:moveTo>
                    <a:pt x="894" y="1"/>
                  </a:moveTo>
                  <a:cubicBezTo>
                    <a:pt x="801" y="210"/>
                    <a:pt x="620" y="369"/>
                    <a:pt x="397" y="434"/>
                  </a:cubicBezTo>
                  <a:lnTo>
                    <a:pt x="397" y="275"/>
                  </a:lnTo>
                  <a:lnTo>
                    <a:pt x="0" y="672"/>
                  </a:lnTo>
                  <a:lnTo>
                    <a:pt x="397" y="1097"/>
                  </a:lnTo>
                  <a:lnTo>
                    <a:pt x="397" y="910"/>
                  </a:lnTo>
                  <a:cubicBezTo>
                    <a:pt x="873" y="823"/>
                    <a:pt x="1262" y="470"/>
                    <a:pt x="1385" y="1"/>
                  </a:cubicBez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69"/>
            <p:cNvSpPr/>
            <p:nvPr/>
          </p:nvSpPr>
          <p:spPr>
            <a:xfrm>
              <a:off x="4825850" y="1329900"/>
              <a:ext cx="34625" cy="27975"/>
            </a:xfrm>
            <a:custGeom>
              <a:avLst/>
              <a:gdLst/>
              <a:ahLst/>
              <a:cxnLst/>
              <a:rect l="l" t="t" r="r" b="b"/>
              <a:pathLst>
                <a:path w="1385" h="1119" extrusionOk="0">
                  <a:moveTo>
                    <a:pt x="988" y="0"/>
                  </a:moveTo>
                  <a:lnTo>
                    <a:pt x="988" y="188"/>
                  </a:lnTo>
                  <a:cubicBezTo>
                    <a:pt x="505" y="274"/>
                    <a:pt x="123" y="635"/>
                    <a:pt x="0" y="1118"/>
                  </a:cubicBezTo>
                  <a:lnTo>
                    <a:pt x="491" y="1118"/>
                  </a:lnTo>
                  <a:cubicBezTo>
                    <a:pt x="584" y="895"/>
                    <a:pt x="765" y="729"/>
                    <a:pt x="995" y="664"/>
                  </a:cubicBezTo>
                  <a:lnTo>
                    <a:pt x="995" y="830"/>
                  </a:lnTo>
                  <a:lnTo>
                    <a:pt x="1385" y="426"/>
                  </a:lnTo>
                  <a:lnTo>
                    <a:pt x="988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92" name="Google Shape;892;p69"/>
          <p:cNvGrpSpPr/>
          <p:nvPr/>
        </p:nvGrpSpPr>
        <p:grpSpPr>
          <a:xfrm>
            <a:off x="8547532" y="3140083"/>
            <a:ext cx="717513" cy="657492"/>
            <a:chOff x="4903200" y="1331525"/>
            <a:chExt cx="73575" cy="67425"/>
          </a:xfrm>
        </p:grpSpPr>
        <p:sp>
          <p:nvSpPr>
            <p:cNvPr id="893" name="Google Shape;893;p69"/>
            <p:cNvSpPr/>
            <p:nvPr/>
          </p:nvSpPr>
          <p:spPr>
            <a:xfrm>
              <a:off x="4903200" y="1331525"/>
              <a:ext cx="73575" cy="67425"/>
            </a:xfrm>
            <a:custGeom>
              <a:avLst/>
              <a:gdLst/>
              <a:ahLst/>
              <a:cxnLst/>
              <a:rect l="l" t="t" r="r" b="b"/>
              <a:pathLst>
                <a:path w="2943" h="2697" extrusionOk="0">
                  <a:moveTo>
                    <a:pt x="1652" y="0"/>
                  </a:moveTo>
                  <a:lnTo>
                    <a:pt x="1652" y="173"/>
                  </a:lnTo>
                  <a:cubicBezTo>
                    <a:pt x="534" y="195"/>
                    <a:pt x="0" y="1551"/>
                    <a:pt x="794" y="2330"/>
                  </a:cubicBezTo>
                  <a:cubicBezTo>
                    <a:pt x="1051" y="2583"/>
                    <a:pt x="1366" y="2696"/>
                    <a:pt x="1674" y="2696"/>
                  </a:cubicBezTo>
                  <a:cubicBezTo>
                    <a:pt x="2323" y="2696"/>
                    <a:pt x="2943" y="2194"/>
                    <a:pt x="2943" y="1435"/>
                  </a:cubicBezTo>
                  <a:lnTo>
                    <a:pt x="2503" y="1435"/>
                  </a:lnTo>
                  <a:cubicBezTo>
                    <a:pt x="2503" y="1928"/>
                    <a:pt x="2093" y="2259"/>
                    <a:pt x="1668" y="2259"/>
                  </a:cubicBezTo>
                  <a:cubicBezTo>
                    <a:pt x="1470" y="2259"/>
                    <a:pt x="1269" y="2187"/>
                    <a:pt x="1104" y="2027"/>
                  </a:cubicBezTo>
                  <a:cubicBezTo>
                    <a:pt x="577" y="1515"/>
                    <a:pt x="923" y="628"/>
                    <a:pt x="1652" y="613"/>
                  </a:cubicBezTo>
                  <a:lnTo>
                    <a:pt x="1652" y="765"/>
                  </a:lnTo>
                  <a:lnTo>
                    <a:pt x="2020" y="390"/>
                  </a:lnTo>
                  <a:lnTo>
                    <a:pt x="1652" y="0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69"/>
            <p:cNvSpPr/>
            <p:nvPr/>
          </p:nvSpPr>
          <p:spPr>
            <a:xfrm>
              <a:off x="4930250" y="1353150"/>
              <a:ext cx="29775" cy="32475"/>
            </a:xfrm>
            <a:custGeom>
              <a:avLst/>
              <a:gdLst/>
              <a:ahLst/>
              <a:cxnLst/>
              <a:rect l="l" t="t" r="r" b="b"/>
              <a:pathLst>
                <a:path w="1191" h="1299" extrusionOk="0">
                  <a:moveTo>
                    <a:pt x="592" y="1"/>
                  </a:moveTo>
                  <a:cubicBezTo>
                    <a:pt x="274" y="1"/>
                    <a:pt x="15" y="246"/>
                    <a:pt x="0" y="570"/>
                  </a:cubicBezTo>
                  <a:lnTo>
                    <a:pt x="447" y="570"/>
                  </a:lnTo>
                  <a:cubicBezTo>
                    <a:pt x="447" y="479"/>
                    <a:pt x="519" y="416"/>
                    <a:pt x="597" y="416"/>
                  </a:cubicBezTo>
                  <a:cubicBezTo>
                    <a:pt x="624" y="416"/>
                    <a:pt x="652" y="424"/>
                    <a:pt x="678" y="441"/>
                  </a:cubicBezTo>
                  <a:cubicBezTo>
                    <a:pt x="779" y="506"/>
                    <a:pt x="765" y="657"/>
                    <a:pt x="656" y="707"/>
                  </a:cubicBezTo>
                  <a:lnTo>
                    <a:pt x="656" y="534"/>
                  </a:lnTo>
                  <a:lnTo>
                    <a:pt x="289" y="902"/>
                  </a:lnTo>
                  <a:lnTo>
                    <a:pt x="656" y="1299"/>
                  </a:lnTo>
                  <a:lnTo>
                    <a:pt x="656" y="1155"/>
                  </a:lnTo>
                  <a:cubicBezTo>
                    <a:pt x="959" y="1126"/>
                    <a:pt x="1190" y="873"/>
                    <a:pt x="1190" y="570"/>
                  </a:cubicBezTo>
                  <a:cubicBezTo>
                    <a:pt x="1176" y="246"/>
                    <a:pt x="916" y="1"/>
                    <a:pt x="59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95" name="Google Shape;895;p69"/>
          <p:cNvGrpSpPr/>
          <p:nvPr/>
        </p:nvGrpSpPr>
        <p:grpSpPr>
          <a:xfrm>
            <a:off x="7560799" y="4129387"/>
            <a:ext cx="726084" cy="682527"/>
            <a:chOff x="4815575" y="1416800"/>
            <a:chExt cx="73750" cy="71400"/>
          </a:xfrm>
        </p:grpSpPr>
        <p:sp>
          <p:nvSpPr>
            <p:cNvPr id="896" name="Google Shape;896;p69"/>
            <p:cNvSpPr/>
            <p:nvPr/>
          </p:nvSpPr>
          <p:spPr>
            <a:xfrm>
              <a:off x="4815575" y="1416800"/>
              <a:ext cx="43100" cy="52150"/>
            </a:xfrm>
            <a:custGeom>
              <a:avLst/>
              <a:gdLst/>
              <a:ahLst/>
              <a:cxnLst/>
              <a:rect l="l" t="t" r="r" b="b"/>
              <a:pathLst>
                <a:path w="1724" h="2086" extrusionOk="0">
                  <a:moveTo>
                    <a:pt x="1327" y="1"/>
                  </a:moveTo>
                  <a:lnTo>
                    <a:pt x="1327" y="181"/>
                  </a:lnTo>
                  <a:cubicBezTo>
                    <a:pt x="469" y="361"/>
                    <a:pt x="0" y="1299"/>
                    <a:pt x="375" y="2085"/>
                  </a:cubicBezTo>
                  <a:lnTo>
                    <a:pt x="772" y="1818"/>
                  </a:lnTo>
                  <a:cubicBezTo>
                    <a:pt x="729" y="1717"/>
                    <a:pt x="707" y="1609"/>
                    <a:pt x="707" y="1501"/>
                  </a:cubicBezTo>
                  <a:cubicBezTo>
                    <a:pt x="714" y="1111"/>
                    <a:pt x="959" y="772"/>
                    <a:pt x="1327" y="657"/>
                  </a:cubicBezTo>
                  <a:lnTo>
                    <a:pt x="1327" y="823"/>
                  </a:lnTo>
                  <a:lnTo>
                    <a:pt x="1724" y="426"/>
                  </a:lnTo>
                  <a:lnTo>
                    <a:pt x="1327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69"/>
            <p:cNvSpPr/>
            <p:nvPr/>
          </p:nvSpPr>
          <p:spPr>
            <a:xfrm>
              <a:off x="4861725" y="1421125"/>
              <a:ext cx="27600" cy="51250"/>
            </a:xfrm>
            <a:custGeom>
              <a:avLst/>
              <a:gdLst/>
              <a:ahLst/>
              <a:cxnLst/>
              <a:rect l="l" t="t" r="r" b="b"/>
              <a:pathLst>
                <a:path w="1104" h="2050" extrusionOk="0">
                  <a:moveTo>
                    <a:pt x="0" y="1"/>
                  </a:moveTo>
                  <a:lnTo>
                    <a:pt x="0" y="477"/>
                  </a:lnTo>
                  <a:cubicBezTo>
                    <a:pt x="375" y="592"/>
                    <a:pt x="635" y="938"/>
                    <a:pt x="635" y="1328"/>
                  </a:cubicBezTo>
                  <a:cubicBezTo>
                    <a:pt x="635" y="1429"/>
                    <a:pt x="621" y="1530"/>
                    <a:pt x="585" y="1624"/>
                  </a:cubicBezTo>
                  <a:lnTo>
                    <a:pt x="404" y="1494"/>
                  </a:lnTo>
                  <a:lnTo>
                    <a:pt x="513" y="2049"/>
                  </a:lnTo>
                  <a:lnTo>
                    <a:pt x="1089" y="1963"/>
                  </a:lnTo>
                  <a:lnTo>
                    <a:pt x="981" y="1883"/>
                  </a:lnTo>
                  <a:cubicBezTo>
                    <a:pt x="1061" y="1710"/>
                    <a:pt x="1104" y="1523"/>
                    <a:pt x="1104" y="1328"/>
                  </a:cubicBezTo>
                  <a:cubicBezTo>
                    <a:pt x="1104" y="679"/>
                    <a:pt x="635" y="123"/>
                    <a:pt x="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69"/>
            <p:cNvSpPr/>
            <p:nvPr/>
          </p:nvSpPr>
          <p:spPr>
            <a:xfrm>
              <a:off x="4829450" y="1467825"/>
              <a:ext cx="49250" cy="20375"/>
            </a:xfrm>
            <a:custGeom>
              <a:avLst/>
              <a:gdLst/>
              <a:ahLst/>
              <a:cxnLst/>
              <a:rect l="l" t="t" r="r" b="b"/>
              <a:pathLst>
                <a:path w="1970" h="815" extrusionOk="0">
                  <a:moveTo>
                    <a:pt x="109" y="1"/>
                  </a:moveTo>
                  <a:lnTo>
                    <a:pt x="0" y="556"/>
                  </a:lnTo>
                  <a:lnTo>
                    <a:pt x="137" y="462"/>
                  </a:lnTo>
                  <a:cubicBezTo>
                    <a:pt x="394" y="698"/>
                    <a:pt x="720" y="815"/>
                    <a:pt x="1045" y="815"/>
                  </a:cubicBezTo>
                  <a:cubicBezTo>
                    <a:pt x="1378" y="815"/>
                    <a:pt x="1710" y="692"/>
                    <a:pt x="1969" y="448"/>
                  </a:cubicBezTo>
                  <a:lnTo>
                    <a:pt x="1969" y="441"/>
                  </a:lnTo>
                  <a:lnTo>
                    <a:pt x="1573" y="174"/>
                  </a:lnTo>
                  <a:cubicBezTo>
                    <a:pt x="1418" y="292"/>
                    <a:pt x="1232" y="352"/>
                    <a:pt x="1046" y="352"/>
                  </a:cubicBezTo>
                  <a:cubicBezTo>
                    <a:pt x="868" y="352"/>
                    <a:pt x="689" y="297"/>
                    <a:pt x="534" y="188"/>
                  </a:cubicBezTo>
                  <a:lnTo>
                    <a:pt x="678" y="95"/>
                  </a:lnTo>
                  <a:lnTo>
                    <a:pt x="10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99" name="Google Shape;899;p69"/>
          <p:cNvGrpSpPr/>
          <p:nvPr/>
        </p:nvGrpSpPr>
        <p:grpSpPr>
          <a:xfrm>
            <a:off x="8489632" y="4128995"/>
            <a:ext cx="803885" cy="683303"/>
            <a:chOff x="4902475" y="1418875"/>
            <a:chExt cx="74500" cy="63775"/>
          </a:xfrm>
        </p:grpSpPr>
        <p:sp>
          <p:nvSpPr>
            <p:cNvPr id="900" name="Google Shape;900;p69"/>
            <p:cNvSpPr/>
            <p:nvPr/>
          </p:nvSpPr>
          <p:spPr>
            <a:xfrm>
              <a:off x="4902475" y="1418875"/>
              <a:ext cx="74500" cy="63775"/>
            </a:xfrm>
            <a:custGeom>
              <a:avLst/>
              <a:gdLst/>
              <a:ahLst/>
              <a:cxnLst/>
              <a:rect l="l" t="t" r="r" b="b"/>
              <a:pathLst>
                <a:path w="2980" h="2551" extrusionOk="0">
                  <a:moveTo>
                    <a:pt x="1703" y="444"/>
                  </a:moveTo>
                  <a:cubicBezTo>
                    <a:pt x="2164" y="444"/>
                    <a:pt x="2539" y="819"/>
                    <a:pt x="2539" y="1281"/>
                  </a:cubicBezTo>
                  <a:cubicBezTo>
                    <a:pt x="2539" y="1784"/>
                    <a:pt x="2126" y="2118"/>
                    <a:pt x="1695" y="2118"/>
                  </a:cubicBezTo>
                  <a:cubicBezTo>
                    <a:pt x="1490" y="2118"/>
                    <a:pt x="1281" y="2042"/>
                    <a:pt x="1111" y="1872"/>
                  </a:cubicBezTo>
                  <a:cubicBezTo>
                    <a:pt x="585" y="1346"/>
                    <a:pt x="960" y="444"/>
                    <a:pt x="1703" y="444"/>
                  </a:cubicBezTo>
                  <a:close/>
                  <a:moveTo>
                    <a:pt x="1697" y="0"/>
                  </a:moveTo>
                  <a:cubicBezTo>
                    <a:pt x="1383" y="0"/>
                    <a:pt x="1063" y="118"/>
                    <a:pt x="801" y="379"/>
                  </a:cubicBezTo>
                  <a:cubicBezTo>
                    <a:pt x="0" y="1180"/>
                    <a:pt x="570" y="2550"/>
                    <a:pt x="1703" y="2550"/>
                  </a:cubicBezTo>
                  <a:cubicBezTo>
                    <a:pt x="2409" y="2550"/>
                    <a:pt x="2979" y="1980"/>
                    <a:pt x="2979" y="1281"/>
                  </a:cubicBezTo>
                  <a:cubicBezTo>
                    <a:pt x="2979" y="510"/>
                    <a:pt x="2353" y="0"/>
                    <a:pt x="1697" y="0"/>
                  </a:cubicBez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69"/>
            <p:cNvSpPr/>
            <p:nvPr/>
          </p:nvSpPr>
          <p:spPr>
            <a:xfrm>
              <a:off x="4916811" y="1418975"/>
              <a:ext cx="59725" cy="63675"/>
            </a:xfrm>
            <a:custGeom>
              <a:avLst/>
              <a:gdLst/>
              <a:ahLst/>
              <a:cxnLst/>
              <a:rect l="l" t="t" r="r" b="b"/>
              <a:pathLst>
                <a:path w="2389" h="2547" extrusionOk="0">
                  <a:moveTo>
                    <a:pt x="1148" y="0"/>
                  </a:moveTo>
                  <a:cubicBezTo>
                    <a:pt x="765" y="0"/>
                    <a:pt x="397" y="173"/>
                    <a:pt x="159" y="476"/>
                  </a:cubicBezTo>
                  <a:lnTo>
                    <a:pt x="1" y="354"/>
                  </a:lnTo>
                  <a:lnTo>
                    <a:pt x="116" y="967"/>
                  </a:lnTo>
                  <a:lnTo>
                    <a:pt x="700" y="909"/>
                  </a:lnTo>
                  <a:lnTo>
                    <a:pt x="498" y="750"/>
                  </a:lnTo>
                  <a:cubicBezTo>
                    <a:pt x="669" y="541"/>
                    <a:pt x="910" y="441"/>
                    <a:pt x="1149" y="441"/>
                  </a:cubicBezTo>
                  <a:cubicBezTo>
                    <a:pt x="1454" y="441"/>
                    <a:pt x="1755" y="605"/>
                    <a:pt x="1905" y="916"/>
                  </a:cubicBezTo>
                  <a:cubicBezTo>
                    <a:pt x="2165" y="1472"/>
                    <a:pt x="1768" y="2106"/>
                    <a:pt x="1148" y="2106"/>
                  </a:cubicBezTo>
                  <a:lnTo>
                    <a:pt x="1148" y="2546"/>
                  </a:lnTo>
                  <a:cubicBezTo>
                    <a:pt x="1840" y="2532"/>
                    <a:pt x="2388" y="1962"/>
                    <a:pt x="2388" y="1277"/>
                  </a:cubicBezTo>
                  <a:cubicBezTo>
                    <a:pt x="2388" y="584"/>
                    <a:pt x="1840" y="22"/>
                    <a:pt x="1148" y="0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02" name="Google Shape;902;p69"/>
          <p:cNvGrpSpPr/>
          <p:nvPr/>
        </p:nvGrpSpPr>
        <p:grpSpPr>
          <a:xfrm>
            <a:off x="7710795" y="5114647"/>
            <a:ext cx="687188" cy="700932"/>
            <a:chOff x="4818100" y="1507675"/>
            <a:chExt cx="71225" cy="71625"/>
          </a:xfrm>
        </p:grpSpPr>
        <p:sp>
          <p:nvSpPr>
            <p:cNvPr id="903" name="Google Shape;903;p69"/>
            <p:cNvSpPr/>
            <p:nvPr/>
          </p:nvSpPr>
          <p:spPr>
            <a:xfrm>
              <a:off x="4818100" y="1507675"/>
              <a:ext cx="46000" cy="56300"/>
            </a:xfrm>
            <a:custGeom>
              <a:avLst/>
              <a:gdLst/>
              <a:ahLst/>
              <a:cxnLst/>
              <a:rect l="l" t="t" r="r" b="b"/>
              <a:pathLst>
                <a:path w="1840" h="2252" extrusionOk="0">
                  <a:moveTo>
                    <a:pt x="1457" y="1"/>
                  </a:moveTo>
                  <a:lnTo>
                    <a:pt x="1457" y="159"/>
                  </a:lnTo>
                  <a:cubicBezTo>
                    <a:pt x="606" y="188"/>
                    <a:pt x="0" y="989"/>
                    <a:pt x="195" y="1818"/>
                  </a:cubicBezTo>
                  <a:cubicBezTo>
                    <a:pt x="188" y="1818"/>
                    <a:pt x="188" y="1825"/>
                    <a:pt x="188" y="1833"/>
                  </a:cubicBezTo>
                  <a:lnTo>
                    <a:pt x="195" y="1869"/>
                  </a:lnTo>
                  <a:cubicBezTo>
                    <a:pt x="195" y="1876"/>
                    <a:pt x="202" y="1883"/>
                    <a:pt x="202" y="1898"/>
                  </a:cubicBezTo>
                  <a:cubicBezTo>
                    <a:pt x="202" y="1905"/>
                    <a:pt x="209" y="1912"/>
                    <a:pt x="209" y="1919"/>
                  </a:cubicBezTo>
                  <a:cubicBezTo>
                    <a:pt x="209" y="1934"/>
                    <a:pt x="216" y="1948"/>
                    <a:pt x="224" y="1955"/>
                  </a:cubicBezTo>
                  <a:lnTo>
                    <a:pt x="231" y="1977"/>
                  </a:lnTo>
                  <a:cubicBezTo>
                    <a:pt x="245" y="2013"/>
                    <a:pt x="260" y="2056"/>
                    <a:pt x="274" y="2092"/>
                  </a:cubicBezTo>
                  <a:lnTo>
                    <a:pt x="281" y="2100"/>
                  </a:lnTo>
                  <a:cubicBezTo>
                    <a:pt x="289" y="2114"/>
                    <a:pt x="296" y="2128"/>
                    <a:pt x="303" y="2143"/>
                  </a:cubicBezTo>
                  <a:lnTo>
                    <a:pt x="317" y="2157"/>
                  </a:lnTo>
                  <a:cubicBezTo>
                    <a:pt x="317" y="2172"/>
                    <a:pt x="325" y="2186"/>
                    <a:pt x="332" y="2201"/>
                  </a:cubicBezTo>
                  <a:lnTo>
                    <a:pt x="346" y="2215"/>
                  </a:lnTo>
                  <a:cubicBezTo>
                    <a:pt x="353" y="2229"/>
                    <a:pt x="361" y="2237"/>
                    <a:pt x="368" y="2251"/>
                  </a:cubicBezTo>
                  <a:lnTo>
                    <a:pt x="743" y="1970"/>
                  </a:lnTo>
                  <a:lnTo>
                    <a:pt x="721" y="1934"/>
                  </a:lnTo>
                  <a:lnTo>
                    <a:pt x="700" y="1898"/>
                  </a:lnTo>
                  <a:lnTo>
                    <a:pt x="692" y="1883"/>
                  </a:lnTo>
                  <a:cubicBezTo>
                    <a:pt x="685" y="1862"/>
                    <a:pt x="678" y="1847"/>
                    <a:pt x="671" y="1825"/>
                  </a:cubicBezTo>
                  <a:cubicBezTo>
                    <a:pt x="671" y="1818"/>
                    <a:pt x="664" y="1811"/>
                    <a:pt x="664" y="1804"/>
                  </a:cubicBezTo>
                  <a:cubicBezTo>
                    <a:pt x="664" y="1797"/>
                    <a:pt x="656" y="1782"/>
                    <a:pt x="649" y="1775"/>
                  </a:cubicBezTo>
                  <a:lnTo>
                    <a:pt x="642" y="1732"/>
                  </a:lnTo>
                  <a:lnTo>
                    <a:pt x="635" y="1703"/>
                  </a:lnTo>
                  <a:lnTo>
                    <a:pt x="628" y="1667"/>
                  </a:lnTo>
                  <a:lnTo>
                    <a:pt x="628" y="1645"/>
                  </a:lnTo>
                  <a:cubicBezTo>
                    <a:pt x="628" y="1638"/>
                    <a:pt x="620" y="1609"/>
                    <a:pt x="620" y="1587"/>
                  </a:cubicBezTo>
                  <a:lnTo>
                    <a:pt x="620" y="1573"/>
                  </a:lnTo>
                  <a:lnTo>
                    <a:pt x="620" y="1508"/>
                  </a:lnTo>
                  <a:cubicBezTo>
                    <a:pt x="620" y="1039"/>
                    <a:pt x="988" y="650"/>
                    <a:pt x="1457" y="628"/>
                  </a:cubicBezTo>
                  <a:lnTo>
                    <a:pt x="1457" y="809"/>
                  </a:lnTo>
                  <a:lnTo>
                    <a:pt x="1839" y="419"/>
                  </a:lnTo>
                  <a:lnTo>
                    <a:pt x="1457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69"/>
            <p:cNvSpPr/>
            <p:nvPr/>
          </p:nvSpPr>
          <p:spPr>
            <a:xfrm>
              <a:off x="4869825" y="1519575"/>
              <a:ext cx="19500" cy="23825"/>
            </a:xfrm>
            <a:custGeom>
              <a:avLst/>
              <a:gdLst/>
              <a:ahLst/>
              <a:cxnLst/>
              <a:rect l="l" t="t" r="r" b="b"/>
              <a:pathLst>
                <a:path w="780" h="953" extrusionOk="0">
                  <a:moveTo>
                    <a:pt x="304" y="1"/>
                  </a:moveTo>
                  <a:lnTo>
                    <a:pt x="1" y="354"/>
                  </a:lnTo>
                  <a:cubicBezTo>
                    <a:pt x="181" y="506"/>
                    <a:pt x="289" y="722"/>
                    <a:pt x="311" y="953"/>
                  </a:cubicBezTo>
                  <a:lnTo>
                    <a:pt x="780" y="953"/>
                  </a:lnTo>
                  <a:cubicBezTo>
                    <a:pt x="751" y="585"/>
                    <a:pt x="585" y="239"/>
                    <a:pt x="304" y="1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69"/>
            <p:cNvSpPr/>
            <p:nvPr/>
          </p:nvSpPr>
          <p:spPr>
            <a:xfrm>
              <a:off x="4857575" y="1547700"/>
              <a:ext cx="31575" cy="31600"/>
            </a:xfrm>
            <a:custGeom>
              <a:avLst/>
              <a:gdLst/>
              <a:ahLst/>
              <a:cxnLst/>
              <a:rect l="l" t="t" r="r" b="b"/>
              <a:pathLst>
                <a:path w="1263" h="1264" extrusionOk="0">
                  <a:moveTo>
                    <a:pt x="801" y="1"/>
                  </a:moveTo>
                  <a:cubicBezTo>
                    <a:pt x="758" y="419"/>
                    <a:pt x="426" y="751"/>
                    <a:pt x="1" y="794"/>
                  </a:cubicBezTo>
                  <a:lnTo>
                    <a:pt x="1" y="1263"/>
                  </a:lnTo>
                  <a:cubicBezTo>
                    <a:pt x="679" y="1213"/>
                    <a:pt x="1219" y="679"/>
                    <a:pt x="12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69"/>
            <p:cNvSpPr/>
            <p:nvPr/>
          </p:nvSpPr>
          <p:spPr>
            <a:xfrm>
              <a:off x="4829800" y="1560150"/>
              <a:ext cx="23650" cy="18950"/>
            </a:xfrm>
            <a:custGeom>
              <a:avLst/>
              <a:gdLst/>
              <a:ahLst/>
              <a:cxnLst/>
              <a:rect l="l" t="t" r="r" b="b"/>
              <a:pathLst>
                <a:path w="946" h="758" extrusionOk="0">
                  <a:moveTo>
                    <a:pt x="376" y="1"/>
                  </a:moveTo>
                  <a:lnTo>
                    <a:pt x="1" y="282"/>
                  </a:lnTo>
                  <a:cubicBezTo>
                    <a:pt x="239" y="563"/>
                    <a:pt x="578" y="736"/>
                    <a:pt x="946" y="758"/>
                  </a:cubicBezTo>
                  <a:lnTo>
                    <a:pt x="946" y="289"/>
                  </a:lnTo>
                  <a:cubicBezTo>
                    <a:pt x="722" y="267"/>
                    <a:pt x="520" y="166"/>
                    <a:pt x="37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07" name="Google Shape;907;p69"/>
          <p:cNvGrpSpPr/>
          <p:nvPr/>
        </p:nvGrpSpPr>
        <p:grpSpPr>
          <a:xfrm>
            <a:off x="6828265" y="5143357"/>
            <a:ext cx="697275" cy="653159"/>
            <a:chOff x="4721450" y="1509475"/>
            <a:chExt cx="79350" cy="74325"/>
          </a:xfrm>
        </p:grpSpPr>
        <p:sp>
          <p:nvSpPr>
            <p:cNvPr id="908" name="Google Shape;908;p69"/>
            <p:cNvSpPr/>
            <p:nvPr/>
          </p:nvSpPr>
          <p:spPr>
            <a:xfrm>
              <a:off x="4729025" y="1509475"/>
              <a:ext cx="27050" cy="26725"/>
            </a:xfrm>
            <a:custGeom>
              <a:avLst/>
              <a:gdLst/>
              <a:ahLst/>
              <a:cxnLst/>
              <a:rect l="l" t="t" r="r" b="b"/>
              <a:pathLst>
                <a:path w="1082" h="1069" extrusionOk="0">
                  <a:moveTo>
                    <a:pt x="440" y="1"/>
                  </a:moveTo>
                  <a:lnTo>
                    <a:pt x="570" y="224"/>
                  </a:lnTo>
                  <a:cubicBezTo>
                    <a:pt x="296" y="405"/>
                    <a:pt x="94" y="672"/>
                    <a:pt x="0" y="989"/>
                  </a:cubicBezTo>
                  <a:lnTo>
                    <a:pt x="188" y="809"/>
                  </a:lnTo>
                  <a:lnTo>
                    <a:pt x="462" y="1068"/>
                  </a:lnTo>
                  <a:cubicBezTo>
                    <a:pt x="527" y="888"/>
                    <a:pt x="649" y="737"/>
                    <a:pt x="808" y="628"/>
                  </a:cubicBezTo>
                  <a:lnTo>
                    <a:pt x="923" y="823"/>
                  </a:lnTo>
                  <a:lnTo>
                    <a:pt x="1082" y="188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69"/>
            <p:cNvSpPr/>
            <p:nvPr/>
          </p:nvSpPr>
          <p:spPr>
            <a:xfrm>
              <a:off x="4721450" y="1533275"/>
              <a:ext cx="32300" cy="42600"/>
            </a:xfrm>
            <a:custGeom>
              <a:avLst/>
              <a:gdLst/>
              <a:ahLst/>
              <a:cxnLst/>
              <a:rect l="l" t="t" r="r" b="b"/>
              <a:pathLst>
                <a:path w="1292" h="1704" extrusionOk="0">
                  <a:moveTo>
                    <a:pt x="491" y="1"/>
                  </a:moveTo>
                  <a:lnTo>
                    <a:pt x="0" y="455"/>
                  </a:lnTo>
                  <a:lnTo>
                    <a:pt x="238" y="455"/>
                  </a:lnTo>
                  <a:cubicBezTo>
                    <a:pt x="253" y="1025"/>
                    <a:pt x="635" y="1530"/>
                    <a:pt x="1183" y="1703"/>
                  </a:cubicBezTo>
                  <a:lnTo>
                    <a:pt x="1024" y="1530"/>
                  </a:lnTo>
                  <a:lnTo>
                    <a:pt x="1291" y="1256"/>
                  </a:lnTo>
                  <a:cubicBezTo>
                    <a:pt x="952" y="1133"/>
                    <a:pt x="721" y="816"/>
                    <a:pt x="707" y="455"/>
                  </a:cubicBezTo>
                  <a:lnTo>
                    <a:pt x="945" y="455"/>
                  </a:lnTo>
                  <a:lnTo>
                    <a:pt x="49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69"/>
            <p:cNvSpPr/>
            <p:nvPr/>
          </p:nvSpPr>
          <p:spPr>
            <a:xfrm>
              <a:off x="4750650" y="1551675"/>
              <a:ext cx="42950" cy="32125"/>
            </a:xfrm>
            <a:custGeom>
              <a:avLst/>
              <a:gdLst/>
              <a:ahLst/>
              <a:cxnLst/>
              <a:rect l="l" t="t" r="r" b="b"/>
              <a:pathLst>
                <a:path w="1718" h="1285" extrusionOk="0">
                  <a:moveTo>
                    <a:pt x="1256" y="1"/>
                  </a:moveTo>
                  <a:cubicBezTo>
                    <a:pt x="1126" y="332"/>
                    <a:pt x="808" y="556"/>
                    <a:pt x="448" y="570"/>
                  </a:cubicBezTo>
                  <a:lnTo>
                    <a:pt x="448" y="340"/>
                  </a:lnTo>
                  <a:lnTo>
                    <a:pt x="1" y="794"/>
                  </a:lnTo>
                  <a:lnTo>
                    <a:pt x="448" y="1284"/>
                  </a:lnTo>
                  <a:lnTo>
                    <a:pt x="448" y="1032"/>
                  </a:lnTo>
                  <a:cubicBezTo>
                    <a:pt x="1039" y="1025"/>
                    <a:pt x="1551" y="635"/>
                    <a:pt x="1717" y="73"/>
                  </a:cubicBezTo>
                  <a:lnTo>
                    <a:pt x="1717" y="73"/>
                  </a:lnTo>
                  <a:lnTo>
                    <a:pt x="1515" y="260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69"/>
            <p:cNvSpPr/>
            <p:nvPr/>
          </p:nvSpPr>
          <p:spPr>
            <a:xfrm>
              <a:off x="4761300" y="1510025"/>
              <a:ext cx="39500" cy="44375"/>
            </a:xfrm>
            <a:custGeom>
              <a:avLst/>
              <a:gdLst/>
              <a:ahLst/>
              <a:cxnLst/>
              <a:rect l="l" t="t" r="r" b="b"/>
              <a:pathLst>
                <a:path w="1580" h="1775" extrusionOk="0">
                  <a:moveTo>
                    <a:pt x="13" y="0"/>
                  </a:moveTo>
                  <a:cubicBezTo>
                    <a:pt x="9" y="0"/>
                    <a:pt x="5" y="0"/>
                    <a:pt x="0" y="0"/>
                  </a:cubicBezTo>
                  <a:lnTo>
                    <a:pt x="0" y="462"/>
                  </a:lnTo>
                  <a:cubicBezTo>
                    <a:pt x="476" y="462"/>
                    <a:pt x="873" y="844"/>
                    <a:pt x="880" y="1328"/>
                  </a:cubicBezTo>
                  <a:lnTo>
                    <a:pt x="635" y="1328"/>
                  </a:lnTo>
                  <a:lnTo>
                    <a:pt x="1089" y="1775"/>
                  </a:lnTo>
                  <a:lnTo>
                    <a:pt x="1580" y="1328"/>
                  </a:lnTo>
                  <a:lnTo>
                    <a:pt x="1349" y="1328"/>
                  </a:lnTo>
                  <a:cubicBezTo>
                    <a:pt x="1335" y="589"/>
                    <a:pt x="743" y="0"/>
                    <a:pt x="13" y="0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12" name="Google Shape;912;p69"/>
          <p:cNvGrpSpPr/>
          <p:nvPr/>
        </p:nvGrpSpPr>
        <p:grpSpPr>
          <a:xfrm>
            <a:off x="8592588" y="5116359"/>
            <a:ext cx="700939" cy="713915"/>
            <a:chOff x="4906800" y="1507500"/>
            <a:chExt cx="70350" cy="71075"/>
          </a:xfrm>
        </p:grpSpPr>
        <p:sp>
          <p:nvSpPr>
            <p:cNvPr id="913" name="Google Shape;913;p69"/>
            <p:cNvSpPr/>
            <p:nvPr/>
          </p:nvSpPr>
          <p:spPr>
            <a:xfrm>
              <a:off x="4916000" y="1507500"/>
              <a:ext cx="30850" cy="24000"/>
            </a:xfrm>
            <a:custGeom>
              <a:avLst/>
              <a:gdLst/>
              <a:ahLst/>
              <a:cxnLst/>
              <a:rect l="l" t="t" r="r" b="b"/>
              <a:pathLst>
                <a:path w="1234" h="960" extrusionOk="0">
                  <a:moveTo>
                    <a:pt x="837" y="1"/>
                  </a:moveTo>
                  <a:lnTo>
                    <a:pt x="837" y="202"/>
                  </a:lnTo>
                  <a:cubicBezTo>
                    <a:pt x="484" y="282"/>
                    <a:pt x="181" y="498"/>
                    <a:pt x="0" y="808"/>
                  </a:cubicBezTo>
                  <a:lnTo>
                    <a:pt x="455" y="960"/>
                  </a:lnTo>
                  <a:cubicBezTo>
                    <a:pt x="556" y="837"/>
                    <a:pt x="686" y="736"/>
                    <a:pt x="837" y="686"/>
                  </a:cubicBezTo>
                  <a:lnTo>
                    <a:pt x="837" y="823"/>
                  </a:lnTo>
                  <a:lnTo>
                    <a:pt x="1234" y="4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69"/>
            <p:cNvSpPr/>
            <p:nvPr/>
          </p:nvSpPr>
          <p:spPr>
            <a:xfrm>
              <a:off x="4906800" y="1533825"/>
              <a:ext cx="19675" cy="32475"/>
            </a:xfrm>
            <a:custGeom>
              <a:avLst/>
              <a:gdLst/>
              <a:ahLst/>
              <a:cxnLst/>
              <a:rect l="l" t="t" r="r" b="b"/>
              <a:pathLst>
                <a:path w="787" h="1299" extrusionOk="0">
                  <a:moveTo>
                    <a:pt x="527" y="1"/>
                  </a:moveTo>
                  <a:lnTo>
                    <a:pt x="1" y="246"/>
                  </a:lnTo>
                  <a:lnTo>
                    <a:pt x="181" y="303"/>
                  </a:lnTo>
                  <a:cubicBezTo>
                    <a:pt x="181" y="347"/>
                    <a:pt x="174" y="390"/>
                    <a:pt x="174" y="433"/>
                  </a:cubicBezTo>
                  <a:cubicBezTo>
                    <a:pt x="174" y="751"/>
                    <a:pt x="289" y="1061"/>
                    <a:pt x="498" y="1299"/>
                  </a:cubicBezTo>
                  <a:lnTo>
                    <a:pt x="787" y="909"/>
                  </a:lnTo>
                  <a:cubicBezTo>
                    <a:pt x="693" y="772"/>
                    <a:pt x="650" y="614"/>
                    <a:pt x="642" y="455"/>
                  </a:cubicBezTo>
                  <a:lnTo>
                    <a:pt x="642" y="455"/>
                  </a:lnTo>
                  <a:lnTo>
                    <a:pt x="787" y="498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69"/>
            <p:cNvSpPr/>
            <p:nvPr/>
          </p:nvSpPr>
          <p:spPr>
            <a:xfrm>
              <a:off x="4926625" y="1561950"/>
              <a:ext cx="30675" cy="16625"/>
            </a:xfrm>
            <a:custGeom>
              <a:avLst/>
              <a:gdLst/>
              <a:ahLst/>
              <a:cxnLst/>
              <a:rect l="l" t="t" r="r" b="b"/>
              <a:pathLst>
                <a:path w="1227" h="665" extrusionOk="0">
                  <a:moveTo>
                    <a:pt x="556" y="1"/>
                  </a:moveTo>
                  <a:lnTo>
                    <a:pt x="1" y="87"/>
                  </a:lnTo>
                  <a:lnTo>
                    <a:pt x="66" y="664"/>
                  </a:lnTo>
                  <a:lnTo>
                    <a:pt x="181" y="513"/>
                  </a:lnTo>
                  <a:cubicBezTo>
                    <a:pt x="347" y="585"/>
                    <a:pt x="526" y="621"/>
                    <a:pt x="704" y="621"/>
                  </a:cubicBezTo>
                  <a:cubicBezTo>
                    <a:pt x="883" y="621"/>
                    <a:pt x="1061" y="585"/>
                    <a:pt x="1227" y="513"/>
                  </a:cubicBezTo>
                  <a:lnTo>
                    <a:pt x="946" y="123"/>
                  </a:lnTo>
                  <a:cubicBezTo>
                    <a:pt x="866" y="149"/>
                    <a:pt x="785" y="161"/>
                    <a:pt x="704" y="161"/>
                  </a:cubicBezTo>
                  <a:cubicBezTo>
                    <a:pt x="623" y="161"/>
                    <a:pt x="542" y="149"/>
                    <a:pt x="462" y="123"/>
                  </a:cubicBezTo>
                  <a:lnTo>
                    <a:pt x="55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69"/>
            <p:cNvSpPr/>
            <p:nvPr/>
          </p:nvSpPr>
          <p:spPr>
            <a:xfrm>
              <a:off x="4957475" y="1541400"/>
              <a:ext cx="19675" cy="27800"/>
            </a:xfrm>
            <a:custGeom>
              <a:avLst/>
              <a:gdLst/>
              <a:ahLst/>
              <a:cxnLst/>
              <a:rect l="l" t="t" r="r" b="b"/>
              <a:pathLst>
                <a:path w="787" h="1112" extrusionOk="0">
                  <a:moveTo>
                    <a:pt x="779" y="0"/>
                  </a:moveTo>
                  <a:lnTo>
                    <a:pt x="318" y="145"/>
                  </a:lnTo>
                  <a:cubicBezTo>
                    <a:pt x="318" y="303"/>
                    <a:pt x="274" y="455"/>
                    <a:pt x="188" y="592"/>
                  </a:cubicBezTo>
                  <a:lnTo>
                    <a:pt x="80" y="448"/>
                  </a:lnTo>
                  <a:lnTo>
                    <a:pt x="0" y="1003"/>
                  </a:lnTo>
                  <a:lnTo>
                    <a:pt x="570" y="1111"/>
                  </a:lnTo>
                  <a:lnTo>
                    <a:pt x="469" y="981"/>
                  </a:lnTo>
                  <a:cubicBezTo>
                    <a:pt x="671" y="743"/>
                    <a:pt x="786" y="440"/>
                    <a:pt x="786" y="130"/>
                  </a:cubicBezTo>
                  <a:cubicBezTo>
                    <a:pt x="786" y="87"/>
                    <a:pt x="786" y="44"/>
                    <a:pt x="7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69"/>
            <p:cNvSpPr/>
            <p:nvPr/>
          </p:nvSpPr>
          <p:spPr>
            <a:xfrm>
              <a:off x="4951325" y="1512550"/>
              <a:ext cx="24925" cy="26350"/>
            </a:xfrm>
            <a:custGeom>
              <a:avLst/>
              <a:gdLst/>
              <a:ahLst/>
              <a:cxnLst/>
              <a:rect l="l" t="t" r="r" b="b"/>
              <a:pathLst>
                <a:path w="997" h="1054" extrusionOk="0">
                  <a:moveTo>
                    <a:pt x="1" y="0"/>
                  </a:moveTo>
                  <a:lnTo>
                    <a:pt x="1" y="476"/>
                  </a:lnTo>
                  <a:cubicBezTo>
                    <a:pt x="145" y="534"/>
                    <a:pt x="282" y="628"/>
                    <a:pt x="376" y="751"/>
                  </a:cubicBezTo>
                  <a:lnTo>
                    <a:pt x="210" y="801"/>
                  </a:lnTo>
                  <a:lnTo>
                    <a:pt x="715" y="1053"/>
                  </a:lnTo>
                  <a:lnTo>
                    <a:pt x="996" y="549"/>
                  </a:lnTo>
                  <a:lnTo>
                    <a:pt x="996" y="549"/>
                  </a:lnTo>
                  <a:lnTo>
                    <a:pt x="838" y="599"/>
                  </a:lnTo>
                  <a:cubicBezTo>
                    <a:pt x="650" y="296"/>
                    <a:pt x="347" y="73"/>
                    <a:pt x="1" y="0"/>
                  </a:cubicBez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18" name="Google Shape;918;p69"/>
          <p:cNvGrpSpPr/>
          <p:nvPr/>
        </p:nvGrpSpPr>
        <p:grpSpPr>
          <a:xfrm>
            <a:off x="5969684" y="3124334"/>
            <a:ext cx="677405" cy="677460"/>
            <a:chOff x="3736598" y="2170606"/>
            <a:chExt cx="404889" cy="404889"/>
          </a:xfrm>
        </p:grpSpPr>
        <p:sp>
          <p:nvSpPr>
            <p:cNvPr id="919" name="Google Shape;919;p69"/>
            <p:cNvSpPr/>
            <p:nvPr/>
          </p:nvSpPr>
          <p:spPr>
            <a:xfrm>
              <a:off x="3950281" y="2170846"/>
              <a:ext cx="191206" cy="231947"/>
            </a:xfrm>
            <a:custGeom>
              <a:avLst/>
              <a:gdLst/>
              <a:ahLst/>
              <a:cxnLst/>
              <a:rect l="l" t="t" r="r" b="b"/>
              <a:pathLst>
                <a:path w="8781" h="10652" extrusionOk="0">
                  <a:moveTo>
                    <a:pt x="23" y="1"/>
                  </a:moveTo>
                  <a:lnTo>
                    <a:pt x="1435" y="2583"/>
                  </a:lnTo>
                  <a:lnTo>
                    <a:pt x="0" y="5246"/>
                  </a:lnTo>
                  <a:cubicBezTo>
                    <a:pt x="1997" y="5498"/>
                    <a:pt x="3512" y="7186"/>
                    <a:pt x="3547" y="9217"/>
                  </a:cubicBezTo>
                  <a:lnTo>
                    <a:pt x="6187" y="10652"/>
                  </a:lnTo>
                  <a:lnTo>
                    <a:pt x="8780" y="9217"/>
                  </a:lnTo>
                  <a:cubicBezTo>
                    <a:pt x="8746" y="4305"/>
                    <a:pt x="4913" y="276"/>
                    <a:pt x="23" y="1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69"/>
            <p:cNvSpPr/>
            <p:nvPr/>
          </p:nvSpPr>
          <p:spPr>
            <a:xfrm>
              <a:off x="3737099" y="2170606"/>
              <a:ext cx="231947" cy="191446"/>
            </a:xfrm>
            <a:custGeom>
              <a:avLst/>
              <a:gdLst/>
              <a:ahLst/>
              <a:cxnLst/>
              <a:rect l="l" t="t" r="r" b="b"/>
              <a:pathLst>
                <a:path w="10652" h="8792" extrusionOk="0">
                  <a:moveTo>
                    <a:pt x="9216" y="0"/>
                  </a:moveTo>
                  <a:cubicBezTo>
                    <a:pt x="4304" y="35"/>
                    <a:pt x="276" y="3868"/>
                    <a:pt x="0" y="8769"/>
                  </a:cubicBezTo>
                  <a:lnTo>
                    <a:pt x="2583" y="7346"/>
                  </a:lnTo>
                  <a:lnTo>
                    <a:pt x="5245" y="8792"/>
                  </a:lnTo>
                  <a:cubicBezTo>
                    <a:pt x="5498" y="6783"/>
                    <a:pt x="7185" y="5268"/>
                    <a:pt x="9216" y="5234"/>
                  </a:cubicBezTo>
                  <a:lnTo>
                    <a:pt x="10651" y="2594"/>
                  </a:lnTo>
                  <a:lnTo>
                    <a:pt x="9216" y="0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69"/>
            <p:cNvSpPr/>
            <p:nvPr/>
          </p:nvSpPr>
          <p:spPr>
            <a:xfrm>
              <a:off x="3909539" y="2384027"/>
              <a:ext cx="231686" cy="191468"/>
            </a:xfrm>
            <a:custGeom>
              <a:avLst/>
              <a:gdLst/>
              <a:ahLst/>
              <a:cxnLst/>
              <a:rect l="l" t="t" r="r" b="b"/>
              <a:pathLst>
                <a:path w="10640" h="8793" extrusionOk="0">
                  <a:moveTo>
                    <a:pt x="5395" y="1"/>
                  </a:moveTo>
                  <a:cubicBezTo>
                    <a:pt x="5142" y="1998"/>
                    <a:pt x="3455" y="3513"/>
                    <a:pt x="1435" y="3559"/>
                  </a:cubicBezTo>
                  <a:lnTo>
                    <a:pt x="0" y="6187"/>
                  </a:lnTo>
                  <a:lnTo>
                    <a:pt x="1424" y="8792"/>
                  </a:lnTo>
                  <a:cubicBezTo>
                    <a:pt x="6324" y="8758"/>
                    <a:pt x="10364" y="4913"/>
                    <a:pt x="10640" y="24"/>
                  </a:cubicBezTo>
                  <a:lnTo>
                    <a:pt x="10640" y="24"/>
                  </a:lnTo>
                  <a:lnTo>
                    <a:pt x="8058" y="1436"/>
                  </a:lnTo>
                  <a:lnTo>
                    <a:pt x="5395" y="1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69"/>
            <p:cNvSpPr/>
            <p:nvPr/>
          </p:nvSpPr>
          <p:spPr>
            <a:xfrm>
              <a:off x="3736598" y="2343307"/>
              <a:ext cx="191707" cy="231686"/>
            </a:xfrm>
            <a:custGeom>
              <a:avLst/>
              <a:gdLst/>
              <a:ahLst/>
              <a:cxnLst/>
              <a:rect l="l" t="t" r="r" b="b"/>
              <a:pathLst>
                <a:path w="8804" h="10640" extrusionOk="0">
                  <a:moveTo>
                    <a:pt x="2606" y="0"/>
                  </a:moveTo>
                  <a:lnTo>
                    <a:pt x="0" y="1435"/>
                  </a:lnTo>
                  <a:cubicBezTo>
                    <a:pt x="46" y="6335"/>
                    <a:pt x="3880" y="10364"/>
                    <a:pt x="8769" y="10639"/>
                  </a:cubicBezTo>
                  <a:lnTo>
                    <a:pt x="7357" y="8057"/>
                  </a:lnTo>
                  <a:lnTo>
                    <a:pt x="8803" y="5394"/>
                  </a:lnTo>
                  <a:cubicBezTo>
                    <a:pt x="6795" y="5142"/>
                    <a:pt x="5280" y="3455"/>
                    <a:pt x="5245" y="1435"/>
                  </a:cubicBezTo>
                  <a:lnTo>
                    <a:pt x="260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23" name="Google Shape;923;p69"/>
          <p:cNvGrpSpPr/>
          <p:nvPr/>
        </p:nvGrpSpPr>
        <p:grpSpPr>
          <a:xfrm>
            <a:off x="5020404" y="3124460"/>
            <a:ext cx="767720" cy="677205"/>
            <a:chOff x="3161917" y="2170682"/>
            <a:chExt cx="458870" cy="404737"/>
          </a:xfrm>
        </p:grpSpPr>
        <p:sp>
          <p:nvSpPr>
            <p:cNvPr id="924" name="Google Shape;924;p69"/>
            <p:cNvSpPr/>
            <p:nvPr/>
          </p:nvSpPr>
          <p:spPr>
            <a:xfrm>
              <a:off x="3161917" y="2170682"/>
              <a:ext cx="277174" cy="291676"/>
            </a:xfrm>
            <a:custGeom>
              <a:avLst/>
              <a:gdLst/>
              <a:ahLst/>
              <a:cxnLst/>
              <a:rect l="l" t="t" r="r" b="b"/>
              <a:pathLst>
                <a:path w="12729" h="13395" extrusionOk="0">
                  <a:moveTo>
                    <a:pt x="11294" y="0"/>
                  </a:moveTo>
                  <a:cubicBezTo>
                    <a:pt x="4442" y="46"/>
                    <a:pt x="0" y="7242"/>
                    <a:pt x="3019" y="13394"/>
                  </a:cubicBezTo>
                  <a:lnTo>
                    <a:pt x="4522" y="10915"/>
                  </a:lnTo>
                  <a:lnTo>
                    <a:pt x="7598" y="10835"/>
                  </a:lnTo>
                  <a:cubicBezTo>
                    <a:pt x="6531" y="8195"/>
                    <a:pt x="8436" y="5291"/>
                    <a:pt x="11294" y="5234"/>
                  </a:cubicBezTo>
                  <a:lnTo>
                    <a:pt x="12729" y="2606"/>
                  </a:lnTo>
                  <a:lnTo>
                    <a:pt x="11294" y="0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69"/>
            <p:cNvSpPr/>
            <p:nvPr/>
          </p:nvSpPr>
          <p:spPr>
            <a:xfrm>
              <a:off x="3420326" y="2170922"/>
              <a:ext cx="200461" cy="302934"/>
            </a:xfrm>
            <a:custGeom>
              <a:avLst/>
              <a:gdLst/>
              <a:ahLst/>
              <a:cxnLst/>
              <a:rect l="l" t="t" r="r" b="b"/>
              <a:pathLst>
                <a:path w="9206" h="13912" extrusionOk="0">
                  <a:moveTo>
                    <a:pt x="24" y="1"/>
                  </a:moveTo>
                  <a:lnTo>
                    <a:pt x="1447" y="2583"/>
                  </a:lnTo>
                  <a:lnTo>
                    <a:pt x="1" y="5246"/>
                  </a:lnTo>
                  <a:cubicBezTo>
                    <a:pt x="2893" y="5602"/>
                    <a:pt x="4488" y="8815"/>
                    <a:pt x="3008" y="11329"/>
                  </a:cubicBezTo>
                  <a:lnTo>
                    <a:pt x="4557" y="13854"/>
                  </a:lnTo>
                  <a:lnTo>
                    <a:pt x="7564" y="13911"/>
                  </a:lnTo>
                  <a:cubicBezTo>
                    <a:pt x="9171" y="11122"/>
                    <a:pt x="9206" y="7691"/>
                    <a:pt x="7679" y="4856"/>
                  </a:cubicBezTo>
                  <a:cubicBezTo>
                    <a:pt x="6141" y="2021"/>
                    <a:pt x="3237" y="184"/>
                    <a:pt x="24" y="1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69"/>
            <p:cNvSpPr/>
            <p:nvPr/>
          </p:nvSpPr>
          <p:spPr>
            <a:xfrm>
              <a:off x="3233645" y="2417594"/>
              <a:ext cx="344393" cy="157825"/>
            </a:xfrm>
            <a:custGeom>
              <a:avLst/>
              <a:gdLst/>
              <a:ahLst/>
              <a:cxnLst/>
              <a:rect l="l" t="t" r="r" b="b"/>
              <a:pathLst>
                <a:path w="15816" h="7248" extrusionOk="0">
                  <a:moveTo>
                    <a:pt x="4557" y="1"/>
                  </a:moveTo>
                  <a:lnTo>
                    <a:pt x="1515" y="81"/>
                  </a:lnTo>
                  <a:lnTo>
                    <a:pt x="0" y="2583"/>
                  </a:lnTo>
                  <a:cubicBezTo>
                    <a:pt x="1607" y="5372"/>
                    <a:pt x="4545" y="7140"/>
                    <a:pt x="7770" y="7243"/>
                  </a:cubicBezTo>
                  <a:cubicBezTo>
                    <a:pt x="7870" y="7246"/>
                    <a:pt x="7970" y="7248"/>
                    <a:pt x="8070" y="7248"/>
                  </a:cubicBezTo>
                  <a:cubicBezTo>
                    <a:pt x="11183" y="7248"/>
                    <a:pt x="14092" y="5691"/>
                    <a:pt x="15816" y="3088"/>
                  </a:cubicBezTo>
                  <a:lnTo>
                    <a:pt x="12832" y="3019"/>
                  </a:lnTo>
                  <a:lnTo>
                    <a:pt x="11260" y="471"/>
                  </a:lnTo>
                  <a:cubicBezTo>
                    <a:pt x="10437" y="1506"/>
                    <a:pt x="9252" y="2011"/>
                    <a:pt x="8072" y="2011"/>
                  </a:cubicBezTo>
                  <a:cubicBezTo>
                    <a:pt x="6699" y="2011"/>
                    <a:pt x="5334" y="1328"/>
                    <a:pt x="455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27" name="Google Shape;927;p69"/>
          <p:cNvGrpSpPr/>
          <p:nvPr/>
        </p:nvGrpSpPr>
        <p:grpSpPr>
          <a:xfrm>
            <a:off x="5057111" y="4138290"/>
            <a:ext cx="694307" cy="664756"/>
            <a:chOff x="3179914" y="2889488"/>
            <a:chExt cx="422876" cy="404911"/>
          </a:xfrm>
        </p:grpSpPr>
        <p:sp>
          <p:nvSpPr>
            <p:cNvPr id="928" name="Google Shape;928;p69"/>
            <p:cNvSpPr/>
            <p:nvPr/>
          </p:nvSpPr>
          <p:spPr>
            <a:xfrm>
              <a:off x="3402328" y="2889749"/>
              <a:ext cx="163726" cy="157477"/>
            </a:xfrm>
            <a:custGeom>
              <a:avLst/>
              <a:gdLst/>
              <a:ahLst/>
              <a:cxnLst/>
              <a:rect l="l" t="t" r="r" b="b"/>
              <a:pathLst>
                <a:path w="7519" h="7232" extrusionOk="0">
                  <a:moveTo>
                    <a:pt x="24" y="0"/>
                  </a:moveTo>
                  <a:lnTo>
                    <a:pt x="1447" y="2583"/>
                  </a:lnTo>
                  <a:lnTo>
                    <a:pt x="1" y="5257"/>
                  </a:lnTo>
                  <a:cubicBezTo>
                    <a:pt x="1252" y="5418"/>
                    <a:pt x="2365" y="6141"/>
                    <a:pt x="2996" y="7231"/>
                  </a:cubicBezTo>
                  <a:lnTo>
                    <a:pt x="5958" y="7151"/>
                  </a:lnTo>
                  <a:lnTo>
                    <a:pt x="7518" y="4580"/>
                  </a:lnTo>
                  <a:cubicBezTo>
                    <a:pt x="5946" y="1894"/>
                    <a:pt x="3134" y="184"/>
                    <a:pt x="2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69"/>
            <p:cNvSpPr/>
            <p:nvPr/>
          </p:nvSpPr>
          <p:spPr>
            <a:xfrm>
              <a:off x="3467807" y="3000956"/>
              <a:ext cx="134983" cy="191707"/>
            </a:xfrm>
            <a:custGeom>
              <a:avLst/>
              <a:gdLst/>
              <a:ahLst/>
              <a:cxnLst/>
              <a:rect l="l" t="t" r="r" b="b"/>
              <a:pathLst>
                <a:path w="6199" h="8804" extrusionOk="0">
                  <a:moveTo>
                    <a:pt x="4798" y="1"/>
                  </a:moveTo>
                  <a:lnTo>
                    <a:pt x="3249" y="2549"/>
                  </a:lnTo>
                  <a:lnTo>
                    <a:pt x="242" y="2629"/>
                  </a:lnTo>
                  <a:cubicBezTo>
                    <a:pt x="724" y="3800"/>
                    <a:pt x="644" y="5131"/>
                    <a:pt x="1" y="6221"/>
                  </a:cubicBezTo>
                  <a:lnTo>
                    <a:pt x="1550" y="8746"/>
                  </a:lnTo>
                  <a:lnTo>
                    <a:pt x="4557" y="8804"/>
                  </a:lnTo>
                  <a:cubicBezTo>
                    <a:pt x="6107" y="6095"/>
                    <a:pt x="6199" y="2790"/>
                    <a:pt x="4798" y="1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69"/>
            <p:cNvSpPr/>
            <p:nvPr/>
          </p:nvSpPr>
          <p:spPr>
            <a:xfrm>
              <a:off x="3222637" y="2889488"/>
              <a:ext cx="198457" cy="149224"/>
            </a:xfrm>
            <a:custGeom>
              <a:avLst/>
              <a:gdLst/>
              <a:ahLst/>
              <a:cxnLst/>
              <a:rect l="l" t="t" r="r" b="b"/>
              <a:pathLst>
                <a:path w="9114" h="6853" extrusionOk="0">
                  <a:moveTo>
                    <a:pt x="7690" y="1"/>
                  </a:moveTo>
                  <a:cubicBezTo>
                    <a:pt x="4592" y="24"/>
                    <a:pt x="1711" y="1585"/>
                    <a:pt x="1" y="4156"/>
                  </a:cubicBezTo>
                  <a:lnTo>
                    <a:pt x="2904" y="4225"/>
                  </a:lnTo>
                  <a:lnTo>
                    <a:pt x="4511" y="6853"/>
                  </a:lnTo>
                  <a:cubicBezTo>
                    <a:pt x="5257" y="5854"/>
                    <a:pt x="6428" y="5258"/>
                    <a:pt x="7679" y="5235"/>
                  </a:cubicBezTo>
                  <a:lnTo>
                    <a:pt x="9114" y="2606"/>
                  </a:lnTo>
                  <a:lnTo>
                    <a:pt x="7690" y="1"/>
                  </a:ln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69"/>
            <p:cNvSpPr/>
            <p:nvPr/>
          </p:nvSpPr>
          <p:spPr>
            <a:xfrm>
              <a:off x="3179914" y="2991462"/>
              <a:ext cx="133960" cy="190205"/>
            </a:xfrm>
            <a:custGeom>
              <a:avLst/>
              <a:gdLst/>
              <a:ahLst/>
              <a:cxnLst/>
              <a:rect l="l" t="t" r="r" b="b"/>
              <a:pathLst>
                <a:path w="6152" h="8735" extrusionOk="0">
                  <a:moveTo>
                    <a:pt x="1641" y="1"/>
                  </a:moveTo>
                  <a:cubicBezTo>
                    <a:pt x="103" y="2686"/>
                    <a:pt x="0" y="5957"/>
                    <a:pt x="1366" y="8735"/>
                  </a:cubicBezTo>
                  <a:lnTo>
                    <a:pt x="2869" y="6244"/>
                  </a:lnTo>
                  <a:lnTo>
                    <a:pt x="5957" y="6164"/>
                  </a:lnTo>
                  <a:cubicBezTo>
                    <a:pt x="5486" y="5016"/>
                    <a:pt x="5555" y="3731"/>
                    <a:pt x="6152" y="2640"/>
                  </a:cubicBezTo>
                  <a:lnTo>
                    <a:pt x="4568" y="58"/>
                  </a:lnTo>
                  <a:lnTo>
                    <a:pt x="1641" y="1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69"/>
            <p:cNvSpPr/>
            <p:nvPr/>
          </p:nvSpPr>
          <p:spPr>
            <a:xfrm>
              <a:off x="3215887" y="3136661"/>
              <a:ext cx="162725" cy="157477"/>
            </a:xfrm>
            <a:custGeom>
              <a:avLst/>
              <a:gdLst/>
              <a:ahLst/>
              <a:cxnLst/>
              <a:rect l="l" t="t" r="r" b="b"/>
              <a:pathLst>
                <a:path w="7473" h="7232" extrusionOk="0">
                  <a:moveTo>
                    <a:pt x="4546" y="1"/>
                  </a:moveTo>
                  <a:lnTo>
                    <a:pt x="1516" y="81"/>
                  </a:lnTo>
                  <a:lnTo>
                    <a:pt x="1" y="2583"/>
                  </a:lnTo>
                  <a:cubicBezTo>
                    <a:pt x="1550" y="5280"/>
                    <a:pt x="4339" y="7025"/>
                    <a:pt x="7438" y="7232"/>
                  </a:cubicBezTo>
                  <a:lnTo>
                    <a:pt x="6026" y="4649"/>
                  </a:lnTo>
                  <a:lnTo>
                    <a:pt x="7472" y="1964"/>
                  </a:lnTo>
                  <a:cubicBezTo>
                    <a:pt x="6256" y="1791"/>
                    <a:pt x="5177" y="1068"/>
                    <a:pt x="454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69"/>
            <p:cNvSpPr/>
            <p:nvPr/>
          </p:nvSpPr>
          <p:spPr>
            <a:xfrm>
              <a:off x="3359605" y="3146677"/>
              <a:ext cx="200439" cy="147722"/>
            </a:xfrm>
            <a:custGeom>
              <a:avLst/>
              <a:gdLst/>
              <a:ahLst/>
              <a:cxnLst/>
              <a:rect l="l" t="t" r="r" b="b"/>
              <a:pathLst>
                <a:path w="9205" h="6784" extrusionOk="0">
                  <a:moveTo>
                    <a:pt x="4649" y="0"/>
                  </a:moveTo>
                  <a:cubicBezTo>
                    <a:pt x="3880" y="976"/>
                    <a:pt x="2697" y="1549"/>
                    <a:pt x="1446" y="1549"/>
                  </a:cubicBezTo>
                  <a:lnTo>
                    <a:pt x="1435" y="1549"/>
                  </a:lnTo>
                  <a:lnTo>
                    <a:pt x="0" y="4189"/>
                  </a:lnTo>
                  <a:lnTo>
                    <a:pt x="1435" y="6783"/>
                  </a:lnTo>
                  <a:lnTo>
                    <a:pt x="1446" y="6783"/>
                  </a:lnTo>
                  <a:cubicBezTo>
                    <a:pt x="1458" y="6783"/>
                    <a:pt x="1469" y="6783"/>
                    <a:pt x="1481" y="6783"/>
                  </a:cubicBezTo>
                  <a:cubicBezTo>
                    <a:pt x="4589" y="6783"/>
                    <a:pt x="7490" y="5224"/>
                    <a:pt x="9205" y="2628"/>
                  </a:cubicBezTo>
                  <a:lnTo>
                    <a:pt x="6221" y="2559"/>
                  </a:lnTo>
                  <a:lnTo>
                    <a:pt x="4649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34" name="Google Shape;934;p69"/>
          <p:cNvGrpSpPr/>
          <p:nvPr/>
        </p:nvGrpSpPr>
        <p:grpSpPr>
          <a:xfrm>
            <a:off x="5895352" y="4138236"/>
            <a:ext cx="688193" cy="664864"/>
            <a:chOff x="3729467" y="2889422"/>
            <a:chExt cx="419153" cy="404977"/>
          </a:xfrm>
        </p:grpSpPr>
        <p:sp>
          <p:nvSpPr>
            <p:cNvPr id="935" name="Google Shape;935;p69"/>
            <p:cNvSpPr/>
            <p:nvPr/>
          </p:nvSpPr>
          <p:spPr>
            <a:xfrm>
              <a:off x="4014137" y="2974913"/>
              <a:ext cx="134482" cy="178707"/>
            </a:xfrm>
            <a:custGeom>
              <a:avLst/>
              <a:gdLst/>
              <a:ahLst/>
              <a:cxnLst/>
              <a:rect l="l" t="t" r="r" b="b"/>
              <a:pathLst>
                <a:path w="6176" h="8207" extrusionOk="0">
                  <a:moveTo>
                    <a:pt x="4121" y="0"/>
                  </a:moveTo>
                  <a:lnTo>
                    <a:pt x="2973" y="2732"/>
                  </a:lnTo>
                  <a:lnTo>
                    <a:pt x="0" y="3260"/>
                  </a:lnTo>
                  <a:cubicBezTo>
                    <a:pt x="391" y="3891"/>
                    <a:pt x="586" y="4625"/>
                    <a:pt x="586" y="5372"/>
                  </a:cubicBezTo>
                  <a:cubicBezTo>
                    <a:pt x="586" y="5658"/>
                    <a:pt x="563" y="5945"/>
                    <a:pt x="494" y="6232"/>
                  </a:cubicBezTo>
                  <a:lnTo>
                    <a:pt x="2743" y="8206"/>
                  </a:lnTo>
                  <a:lnTo>
                    <a:pt x="5613" y="7392"/>
                  </a:lnTo>
                  <a:cubicBezTo>
                    <a:pt x="6175" y="4832"/>
                    <a:pt x="5636" y="2146"/>
                    <a:pt x="412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69"/>
            <p:cNvSpPr/>
            <p:nvPr/>
          </p:nvSpPr>
          <p:spPr>
            <a:xfrm>
              <a:off x="3741225" y="3095375"/>
              <a:ext cx="148963" cy="173460"/>
            </a:xfrm>
            <a:custGeom>
              <a:avLst/>
              <a:gdLst/>
              <a:ahLst/>
              <a:cxnLst/>
              <a:rect l="l" t="t" r="r" b="b"/>
              <a:pathLst>
                <a:path w="6841" h="7966" extrusionOk="0">
                  <a:moveTo>
                    <a:pt x="2215" y="0"/>
                  </a:moveTo>
                  <a:lnTo>
                    <a:pt x="0" y="1963"/>
                  </a:lnTo>
                  <a:cubicBezTo>
                    <a:pt x="597" y="4511"/>
                    <a:pt x="2250" y="6691"/>
                    <a:pt x="4534" y="7965"/>
                  </a:cubicBezTo>
                  <a:lnTo>
                    <a:pt x="4373" y="5027"/>
                  </a:lnTo>
                  <a:lnTo>
                    <a:pt x="6841" y="3248"/>
                  </a:lnTo>
                  <a:cubicBezTo>
                    <a:pt x="5980" y="2686"/>
                    <a:pt x="5360" y="1814"/>
                    <a:pt x="5108" y="804"/>
                  </a:cubicBezTo>
                  <a:lnTo>
                    <a:pt x="2215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69"/>
            <p:cNvSpPr/>
            <p:nvPr/>
          </p:nvSpPr>
          <p:spPr>
            <a:xfrm>
              <a:off x="3949660" y="2889684"/>
              <a:ext cx="146219" cy="145980"/>
            </a:xfrm>
            <a:custGeom>
              <a:avLst/>
              <a:gdLst/>
              <a:ahLst/>
              <a:cxnLst/>
              <a:rect l="l" t="t" r="r" b="b"/>
              <a:pathLst>
                <a:path w="6715" h="6704" extrusionOk="0">
                  <a:moveTo>
                    <a:pt x="12" y="0"/>
                  </a:moveTo>
                  <a:lnTo>
                    <a:pt x="1435" y="2583"/>
                  </a:lnTo>
                  <a:lnTo>
                    <a:pt x="0" y="5257"/>
                  </a:lnTo>
                  <a:cubicBezTo>
                    <a:pt x="1022" y="5383"/>
                    <a:pt x="1963" y="5900"/>
                    <a:pt x="2629" y="6703"/>
                  </a:cubicBezTo>
                  <a:lnTo>
                    <a:pt x="5567" y="6187"/>
                  </a:lnTo>
                  <a:lnTo>
                    <a:pt x="6714" y="3432"/>
                  </a:lnTo>
                  <a:cubicBezTo>
                    <a:pt x="5062" y="1401"/>
                    <a:pt x="2629" y="150"/>
                    <a:pt x="1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69"/>
            <p:cNvSpPr/>
            <p:nvPr/>
          </p:nvSpPr>
          <p:spPr>
            <a:xfrm>
              <a:off x="3847947" y="3172089"/>
              <a:ext cx="167210" cy="122310"/>
            </a:xfrm>
            <a:custGeom>
              <a:avLst/>
              <a:gdLst/>
              <a:ahLst/>
              <a:cxnLst/>
              <a:rect l="l" t="t" r="r" b="b"/>
              <a:pathLst>
                <a:path w="7679" h="5617" extrusionOk="0">
                  <a:moveTo>
                    <a:pt x="2433" y="1"/>
                  </a:moveTo>
                  <a:lnTo>
                    <a:pt x="0" y="1757"/>
                  </a:lnTo>
                  <a:lnTo>
                    <a:pt x="149" y="4718"/>
                  </a:lnTo>
                  <a:cubicBezTo>
                    <a:pt x="1415" y="5317"/>
                    <a:pt x="2781" y="5616"/>
                    <a:pt x="4148" y="5616"/>
                  </a:cubicBezTo>
                  <a:cubicBezTo>
                    <a:pt x="5347" y="5616"/>
                    <a:pt x="6546" y="5386"/>
                    <a:pt x="7678" y="4924"/>
                  </a:cubicBezTo>
                  <a:lnTo>
                    <a:pt x="5280" y="3203"/>
                  </a:lnTo>
                  <a:lnTo>
                    <a:pt x="5417" y="173"/>
                  </a:lnTo>
                  <a:lnTo>
                    <a:pt x="5417" y="173"/>
                  </a:lnTo>
                  <a:cubicBezTo>
                    <a:pt x="5016" y="311"/>
                    <a:pt x="4591" y="379"/>
                    <a:pt x="4155" y="379"/>
                  </a:cubicBezTo>
                  <a:cubicBezTo>
                    <a:pt x="3558" y="379"/>
                    <a:pt x="2973" y="253"/>
                    <a:pt x="2433" y="1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69"/>
            <p:cNvSpPr/>
            <p:nvPr/>
          </p:nvSpPr>
          <p:spPr>
            <a:xfrm>
              <a:off x="3974658" y="3122616"/>
              <a:ext cx="158457" cy="151206"/>
            </a:xfrm>
            <a:custGeom>
              <a:avLst/>
              <a:gdLst/>
              <a:ahLst/>
              <a:cxnLst/>
              <a:rect l="l" t="t" r="r" b="b"/>
              <a:pathLst>
                <a:path w="7277" h="6944" extrusionOk="0">
                  <a:moveTo>
                    <a:pt x="2158" y="0"/>
                  </a:moveTo>
                  <a:cubicBezTo>
                    <a:pt x="1790" y="964"/>
                    <a:pt x="1079" y="1768"/>
                    <a:pt x="149" y="2227"/>
                  </a:cubicBezTo>
                  <a:lnTo>
                    <a:pt x="0" y="5222"/>
                  </a:lnTo>
                  <a:lnTo>
                    <a:pt x="2422" y="6944"/>
                  </a:lnTo>
                  <a:cubicBezTo>
                    <a:pt x="4775" y="5785"/>
                    <a:pt x="6542" y="3696"/>
                    <a:pt x="7277" y="1171"/>
                  </a:cubicBezTo>
                  <a:lnTo>
                    <a:pt x="7277" y="1171"/>
                  </a:lnTo>
                  <a:lnTo>
                    <a:pt x="4430" y="1986"/>
                  </a:lnTo>
                  <a:lnTo>
                    <a:pt x="2158" y="0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69"/>
            <p:cNvSpPr/>
            <p:nvPr/>
          </p:nvSpPr>
          <p:spPr>
            <a:xfrm>
              <a:off x="3729467" y="2966660"/>
              <a:ext cx="138990" cy="158718"/>
            </a:xfrm>
            <a:custGeom>
              <a:avLst/>
              <a:gdLst/>
              <a:ahLst/>
              <a:cxnLst/>
              <a:rect l="l" t="t" r="r" b="b"/>
              <a:pathLst>
                <a:path w="6383" h="7289" extrusionOk="0">
                  <a:moveTo>
                    <a:pt x="2296" y="0"/>
                  </a:moveTo>
                  <a:cubicBezTo>
                    <a:pt x="678" y="2055"/>
                    <a:pt x="1" y="4706"/>
                    <a:pt x="425" y="7288"/>
                  </a:cubicBezTo>
                  <a:lnTo>
                    <a:pt x="2618" y="5337"/>
                  </a:lnTo>
                  <a:lnTo>
                    <a:pt x="5556" y="6152"/>
                  </a:lnTo>
                  <a:cubicBezTo>
                    <a:pt x="5544" y="6026"/>
                    <a:pt x="5533" y="5888"/>
                    <a:pt x="5533" y="5751"/>
                  </a:cubicBezTo>
                  <a:cubicBezTo>
                    <a:pt x="5533" y="4855"/>
                    <a:pt x="5831" y="3983"/>
                    <a:pt x="6382" y="3271"/>
                  </a:cubicBezTo>
                  <a:lnTo>
                    <a:pt x="5211" y="505"/>
                  </a:lnTo>
                  <a:lnTo>
                    <a:pt x="2296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69"/>
            <p:cNvSpPr/>
            <p:nvPr/>
          </p:nvSpPr>
          <p:spPr>
            <a:xfrm>
              <a:off x="3787716" y="2889422"/>
              <a:ext cx="180449" cy="139229"/>
            </a:xfrm>
            <a:custGeom>
              <a:avLst/>
              <a:gdLst/>
              <a:ahLst/>
              <a:cxnLst/>
              <a:rect l="l" t="t" r="r" b="b"/>
              <a:pathLst>
                <a:path w="8287" h="6394" extrusionOk="0">
                  <a:moveTo>
                    <a:pt x="6863" y="1"/>
                  </a:moveTo>
                  <a:cubicBezTo>
                    <a:pt x="4235" y="12"/>
                    <a:pt x="1756" y="1137"/>
                    <a:pt x="0" y="3088"/>
                  </a:cubicBezTo>
                  <a:lnTo>
                    <a:pt x="2904" y="3593"/>
                  </a:lnTo>
                  <a:lnTo>
                    <a:pt x="4086" y="6394"/>
                  </a:lnTo>
                  <a:cubicBezTo>
                    <a:pt x="4820" y="5671"/>
                    <a:pt x="5819" y="5258"/>
                    <a:pt x="6852" y="5235"/>
                  </a:cubicBezTo>
                  <a:lnTo>
                    <a:pt x="8287" y="2606"/>
                  </a:lnTo>
                  <a:lnTo>
                    <a:pt x="6863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942" name="Google Shape;942;p69"/>
          <p:cNvSpPr/>
          <p:nvPr/>
        </p:nvSpPr>
        <p:spPr>
          <a:xfrm>
            <a:off x="9919651" y="3134230"/>
            <a:ext cx="247213" cy="125341"/>
          </a:xfrm>
          <a:custGeom>
            <a:avLst/>
            <a:gdLst/>
            <a:ahLst/>
            <a:cxnLst/>
            <a:rect l="l" t="t" r="r" b="b"/>
            <a:pathLst>
              <a:path w="3045" h="1544" extrusionOk="0">
                <a:moveTo>
                  <a:pt x="1645" y="0"/>
                </a:moveTo>
                <a:lnTo>
                  <a:pt x="2143" y="505"/>
                </a:lnTo>
                <a:lnTo>
                  <a:pt x="0" y="505"/>
                </a:lnTo>
                <a:lnTo>
                  <a:pt x="0" y="1046"/>
                </a:lnTo>
                <a:lnTo>
                  <a:pt x="2143" y="1046"/>
                </a:lnTo>
                <a:lnTo>
                  <a:pt x="1645" y="1544"/>
                </a:lnTo>
                <a:lnTo>
                  <a:pt x="2272" y="1544"/>
                </a:lnTo>
                <a:lnTo>
                  <a:pt x="3044" y="772"/>
                </a:lnTo>
                <a:lnTo>
                  <a:pt x="2272" y="0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43" name="Google Shape;943;p69"/>
          <p:cNvSpPr/>
          <p:nvPr/>
        </p:nvSpPr>
        <p:spPr>
          <a:xfrm>
            <a:off x="9518925" y="3110767"/>
            <a:ext cx="229028" cy="172264"/>
          </a:xfrm>
          <a:custGeom>
            <a:avLst/>
            <a:gdLst/>
            <a:ahLst/>
            <a:cxnLst/>
            <a:rect l="l" t="t" r="r" b="b"/>
            <a:pathLst>
              <a:path w="2821" h="2122" extrusionOk="0">
                <a:moveTo>
                  <a:pt x="1761" y="1"/>
                </a:moveTo>
                <a:lnTo>
                  <a:pt x="1400" y="361"/>
                </a:lnTo>
                <a:lnTo>
                  <a:pt x="1847" y="808"/>
                </a:lnTo>
                <a:lnTo>
                  <a:pt x="1" y="808"/>
                </a:lnTo>
                <a:lnTo>
                  <a:pt x="1" y="1321"/>
                </a:lnTo>
                <a:lnTo>
                  <a:pt x="1847" y="1321"/>
                </a:lnTo>
                <a:lnTo>
                  <a:pt x="1400" y="1768"/>
                </a:lnTo>
                <a:lnTo>
                  <a:pt x="1761" y="2121"/>
                </a:lnTo>
                <a:lnTo>
                  <a:pt x="2821" y="1061"/>
                </a:lnTo>
                <a:lnTo>
                  <a:pt x="1761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44" name="Google Shape;944;p69"/>
          <p:cNvSpPr/>
          <p:nvPr/>
        </p:nvSpPr>
        <p:spPr>
          <a:xfrm>
            <a:off x="10348643" y="3119373"/>
            <a:ext cx="223751" cy="155703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45" name="Google Shape;945;p69"/>
          <p:cNvSpPr/>
          <p:nvPr/>
        </p:nvSpPr>
        <p:spPr>
          <a:xfrm>
            <a:off x="10741584" y="3110767"/>
            <a:ext cx="218473" cy="172264"/>
          </a:xfrm>
          <a:custGeom>
            <a:avLst/>
            <a:gdLst/>
            <a:ahLst/>
            <a:cxnLst/>
            <a:rect l="l" t="t" r="r" b="b"/>
            <a:pathLst>
              <a:path w="2691" h="2122" extrusionOk="0">
                <a:moveTo>
                  <a:pt x="1630" y="1"/>
                </a:moveTo>
                <a:lnTo>
                  <a:pt x="1630" y="722"/>
                </a:lnTo>
                <a:lnTo>
                  <a:pt x="1630" y="808"/>
                </a:lnTo>
                <a:lnTo>
                  <a:pt x="0" y="808"/>
                </a:lnTo>
                <a:lnTo>
                  <a:pt x="0" y="1321"/>
                </a:lnTo>
                <a:lnTo>
                  <a:pt x="1630" y="1321"/>
                </a:lnTo>
                <a:lnTo>
                  <a:pt x="1630" y="1407"/>
                </a:lnTo>
                <a:lnTo>
                  <a:pt x="1630" y="2121"/>
                </a:lnTo>
                <a:lnTo>
                  <a:pt x="2691" y="1061"/>
                </a:lnTo>
                <a:lnTo>
                  <a:pt x="1630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946" name="Google Shape;946;p69"/>
          <p:cNvGrpSpPr/>
          <p:nvPr/>
        </p:nvGrpSpPr>
        <p:grpSpPr>
          <a:xfrm>
            <a:off x="9522455" y="3400750"/>
            <a:ext cx="221964" cy="188663"/>
            <a:chOff x="4660325" y="1866850"/>
            <a:chExt cx="68350" cy="58100"/>
          </a:xfrm>
        </p:grpSpPr>
        <p:sp>
          <p:nvSpPr>
            <p:cNvPr id="947" name="Google Shape;947;p69"/>
            <p:cNvSpPr/>
            <p:nvPr/>
          </p:nvSpPr>
          <p:spPr>
            <a:xfrm>
              <a:off x="4660325" y="1866850"/>
              <a:ext cx="37700" cy="58100"/>
            </a:xfrm>
            <a:custGeom>
              <a:avLst/>
              <a:gdLst/>
              <a:ahLst/>
              <a:cxnLst/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15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69"/>
            <p:cNvSpPr/>
            <p:nvPr/>
          </p:nvSpPr>
          <p:spPr>
            <a:xfrm>
              <a:off x="4690975" y="1866850"/>
              <a:ext cx="37700" cy="58100"/>
            </a:xfrm>
            <a:custGeom>
              <a:avLst/>
              <a:gdLst/>
              <a:ahLst/>
              <a:cxnLst/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08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49" name="Google Shape;949;p69"/>
          <p:cNvGrpSpPr/>
          <p:nvPr/>
        </p:nvGrpSpPr>
        <p:grpSpPr>
          <a:xfrm>
            <a:off x="9934915" y="3435049"/>
            <a:ext cx="216687" cy="120065"/>
            <a:chOff x="4791775" y="1877500"/>
            <a:chExt cx="66725" cy="36975"/>
          </a:xfrm>
        </p:grpSpPr>
        <p:sp>
          <p:nvSpPr>
            <p:cNvPr id="950" name="Google Shape;950;p69"/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69"/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52" name="Google Shape;952;p69"/>
          <p:cNvGrpSpPr/>
          <p:nvPr/>
        </p:nvGrpSpPr>
        <p:grpSpPr>
          <a:xfrm>
            <a:off x="10363866" y="3435049"/>
            <a:ext cx="193305" cy="120065"/>
            <a:chOff x="4923925" y="1877500"/>
            <a:chExt cx="59525" cy="36975"/>
          </a:xfrm>
        </p:grpSpPr>
        <p:sp>
          <p:nvSpPr>
            <p:cNvPr id="953" name="Google Shape;953;p69"/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69"/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55" name="Google Shape;955;p69"/>
          <p:cNvGrpSpPr/>
          <p:nvPr/>
        </p:nvGrpSpPr>
        <p:grpSpPr>
          <a:xfrm>
            <a:off x="10756521" y="3411303"/>
            <a:ext cx="188596" cy="167556"/>
            <a:chOff x="5058450" y="1870100"/>
            <a:chExt cx="58075" cy="51600"/>
          </a:xfrm>
        </p:grpSpPr>
        <p:sp>
          <p:nvSpPr>
            <p:cNvPr id="956" name="Google Shape;956;p69"/>
            <p:cNvSpPr/>
            <p:nvPr/>
          </p:nvSpPr>
          <p:spPr>
            <a:xfrm>
              <a:off x="5058450" y="1870100"/>
              <a:ext cx="25800" cy="51600"/>
            </a:xfrm>
            <a:custGeom>
              <a:avLst/>
              <a:gdLst/>
              <a:ahLst/>
              <a:cxnLst/>
              <a:rect l="l" t="t" r="r" b="b"/>
              <a:pathLst>
                <a:path w="1032" h="2064" extrusionOk="0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69"/>
            <p:cNvSpPr/>
            <p:nvPr/>
          </p:nvSpPr>
          <p:spPr>
            <a:xfrm>
              <a:off x="5090725" y="1870100"/>
              <a:ext cx="25800" cy="51600"/>
            </a:xfrm>
            <a:custGeom>
              <a:avLst/>
              <a:gdLst/>
              <a:ahLst/>
              <a:cxnLst/>
              <a:rect l="l" t="t" r="r" b="b"/>
              <a:pathLst>
                <a:path w="1032" h="2064" extrusionOk="0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58" name="Google Shape;958;p69"/>
          <p:cNvGrpSpPr/>
          <p:nvPr/>
        </p:nvGrpSpPr>
        <p:grpSpPr>
          <a:xfrm>
            <a:off x="9975874" y="3974514"/>
            <a:ext cx="134769" cy="143527"/>
            <a:chOff x="4811425" y="2065025"/>
            <a:chExt cx="41500" cy="44200"/>
          </a:xfrm>
        </p:grpSpPr>
        <p:sp>
          <p:nvSpPr>
            <p:cNvPr id="959" name="Google Shape;959;p69"/>
            <p:cNvSpPr/>
            <p:nvPr/>
          </p:nvSpPr>
          <p:spPr>
            <a:xfrm>
              <a:off x="4825300" y="2065025"/>
              <a:ext cx="27625" cy="44200"/>
            </a:xfrm>
            <a:custGeom>
              <a:avLst/>
              <a:gdLst/>
              <a:ahLst/>
              <a:cxnLst/>
              <a:rect l="l" t="t" r="r" b="b"/>
              <a:pathLst>
                <a:path w="1105" h="1768" extrusionOk="0">
                  <a:moveTo>
                    <a:pt x="217" y="0"/>
                  </a:moveTo>
                  <a:lnTo>
                    <a:pt x="1" y="224"/>
                  </a:lnTo>
                  <a:lnTo>
                    <a:pt x="657" y="880"/>
                  </a:lnTo>
                  <a:lnTo>
                    <a:pt x="1" y="1544"/>
                  </a:lnTo>
                  <a:lnTo>
                    <a:pt x="217" y="1767"/>
                  </a:lnTo>
                  <a:lnTo>
                    <a:pt x="1104" y="880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69"/>
            <p:cNvSpPr/>
            <p:nvPr/>
          </p:nvSpPr>
          <p:spPr>
            <a:xfrm>
              <a:off x="4811425" y="2072950"/>
              <a:ext cx="19850" cy="28350"/>
            </a:xfrm>
            <a:custGeom>
              <a:avLst/>
              <a:gdLst/>
              <a:ahLst/>
              <a:cxnLst/>
              <a:rect l="l" t="t" r="r" b="b"/>
              <a:pathLst>
                <a:path w="794" h="1134" extrusionOk="0">
                  <a:moveTo>
                    <a:pt x="224" y="1"/>
                  </a:moveTo>
                  <a:lnTo>
                    <a:pt x="0" y="224"/>
                  </a:lnTo>
                  <a:lnTo>
                    <a:pt x="346" y="563"/>
                  </a:lnTo>
                  <a:lnTo>
                    <a:pt x="0" y="909"/>
                  </a:lnTo>
                  <a:lnTo>
                    <a:pt x="224" y="1133"/>
                  </a:lnTo>
                  <a:lnTo>
                    <a:pt x="794" y="563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61" name="Google Shape;961;p69"/>
          <p:cNvGrpSpPr/>
          <p:nvPr/>
        </p:nvGrpSpPr>
        <p:grpSpPr>
          <a:xfrm>
            <a:off x="10365790" y="3974798"/>
            <a:ext cx="161156" cy="142957"/>
            <a:chOff x="4929875" y="2065025"/>
            <a:chExt cx="49625" cy="44025"/>
          </a:xfrm>
        </p:grpSpPr>
        <p:sp>
          <p:nvSpPr>
            <p:cNvPr id="962" name="Google Shape;962;p69"/>
            <p:cNvSpPr/>
            <p:nvPr/>
          </p:nvSpPr>
          <p:spPr>
            <a:xfrm>
              <a:off x="4950075" y="2065025"/>
              <a:ext cx="29425" cy="44025"/>
            </a:xfrm>
            <a:custGeom>
              <a:avLst/>
              <a:gdLst/>
              <a:ahLst/>
              <a:cxnLst/>
              <a:rect l="l" t="t" r="r" b="b"/>
              <a:pathLst>
                <a:path w="1177" h="1761" extrusionOk="0">
                  <a:moveTo>
                    <a:pt x="1" y="0"/>
                  </a:moveTo>
                  <a:lnTo>
                    <a:pt x="729" y="880"/>
                  </a:lnTo>
                  <a:lnTo>
                    <a:pt x="1" y="1760"/>
                  </a:lnTo>
                  <a:lnTo>
                    <a:pt x="1176" y="8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69"/>
            <p:cNvSpPr/>
            <p:nvPr/>
          </p:nvSpPr>
          <p:spPr>
            <a:xfrm>
              <a:off x="4929875" y="2065025"/>
              <a:ext cx="29425" cy="44025"/>
            </a:xfrm>
            <a:custGeom>
              <a:avLst/>
              <a:gdLst/>
              <a:ahLst/>
              <a:cxnLst/>
              <a:rect l="l" t="t" r="r" b="b"/>
              <a:pathLst>
                <a:path w="1177" h="1761" extrusionOk="0">
                  <a:moveTo>
                    <a:pt x="1" y="0"/>
                  </a:moveTo>
                  <a:lnTo>
                    <a:pt x="736" y="880"/>
                  </a:lnTo>
                  <a:lnTo>
                    <a:pt x="1" y="1760"/>
                  </a:lnTo>
                  <a:lnTo>
                    <a:pt x="1" y="1760"/>
                  </a:lnTo>
                  <a:lnTo>
                    <a:pt x="1176" y="8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64" name="Google Shape;964;p69"/>
          <p:cNvGrpSpPr/>
          <p:nvPr/>
        </p:nvGrpSpPr>
        <p:grpSpPr>
          <a:xfrm>
            <a:off x="10804015" y="3978817"/>
            <a:ext cx="93608" cy="134921"/>
            <a:chOff x="5083925" y="2066350"/>
            <a:chExt cx="28825" cy="41550"/>
          </a:xfrm>
        </p:grpSpPr>
        <p:sp>
          <p:nvSpPr>
            <p:cNvPr id="965" name="Google Shape;965;p69"/>
            <p:cNvSpPr/>
            <p:nvPr/>
          </p:nvSpPr>
          <p:spPr>
            <a:xfrm>
              <a:off x="5084050" y="2066350"/>
              <a:ext cx="28700" cy="41550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69"/>
            <p:cNvSpPr/>
            <p:nvPr/>
          </p:nvSpPr>
          <p:spPr>
            <a:xfrm>
              <a:off x="5083925" y="2081325"/>
              <a:ext cx="8800" cy="11600"/>
            </a:xfrm>
            <a:custGeom>
              <a:avLst/>
              <a:gdLst/>
              <a:ahLst/>
              <a:cxnLst/>
              <a:rect l="l" t="t" r="r" b="b"/>
              <a:pathLst>
                <a:path w="352" h="464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67" name="Google Shape;967;p69"/>
          <p:cNvGrpSpPr/>
          <p:nvPr/>
        </p:nvGrpSpPr>
        <p:grpSpPr>
          <a:xfrm>
            <a:off x="9512753" y="3999679"/>
            <a:ext cx="241368" cy="93195"/>
            <a:chOff x="4659775" y="2072775"/>
            <a:chExt cx="74325" cy="28700"/>
          </a:xfrm>
        </p:grpSpPr>
        <p:sp>
          <p:nvSpPr>
            <p:cNvPr id="968" name="Google Shape;968;p69"/>
            <p:cNvSpPr/>
            <p:nvPr/>
          </p:nvSpPr>
          <p:spPr>
            <a:xfrm>
              <a:off x="4659775" y="2072775"/>
              <a:ext cx="38075" cy="28700"/>
            </a:xfrm>
            <a:custGeom>
              <a:avLst/>
              <a:gdLst/>
              <a:ahLst/>
              <a:cxnLst/>
              <a:rect l="l" t="t" r="r" b="b"/>
              <a:pathLst>
                <a:path w="1523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945" y="1147"/>
                  </a:lnTo>
                  <a:lnTo>
                    <a:pt x="1522" y="570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69"/>
            <p:cNvSpPr/>
            <p:nvPr/>
          </p:nvSpPr>
          <p:spPr>
            <a:xfrm>
              <a:off x="4691875" y="2072775"/>
              <a:ext cx="24550" cy="28700"/>
            </a:xfrm>
            <a:custGeom>
              <a:avLst/>
              <a:gdLst/>
              <a:ahLst/>
              <a:cxnLst/>
              <a:rect l="l" t="t" r="r" b="b"/>
              <a:pathLst>
                <a:path w="982" h="1148" extrusionOk="0">
                  <a:moveTo>
                    <a:pt x="0" y="0"/>
                  </a:moveTo>
                  <a:lnTo>
                    <a:pt x="570" y="570"/>
                  </a:lnTo>
                  <a:lnTo>
                    <a:pt x="0" y="1147"/>
                  </a:lnTo>
                  <a:lnTo>
                    <a:pt x="411" y="1147"/>
                  </a:lnTo>
                  <a:lnTo>
                    <a:pt x="981" y="570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69"/>
            <p:cNvSpPr/>
            <p:nvPr/>
          </p:nvSpPr>
          <p:spPr>
            <a:xfrm>
              <a:off x="4709350" y="2072775"/>
              <a:ext cx="24750" cy="28700"/>
            </a:xfrm>
            <a:custGeom>
              <a:avLst/>
              <a:gdLst/>
              <a:ahLst/>
              <a:cxnLst/>
              <a:rect l="l" t="t" r="r" b="b"/>
              <a:pathLst>
                <a:path w="990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412" y="1147"/>
                  </a:lnTo>
                  <a:lnTo>
                    <a:pt x="989" y="570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71" name="Google Shape;971;p69"/>
          <p:cNvGrpSpPr/>
          <p:nvPr/>
        </p:nvGrpSpPr>
        <p:grpSpPr>
          <a:xfrm>
            <a:off x="10739229" y="3720433"/>
            <a:ext cx="223183" cy="118929"/>
            <a:chOff x="4662475" y="1976500"/>
            <a:chExt cx="68725" cy="36625"/>
          </a:xfrm>
        </p:grpSpPr>
        <p:sp>
          <p:nvSpPr>
            <p:cNvPr id="972" name="Google Shape;972;p69"/>
            <p:cNvSpPr/>
            <p:nvPr/>
          </p:nvSpPr>
          <p:spPr>
            <a:xfrm>
              <a:off x="4690800" y="1976500"/>
              <a:ext cx="40400" cy="36625"/>
            </a:xfrm>
            <a:custGeom>
              <a:avLst/>
              <a:gdLst/>
              <a:ahLst/>
              <a:cxnLst/>
              <a:rect l="l" t="t" r="r" b="b"/>
              <a:pathLst>
                <a:path w="1616" h="1465" extrusionOk="0">
                  <a:moveTo>
                    <a:pt x="887" y="0"/>
                  </a:moveTo>
                  <a:lnTo>
                    <a:pt x="692" y="188"/>
                  </a:lnTo>
                  <a:lnTo>
                    <a:pt x="1104" y="599"/>
                  </a:lnTo>
                  <a:lnTo>
                    <a:pt x="0" y="599"/>
                  </a:lnTo>
                  <a:lnTo>
                    <a:pt x="0" y="866"/>
                  </a:lnTo>
                  <a:lnTo>
                    <a:pt x="1104" y="866"/>
                  </a:lnTo>
                  <a:lnTo>
                    <a:pt x="692" y="1269"/>
                  </a:lnTo>
                  <a:lnTo>
                    <a:pt x="887" y="1464"/>
                  </a:lnTo>
                  <a:lnTo>
                    <a:pt x="1616" y="729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69"/>
            <p:cNvSpPr/>
            <p:nvPr/>
          </p:nvSpPr>
          <p:spPr>
            <a:xfrm>
              <a:off x="4674375" y="1991450"/>
              <a:ext cx="10675" cy="6700"/>
            </a:xfrm>
            <a:custGeom>
              <a:avLst/>
              <a:gdLst/>
              <a:ahLst/>
              <a:cxnLst/>
              <a:rect l="l" t="t" r="r" b="b"/>
              <a:pathLst>
                <a:path w="427" h="268" extrusionOk="0">
                  <a:moveTo>
                    <a:pt x="1" y="1"/>
                  </a:moveTo>
                  <a:lnTo>
                    <a:pt x="1" y="268"/>
                  </a:lnTo>
                  <a:lnTo>
                    <a:pt x="426" y="268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69"/>
            <p:cNvSpPr/>
            <p:nvPr/>
          </p:nvSpPr>
          <p:spPr>
            <a:xfrm>
              <a:off x="4662475" y="1991450"/>
              <a:ext cx="5625" cy="6700"/>
            </a:xfrm>
            <a:custGeom>
              <a:avLst/>
              <a:gdLst/>
              <a:ahLst/>
              <a:cxnLst/>
              <a:rect l="l" t="t" r="r" b="b"/>
              <a:pathLst>
                <a:path w="225" h="268" extrusionOk="0">
                  <a:moveTo>
                    <a:pt x="1" y="1"/>
                  </a:moveTo>
                  <a:lnTo>
                    <a:pt x="1" y="268"/>
                  </a:lnTo>
                  <a:lnTo>
                    <a:pt x="224" y="268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75" name="Google Shape;975;p69"/>
          <p:cNvGrpSpPr/>
          <p:nvPr/>
        </p:nvGrpSpPr>
        <p:grpSpPr>
          <a:xfrm>
            <a:off x="10335102" y="3725019"/>
            <a:ext cx="222532" cy="109756"/>
            <a:chOff x="4920150" y="1977875"/>
            <a:chExt cx="68525" cy="33800"/>
          </a:xfrm>
        </p:grpSpPr>
        <p:sp>
          <p:nvSpPr>
            <p:cNvPr id="976" name="Google Shape;976;p69"/>
            <p:cNvSpPr/>
            <p:nvPr/>
          </p:nvSpPr>
          <p:spPr>
            <a:xfrm>
              <a:off x="4949175" y="1977875"/>
              <a:ext cx="39500" cy="33800"/>
            </a:xfrm>
            <a:custGeom>
              <a:avLst/>
              <a:gdLst/>
              <a:ahLst/>
              <a:cxnLst/>
              <a:rect l="l" t="t" r="r" b="b"/>
              <a:pathLst>
                <a:path w="1580" h="1352" extrusionOk="0">
                  <a:moveTo>
                    <a:pt x="891" y="1"/>
                  </a:moveTo>
                  <a:cubicBezTo>
                    <a:pt x="859" y="1"/>
                    <a:pt x="828" y="12"/>
                    <a:pt x="801" y="32"/>
                  </a:cubicBezTo>
                  <a:cubicBezTo>
                    <a:pt x="743" y="89"/>
                    <a:pt x="743" y="176"/>
                    <a:pt x="801" y="226"/>
                  </a:cubicBezTo>
                  <a:lnTo>
                    <a:pt x="1039" y="472"/>
                  </a:lnTo>
                  <a:cubicBezTo>
                    <a:pt x="1068" y="493"/>
                    <a:pt x="1046" y="544"/>
                    <a:pt x="1010" y="544"/>
                  </a:cubicBezTo>
                  <a:lnTo>
                    <a:pt x="152" y="544"/>
                  </a:lnTo>
                  <a:cubicBezTo>
                    <a:pt x="147" y="543"/>
                    <a:pt x="143" y="543"/>
                    <a:pt x="139" y="543"/>
                  </a:cubicBezTo>
                  <a:cubicBezTo>
                    <a:pt x="66" y="543"/>
                    <a:pt x="14" y="598"/>
                    <a:pt x="8" y="666"/>
                  </a:cubicBezTo>
                  <a:cubicBezTo>
                    <a:pt x="0" y="746"/>
                    <a:pt x="65" y="811"/>
                    <a:pt x="145" y="811"/>
                  </a:cubicBezTo>
                  <a:lnTo>
                    <a:pt x="1010" y="811"/>
                  </a:lnTo>
                  <a:cubicBezTo>
                    <a:pt x="1046" y="811"/>
                    <a:pt x="1068" y="854"/>
                    <a:pt x="1039" y="883"/>
                  </a:cubicBezTo>
                  <a:lnTo>
                    <a:pt x="808" y="1113"/>
                  </a:lnTo>
                  <a:cubicBezTo>
                    <a:pt x="758" y="1164"/>
                    <a:pt x="751" y="1251"/>
                    <a:pt x="794" y="1308"/>
                  </a:cubicBezTo>
                  <a:cubicBezTo>
                    <a:pt x="823" y="1337"/>
                    <a:pt x="859" y="1351"/>
                    <a:pt x="895" y="1351"/>
                  </a:cubicBezTo>
                  <a:cubicBezTo>
                    <a:pt x="931" y="1351"/>
                    <a:pt x="967" y="1337"/>
                    <a:pt x="996" y="1308"/>
                  </a:cubicBezTo>
                  <a:lnTo>
                    <a:pt x="1522" y="774"/>
                  </a:lnTo>
                  <a:cubicBezTo>
                    <a:pt x="1580" y="717"/>
                    <a:pt x="1573" y="630"/>
                    <a:pt x="1522" y="573"/>
                  </a:cubicBezTo>
                  <a:lnTo>
                    <a:pt x="996" y="46"/>
                  </a:lnTo>
                  <a:cubicBezTo>
                    <a:pt x="965" y="15"/>
                    <a:pt x="928" y="1"/>
                    <a:pt x="89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69"/>
            <p:cNvSpPr/>
            <p:nvPr/>
          </p:nvSpPr>
          <p:spPr>
            <a:xfrm>
              <a:off x="4931875" y="1991450"/>
              <a:ext cx="12825" cy="6700"/>
            </a:xfrm>
            <a:custGeom>
              <a:avLst/>
              <a:gdLst/>
              <a:ahLst/>
              <a:cxnLst/>
              <a:rect l="l" t="t" r="r" b="b"/>
              <a:pathLst>
                <a:path w="513" h="268" extrusionOk="0">
                  <a:moveTo>
                    <a:pt x="180" y="1"/>
                  </a:moveTo>
                  <a:cubicBezTo>
                    <a:pt x="0" y="1"/>
                    <a:pt x="0" y="268"/>
                    <a:pt x="180" y="268"/>
                  </a:cubicBezTo>
                  <a:lnTo>
                    <a:pt x="332" y="268"/>
                  </a:lnTo>
                  <a:cubicBezTo>
                    <a:pt x="512" y="268"/>
                    <a:pt x="512" y="1"/>
                    <a:pt x="33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69"/>
            <p:cNvSpPr/>
            <p:nvPr/>
          </p:nvSpPr>
          <p:spPr>
            <a:xfrm>
              <a:off x="4920150" y="1991450"/>
              <a:ext cx="9225" cy="6700"/>
            </a:xfrm>
            <a:custGeom>
              <a:avLst/>
              <a:gdLst/>
              <a:ahLst/>
              <a:cxnLst/>
              <a:rect l="l" t="t" r="r" b="b"/>
              <a:pathLst>
                <a:path w="369" h="268" extrusionOk="0">
                  <a:moveTo>
                    <a:pt x="181" y="1"/>
                  </a:moveTo>
                  <a:cubicBezTo>
                    <a:pt x="0" y="1"/>
                    <a:pt x="0" y="268"/>
                    <a:pt x="181" y="268"/>
                  </a:cubicBezTo>
                  <a:lnTo>
                    <a:pt x="195" y="268"/>
                  </a:lnTo>
                  <a:cubicBezTo>
                    <a:pt x="368" y="268"/>
                    <a:pt x="368" y="1"/>
                    <a:pt x="19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79" name="Google Shape;979;p69"/>
          <p:cNvGrpSpPr/>
          <p:nvPr/>
        </p:nvGrpSpPr>
        <p:grpSpPr>
          <a:xfrm>
            <a:off x="9549977" y="4263577"/>
            <a:ext cx="166920" cy="170479"/>
            <a:chOff x="4676550" y="2160575"/>
            <a:chExt cx="51400" cy="52500"/>
          </a:xfrm>
        </p:grpSpPr>
        <p:sp>
          <p:nvSpPr>
            <p:cNvPr id="980" name="Google Shape;980;p69"/>
            <p:cNvSpPr/>
            <p:nvPr/>
          </p:nvSpPr>
          <p:spPr>
            <a:xfrm>
              <a:off x="4676550" y="2160575"/>
              <a:ext cx="27775" cy="52500"/>
            </a:xfrm>
            <a:custGeom>
              <a:avLst/>
              <a:gdLst/>
              <a:ahLst/>
              <a:cxnLst/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3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69"/>
            <p:cNvSpPr/>
            <p:nvPr/>
          </p:nvSpPr>
          <p:spPr>
            <a:xfrm>
              <a:off x="4688275" y="2160575"/>
              <a:ext cx="27975" cy="52500"/>
            </a:xfrm>
            <a:custGeom>
              <a:avLst/>
              <a:gdLst/>
              <a:ahLst/>
              <a:cxnLst/>
              <a:rect l="l" t="t" r="r" b="b"/>
              <a:pathLst>
                <a:path w="1119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96" y="2100"/>
                  </a:lnTo>
                  <a:lnTo>
                    <a:pt x="1118" y="1047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69"/>
            <p:cNvSpPr/>
            <p:nvPr/>
          </p:nvSpPr>
          <p:spPr>
            <a:xfrm>
              <a:off x="4700175" y="2160575"/>
              <a:ext cx="27775" cy="52500"/>
            </a:xfrm>
            <a:custGeom>
              <a:avLst/>
              <a:gdLst/>
              <a:ahLst/>
              <a:cxnLst/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83" name="Google Shape;983;p69"/>
          <p:cNvGrpSpPr/>
          <p:nvPr/>
        </p:nvGrpSpPr>
        <p:grpSpPr>
          <a:xfrm>
            <a:off x="9946322" y="4272952"/>
            <a:ext cx="193873" cy="151725"/>
            <a:chOff x="4768325" y="2163475"/>
            <a:chExt cx="59700" cy="46725"/>
          </a:xfrm>
        </p:grpSpPr>
        <p:sp>
          <p:nvSpPr>
            <p:cNvPr id="984" name="Google Shape;984;p69"/>
            <p:cNvSpPr/>
            <p:nvPr/>
          </p:nvSpPr>
          <p:spPr>
            <a:xfrm>
              <a:off x="4768325" y="2163475"/>
              <a:ext cx="35375" cy="46725"/>
            </a:xfrm>
            <a:custGeom>
              <a:avLst/>
              <a:gdLst/>
              <a:ahLst/>
              <a:cxnLst/>
              <a:rect l="l" t="t" r="r" b="b"/>
              <a:pathLst>
                <a:path w="1415" h="1869" extrusionOk="0">
                  <a:moveTo>
                    <a:pt x="0" y="0"/>
                  </a:moveTo>
                  <a:lnTo>
                    <a:pt x="895" y="931"/>
                  </a:lnTo>
                  <a:lnTo>
                    <a:pt x="0" y="1868"/>
                  </a:lnTo>
                  <a:lnTo>
                    <a:pt x="520" y="1868"/>
                  </a:lnTo>
                  <a:lnTo>
                    <a:pt x="1414" y="931"/>
                  </a:lnTo>
                  <a:lnTo>
                    <a:pt x="520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69"/>
            <p:cNvSpPr/>
            <p:nvPr/>
          </p:nvSpPr>
          <p:spPr>
            <a:xfrm>
              <a:off x="4792475" y="2163475"/>
              <a:ext cx="35550" cy="46725"/>
            </a:xfrm>
            <a:custGeom>
              <a:avLst/>
              <a:gdLst/>
              <a:ahLst/>
              <a:cxnLst/>
              <a:rect l="l" t="t" r="r" b="b"/>
              <a:pathLst>
                <a:path w="1422" h="1869" extrusionOk="0">
                  <a:moveTo>
                    <a:pt x="1" y="0"/>
                  </a:moveTo>
                  <a:lnTo>
                    <a:pt x="895" y="931"/>
                  </a:lnTo>
                  <a:lnTo>
                    <a:pt x="1" y="1868"/>
                  </a:lnTo>
                  <a:lnTo>
                    <a:pt x="527" y="1868"/>
                  </a:lnTo>
                  <a:lnTo>
                    <a:pt x="1422" y="931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986" name="Google Shape;986;p69"/>
          <p:cNvSpPr/>
          <p:nvPr/>
        </p:nvSpPr>
        <p:spPr>
          <a:xfrm>
            <a:off x="10388929" y="4261629"/>
            <a:ext cx="114879" cy="174375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87" name="Google Shape;987;p69"/>
          <p:cNvSpPr/>
          <p:nvPr/>
        </p:nvSpPr>
        <p:spPr>
          <a:xfrm>
            <a:off x="10752096" y="5604409"/>
            <a:ext cx="197445" cy="217319"/>
          </a:xfrm>
          <a:custGeom>
            <a:avLst/>
            <a:gdLst/>
            <a:ahLst/>
            <a:cxnLst/>
            <a:rect l="l" t="t" r="r" b="b"/>
            <a:pathLst>
              <a:path w="2432" h="2677" extrusionOk="0">
                <a:moveTo>
                  <a:pt x="801" y="1"/>
                </a:moveTo>
                <a:lnTo>
                  <a:pt x="1205" y="751"/>
                </a:lnTo>
                <a:lnTo>
                  <a:pt x="1" y="751"/>
                </a:lnTo>
                <a:lnTo>
                  <a:pt x="1" y="1927"/>
                </a:lnTo>
                <a:lnTo>
                  <a:pt x="1205" y="1927"/>
                </a:lnTo>
                <a:lnTo>
                  <a:pt x="801" y="2677"/>
                </a:lnTo>
                <a:lnTo>
                  <a:pt x="2431" y="1335"/>
                </a:lnTo>
                <a:lnTo>
                  <a:pt x="801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88" name="Google Shape;988;p69"/>
          <p:cNvSpPr/>
          <p:nvPr/>
        </p:nvSpPr>
        <p:spPr>
          <a:xfrm>
            <a:off x="9554038" y="4575370"/>
            <a:ext cx="158801" cy="217887"/>
          </a:xfrm>
          <a:custGeom>
            <a:avLst/>
            <a:gdLst/>
            <a:ahLst/>
            <a:cxnLst/>
            <a:rect l="l" t="t" r="r" b="b"/>
            <a:pathLst>
              <a:path w="1956" h="2684" extrusionOk="0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89" name="Google Shape;989;p69"/>
          <p:cNvSpPr/>
          <p:nvPr/>
        </p:nvSpPr>
        <p:spPr>
          <a:xfrm>
            <a:off x="9511333" y="5625516"/>
            <a:ext cx="244209" cy="175105"/>
          </a:xfrm>
          <a:custGeom>
            <a:avLst/>
            <a:gdLst/>
            <a:ahLst/>
            <a:cxnLst/>
            <a:rect l="l" t="t" r="r" b="b"/>
            <a:pathLst>
              <a:path w="3008" h="2157" extrusionOk="0">
                <a:moveTo>
                  <a:pt x="0" y="0"/>
                </a:moveTo>
                <a:lnTo>
                  <a:pt x="729" y="1075"/>
                </a:lnTo>
                <a:lnTo>
                  <a:pt x="0" y="2157"/>
                </a:lnTo>
                <a:lnTo>
                  <a:pt x="0" y="2157"/>
                </a:lnTo>
                <a:lnTo>
                  <a:pt x="3008" y="1075"/>
                </a:lnTo>
                <a:lnTo>
                  <a:pt x="0" y="0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90" name="Google Shape;990;p69"/>
          <p:cNvSpPr/>
          <p:nvPr/>
        </p:nvSpPr>
        <p:spPr>
          <a:xfrm>
            <a:off x="9534431" y="4934374"/>
            <a:ext cx="198015" cy="150020"/>
          </a:xfrm>
          <a:custGeom>
            <a:avLst/>
            <a:gdLst/>
            <a:ahLst/>
            <a:cxnLst/>
            <a:rect l="l" t="t" r="r" b="b"/>
            <a:pathLst>
              <a:path w="2439" h="1848" extrusionOk="0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91" name="Google Shape;991;p69"/>
          <p:cNvSpPr/>
          <p:nvPr/>
        </p:nvSpPr>
        <p:spPr>
          <a:xfrm>
            <a:off x="10379430" y="4910264"/>
            <a:ext cx="133877" cy="198241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992" name="Google Shape;992;p69"/>
          <p:cNvGrpSpPr/>
          <p:nvPr/>
        </p:nvGrpSpPr>
        <p:grpSpPr>
          <a:xfrm>
            <a:off x="9968079" y="4613078"/>
            <a:ext cx="150357" cy="142471"/>
            <a:chOff x="4768575" y="2253950"/>
            <a:chExt cx="46300" cy="43875"/>
          </a:xfrm>
        </p:grpSpPr>
        <p:sp>
          <p:nvSpPr>
            <p:cNvPr id="993" name="Google Shape;993;p69"/>
            <p:cNvSpPr/>
            <p:nvPr/>
          </p:nvSpPr>
          <p:spPr>
            <a:xfrm>
              <a:off x="4785700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2" y="1"/>
                  </a:moveTo>
                  <a:cubicBezTo>
                    <a:pt x="150" y="1"/>
                    <a:pt x="49" y="149"/>
                    <a:pt x="164" y="247"/>
                  </a:cubicBezTo>
                  <a:lnTo>
                    <a:pt x="770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4" y="1754"/>
                  </a:cubicBezTo>
                  <a:cubicBezTo>
                    <a:pt x="236" y="1754"/>
                    <a:pt x="271" y="1742"/>
                    <a:pt x="301" y="1711"/>
                  </a:cubicBezTo>
                  <a:lnTo>
                    <a:pt x="1166" y="853"/>
                  </a:lnTo>
                  <a:lnTo>
                    <a:pt x="366" y="52"/>
                  </a:lnTo>
                  <a:cubicBezTo>
                    <a:pt x="334" y="16"/>
                    <a:pt x="297" y="1"/>
                    <a:pt x="26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69"/>
            <p:cNvSpPr/>
            <p:nvPr/>
          </p:nvSpPr>
          <p:spPr>
            <a:xfrm>
              <a:off x="4768575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1" y="1"/>
                  </a:moveTo>
                  <a:cubicBezTo>
                    <a:pt x="150" y="1"/>
                    <a:pt x="50" y="149"/>
                    <a:pt x="171" y="247"/>
                  </a:cubicBezTo>
                  <a:lnTo>
                    <a:pt x="769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3" y="1754"/>
                  </a:cubicBezTo>
                  <a:cubicBezTo>
                    <a:pt x="236" y="1754"/>
                    <a:pt x="270" y="1742"/>
                    <a:pt x="301" y="1711"/>
                  </a:cubicBezTo>
                  <a:lnTo>
                    <a:pt x="1166" y="853"/>
                  </a:lnTo>
                  <a:lnTo>
                    <a:pt x="365" y="52"/>
                  </a:lnTo>
                  <a:cubicBezTo>
                    <a:pt x="334" y="16"/>
                    <a:pt x="297" y="1"/>
                    <a:pt x="26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95" name="Google Shape;995;p69"/>
          <p:cNvGrpSpPr/>
          <p:nvPr/>
        </p:nvGrpSpPr>
        <p:grpSpPr>
          <a:xfrm>
            <a:off x="10367577" y="5265112"/>
            <a:ext cx="157583" cy="194995"/>
            <a:chOff x="4960900" y="2433225"/>
            <a:chExt cx="48525" cy="60050"/>
          </a:xfrm>
        </p:grpSpPr>
        <p:sp>
          <p:nvSpPr>
            <p:cNvPr id="996" name="Google Shape;996;p69"/>
            <p:cNvSpPr/>
            <p:nvPr/>
          </p:nvSpPr>
          <p:spPr>
            <a:xfrm>
              <a:off x="4974225" y="2433225"/>
              <a:ext cx="35200" cy="60050"/>
            </a:xfrm>
            <a:custGeom>
              <a:avLst/>
              <a:gdLst/>
              <a:ahLst/>
              <a:cxnLst/>
              <a:rect l="l" t="t" r="r" b="b"/>
              <a:pathLst>
                <a:path w="1408" h="2402" extrusionOk="0">
                  <a:moveTo>
                    <a:pt x="102" y="0"/>
                  </a:moveTo>
                  <a:lnTo>
                    <a:pt x="95" y="7"/>
                  </a:lnTo>
                  <a:lnTo>
                    <a:pt x="1112" y="1154"/>
                  </a:lnTo>
                  <a:lnTo>
                    <a:pt x="1" y="2402"/>
                  </a:lnTo>
                  <a:lnTo>
                    <a:pt x="297" y="2402"/>
                  </a:lnTo>
                  <a:lnTo>
                    <a:pt x="1407" y="1154"/>
                  </a:lnTo>
                  <a:lnTo>
                    <a:pt x="383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69"/>
            <p:cNvSpPr/>
            <p:nvPr/>
          </p:nvSpPr>
          <p:spPr>
            <a:xfrm>
              <a:off x="4960900" y="2433225"/>
              <a:ext cx="35175" cy="60050"/>
            </a:xfrm>
            <a:custGeom>
              <a:avLst/>
              <a:gdLst/>
              <a:ahLst/>
              <a:cxnLst/>
              <a:rect l="l" t="t" r="r" b="b"/>
              <a:pathLst>
                <a:path w="1407" h="2402" extrusionOk="0">
                  <a:moveTo>
                    <a:pt x="108" y="0"/>
                  </a:moveTo>
                  <a:lnTo>
                    <a:pt x="94" y="7"/>
                  </a:lnTo>
                  <a:lnTo>
                    <a:pt x="1111" y="1154"/>
                  </a:lnTo>
                  <a:lnTo>
                    <a:pt x="0" y="2402"/>
                  </a:lnTo>
                  <a:lnTo>
                    <a:pt x="296" y="2402"/>
                  </a:lnTo>
                  <a:lnTo>
                    <a:pt x="1407" y="1154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98" name="Google Shape;998;p69"/>
          <p:cNvGrpSpPr/>
          <p:nvPr/>
        </p:nvGrpSpPr>
        <p:grpSpPr>
          <a:xfrm>
            <a:off x="9952329" y="5617193"/>
            <a:ext cx="181859" cy="191747"/>
            <a:chOff x="4854075" y="2527625"/>
            <a:chExt cx="56000" cy="59050"/>
          </a:xfrm>
        </p:grpSpPr>
        <p:sp>
          <p:nvSpPr>
            <p:cNvPr id="999" name="Google Shape;999;p6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6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001" name="Google Shape;1001;p69"/>
          <p:cNvSpPr/>
          <p:nvPr/>
        </p:nvSpPr>
        <p:spPr>
          <a:xfrm>
            <a:off x="9972667" y="5274164"/>
            <a:ext cx="141184" cy="176891"/>
          </a:xfrm>
          <a:custGeom>
            <a:avLst/>
            <a:gdLst/>
            <a:ahLst/>
            <a:cxnLst/>
            <a:rect l="l" t="t" r="r" b="b"/>
            <a:pathLst>
              <a:path w="1739" h="2179" extrusionOk="0">
                <a:moveTo>
                  <a:pt x="1" y="1"/>
                </a:moveTo>
                <a:lnTo>
                  <a:pt x="1" y="2179"/>
                </a:lnTo>
                <a:lnTo>
                  <a:pt x="758" y="2179"/>
                </a:lnTo>
                <a:lnTo>
                  <a:pt x="1739" y="1090"/>
                </a:lnTo>
                <a:lnTo>
                  <a:pt x="758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02" name="Google Shape;1002;p69"/>
          <p:cNvSpPr/>
          <p:nvPr/>
        </p:nvSpPr>
        <p:spPr>
          <a:xfrm>
            <a:off x="10744222" y="4260369"/>
            <a:ext cx="213196" cy="176891"/>
          </a:xfrm>
          <a:custGeom>
            <a:avLst/>
            <a:gdLst/>
            <a:ahLst/>
            <a:cxnLst/>
            <a:rect l="l" t="t" r="r" b="b"/>
            <a:pathLst>
              <a:path w="2626" h="2179" extrusionOk="0">
                <a:moveTo>
                  <a:pt x="0" y="1"/>
                </a:moveTo>
                <a:lnTo>
                  <a:pt x="887" y="1090"/>
                </a:lnTo>
                <a:lnTo>
                  <a:pt x="0" y="2179"/>
                </a:lnTo>
                <a:lnTo>
                  <a:pt x="1644" y="2179"/>
                </a:lnTo>
                <a:lnTo>
                  <a:pt x="2625" y="1090"/>
                </a:lnTo>
                <a:lnTo>
                  <a:pt x="1644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03" name="Google Shape;1003;p69"/>
          <p:cNvSpPr/>
          <p:nvPr/>
        </p:nvSpPr>
        <p:spPr>
          <a:xfrm>
            <a:off x="9543239" y="5274164"/>
            <a:ext cx="180397" cy="176891"/>
          </a:xfrm>
          <a:custGeom>
            <a:avLst/>
            <a:gdLst/>
            <a:ahLst/>
            <a:cxnLst/>
            <a:rect l="l" t="t" r="r" b="b"/>
            <a:pathLst>
              <a:path w="2222" h="2179" extrusionOk="0">
                <a:moveTo>
                  <a:pt x="477" y="1"/>
                </a:moveTo>
                <a:lnTo>
                  <a:pt x="895" y="513"/>
                </a:lnTo>
                <a:lnTo>
                  <a:pt x="1" y="513"/>
                </a:lnTo>
                <a:lnTo>
                  <a:pt x="1" y="1659"/>
                </a:lnTo>
                <a:lnTo>
                  <a:pt x="895" y="1659"/>
                </a:lnTo>
                <a:lnTo>
                  <a:pt x="477" y="2179"/>
                </a:lnTo>
                <a:lnTo>
                  <a:pt x="1234" y="2179"/>
                </a:lnTo>
                <a:lnTo>
                  <a:pt x="2222" y="1090"/>
                </a:lnTo>
                <a:lnTo>
                  <a:pt x="1234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004" name="Google Shape;1004;p69"/>
          <p:cNvGrpSpPr/>
          <p:nvPr/>
        </p:nvGrpSpPr>
        <p:grpSpPr>
          <a:xfrm>
            <a:off x="10784611" y="4902186"/>
            <a:ext cx="132416" cy="214396"/>
            <a:chOff x="5059700" y="2334775"/>
            <a:chExt cx="40775" cy="66025"/>
          </a:xfrm>
        </p:grpSpPr>
        <p:sp>
          <p:nvSpPr>
            <p:cNvPr id="1005" name="Google Shape;1005;p69"/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69"/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69"/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69"/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69"/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69"/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69"/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69"/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69"/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14" name="Google Shape;1014;p69"/>
          <p:cNvGrpSpPr/>
          <p:nvPr/>
        </p:nvGrpSpPr>
        <p:grpSpPr>
          <a:xfrm>
            <a:off x="10727496" y="5255695"/>
            <a:ext cx="246645" cy="213828"/>
            <a:chOff x="5037700" y="2430325"/>
            <a:chExt cx="75950" cy="65850"/>
          </a:xfrm>
        </p:grpSpPr>
        <p:sp>
          <p:nvSpPr>
            <p:cNvPr id="1015" name="Google Shape;1015;p69"/>
            <p:cNvSpPr/>
            <p:nvPr/>
          </p:nvSpPr>
          <p:spPr>
            <a:xfrm>
              <a:off x="5059700" y="2430325"/>
              <a:ext cx="53950" cy="65850"/>
            </a:xfrm>
            <a:custGeom>
              <a:avLst/>
              <a:gdLst/>
              <a:ahLst/>
              <a:cxnLst/>
              <a:rect l="l" t="t" r="r" b="b"/>
              <a:pathLst>
                <a:path w="2158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1292" y="2633"/>
                  </a:lnTo>
                  <a:lnTo>
                    <a:pt x="2157" y="1321"/>
                  </a:lnTo>
                  <a:lnTo>
                    <a:pt x="1292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69"/>
            <p:cNvSpPr/>
            <p:nvPr/>
          </p:nvSpPr>
          <p:spPr>
            <a:xfrm>
              <a:off x="5037700" y="2430325"/>
              <a:ext cx="34100" cy="65850"/>
            </a:xfrm>
            <a:custGeom>
              <a:avLst/>
              <a:gdLst/>
              <a:ahLst/>
              <a:cxnLst/>
              <a:rect l="l" t="t" r="r" b="b"/>
              <a:pathLst>
                <a:path w="1364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498" y="2633"/>
                  </a:lnTo>
                  <a:lnTo>
                    <a:pt x="1364" y="1321"/>
                  </a:lnTo>
                  <a:lnTo>
                    <a:pt x="498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17" name="Google Shape;1017;p69"/>
          <p:cNvGrpSpPr/>
          <p:nvPr/>
        </p:nvGrpSpPr>
        <p:grpSpPr>
          <a:xfrm>
            <a:off x="9953504" y="4944298"/>
            <a:ext cx="230685" cy="130172"/>
            <a:chOff x="4756975" y="2341800"/>
            <a:chExt cx="91975" cy="51925"/>
          </a:xfrm>
        </p:grpSpPr>
        <p:sp>
          <p:nvSpPr>
            <p:cNvPr id="1018" name="Google Shape;1018;p69"/>
            <p:cNvSpPr/>
            <p:nvPr/>
          </p:nvSpPr>
          <p:spPr>
            <a:xfrm>
              <a:off x="4756975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46" y="0"/>
                    <a:pt x="245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69"/>
            <p:cNvSpPr/>
            <p:nvPr/>
          </p:nvSpPr>
          <p:spPr>
            <a:xfrm>
              <a:off x="4777350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39" y="0"/>
                    <a:pt x="245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69"/>
            <p:cNvSpPr/>
            <p:nvPr/>
          </p:nvSpPr>
          <p:spPr>
            <a:xfrm>
              <a:off x="4797725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69"/>
            <p:cNvSpPr/>
            <p:nvPr/>
          </p:nvSpPr>
          <p:spPr>
            <a:xfrm>
              <a:off x="4818100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69"/>
            <p:cNvSpPr/>
            <p:nvPr/>
          </p:nvSpPr>
          <p:spPr>
            <a:xfrm>
              <a:off x="4768675" y="2352625"/>
              <a:ext cx="8875" cy="9025"/>
            </a:xfrm>
            <a:custGeom>
              <a:avLst/>
              <a:gdLst/>
              <a:ahLst/>
              <a:cxnLst/>
              <a:rect l="l" t="t" r="r" b="b"/>
              <a:pathLst>
                <a:path w="355" h="361" extrusionOk="0">
                  <a:moveTo>
                    <a:pt x="174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74" y="361"/>
                  </a:cubicBezTo>
                  <a:cubicBezTo>
                    <a:pt x="275" y="361"/>
                    <a:pt x="354" y="281"/>
                    <a:pt x="354" y="181"/>
                  </a:cubicBezTo>
                  <a:cubicBezTo>
                    <a:pt x="354" y="87"/>
                    <a:pt x="275" y="0"/>
                    <a:pt x="174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69"/>
            <p:cNvSpPr/>
            <p:nvPr/>
          </p:nvSpPr>
          <p:spPr>
            <a:xfrm>
              <a:off x="4787425" y="2352625"/>
              <a:ext cx="10500" cy="9125"/>
            </a:xfrm>
            <a:custGeom>
              <a:avLst/>
              <a:gdLst/>
              <a:ahLst/>
              <a:cxnLst/>
              <a:rect l="l" t="t" r="r" b="b"/>
              <a:pathLst>
                <a:path w="420" h="365" extrusionOk="0">
                  <a:moveTo>
                    <a:pt x="239" y="0"/>
                  </a:moveTo>
                  <a:cubicBezTo>
                    <a:pt x="80" y="0"/>
                    <a:pt x="1" y="195"/>
                    <a:pt x="116" y="310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2"/>
                    <a:pt x="419" y="181"/>
                  </a:cubicBezTo>
                  <a:cubicBezTo>
                    <a:pt x="419" y="87"/>
                    <a:pt x="340" y="0"/>
                    <a:pt x="239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69"/>
            <p:cNvSpPr/>
            <p:nvPr/>
          </p:nvSpPr>
          <p:spPr>
            <a:xfrm>
              <a:off x="4809250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69"/>
            <p:cNvSpPr/>
            <p:nvPr/>
          </p:nvSpPr>
          <p:spPr>
            <a:xfrm>
              <a:off x="4829625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69"/>
            <p:cNvSpPr/>
            <p:nvPr/>
          </p:nvSpPr>
          <p:spPr>
            <a:xfrm>
              <a:off x="4777350" y="2363250"/>
              <a:ext cx="10650" cy="9025"/>
            </a:xfrm>
            <a:custGeom>
              <a:avLst/>
              <a:gdLst/>
              <a:ahLst/>
              <a:cxnLst/>
              <a:rect l="l" t="t" r="r" b="b"/>
              <a:pathLst>
                <a:path w="426" h="361" extrusionOk="0">
                  <a:moveTo>
                    <a:pt x="245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2" y="345"/>
                    <a:pt x="197" y="361"/>
                    <a:pt x="241" y="361"/>
                  </a:cubicBezTo>
                  <a:cubicBezTo>
                    <a:pt x="335" y="361"/>
                    <a:pt x="426" y="289"/>
                    <a:pt x="426" y="181"/>
                  </a:cubicBezTo>
                  <a:cubicBezTo>
                    <a:pt x="426" y="80"/>
                    <a:pt x="339" y="1"/>
                    <a:pt x="24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69"/>
            <p:cNvSpPr/>
            <p:nvPr/>
          </p:nvSpPr>
          <p:spPr>
            <a:xfrm>
              <a:off x="479772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69"/>
            <p:cNvSpPr/>
            <p:nvPr/>
          </p:nvSpPr>
          <p:spPr>
            <a:xfrm>
              <a:off x="4818100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69"/>
            <p:cNvSpPr/>
            <p:nvPr/>
          </p:nvSpPr>
          <p:spPr>
            <a:xfrm>
              <a:off x="483847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08" y="311"/>
                  </a:cubicBezTo>
                  <a:cubicBezTo>
                    <a:pt x="145" y="345"/>
                    <a:pt x="190" y="361"/>
                    <a:pt x="233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69"/>
            <p:cNvSpPr/>
            <p:nvPr/>
          </p:nvSpPr>
          <p:spPr>
            <a:xfrm>
              <a:off x="4768675" y="2374075"/>
              <a:ext cx="8875" cy="9050"/>
            </a:xfrm>
            <a:custGeom>
              <a:avLst/>
              <a:gdLst/>
              <a:ahLst/>
              <a:cxnLst/>
              <a:rect l="l" t="t" r="r" b="b"/>
              <a:pathLst>
                <a:path w="355" h="362" extrusionOk="0">
                  <a:moveTo>
                    <a:pt x="174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74" y="361"/>
                  </a:cubicBezTo>
                  <a:cubicBezTo>
                    <a:pt x="275" y="361"/>
                    <a:pt x="354" y="282"/>
                    <a:pt x="354" y="181"/>
                  </a:cubicBezTo>
                  <a:cubicBezTo>
                    <a:pt x="354" y="80"/>
                    <a:pt x="275" y="0"/>
                    <a:pt x="174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69"/>
            <p:cNvSpPr/>
            <p:nvPr/>
          </p:nvSpPr>
          <p:spPr>
            <a:xfrm>
              <a:off x="4787425" y="2374075"/>
              <a:ext cx="10500" cy="9150"/>
            </a:xfrm>
            <a:custGeom>
              <a:avLst/>
              <a:gdLst/>
              <a:ahLst/>
              <a:cxnLst/>
              <a:rect l="l" t="t" r="r" b="b"/>
              <a:pathLst>
                <a:path w="420" h="366" extrusionOk="0">
                  <a:moveTo>
                    <a:pt x="239" y="0"/>
                  </a:moveTo>
                  <a:cubicBezTo>
                    <a:pt x="80" y="0"/>
                    <a:pt x="1" y="195"/>
                    <a:pt x="116" y="311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3"/>
                    <a:pt x="419" y="181"/>
                  </a:cubicBezTo>
                  <a:cubicBezTo>
                    <a:pt x="419" y="80"/>
                    <a:pt x="340" y="0"/>
                    <a:pt x="239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69"/>
            <p:cNvSpPr/>
            <p:nvPr/>
          </p:nvSpPr>
          <p:spPr>
            <a:xfrm>
              <a:off x="4809250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69"/>
            <p:cNvSpPr/>
            <p:nvPr/>
          </p:nvSpPr>
          <p:spPr>
            <a:xfrm>
              <a:off x="4829625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69"/>
            <p:cNvSpPr/>
            <p:nvPr/>
          </p:nvSpPr>
          <p:spPr>
            <a:xfrm>
              <a:off x="4756975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46" y="0"/>
                    <a:pt x="245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69"/>
            <p:cNvSpPr/>
            <p:nvPr/>
          </p:nvSpPr>
          <p:spPr>
            <a:xfrm>
              <a:off x="4777350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39" y="0"/>
                    <a:pt x="245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69"/>
            <p:cNvSpPr/>
            <p:nvPr/>
          </p:nvSpPr>
          <p:spPr>
            <a:xfrm>
              <a:off x="4797725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69"/>
            <p:cNvSpPr/>
            <p:nvPr/>
          </p:nvSpPr>
          <p:spPr>
            <a:xfrm>
              <a:off x="4818100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38" name="Google Shape;1038;p69"/>
          <p:cNvGrpSpPr/>
          <p:nvPr/>
        </p:nvGrpSpPr>
        <p:grpSpPr>
          <a:xfrm>
            <a:off x="10309421" y="5595894"/>
            <a:ext cx="283329" cy="234348"/>
            <a:chOff x="4943575" y="2516350"/>
            <a:chExt cx="98675" cy="81700"/>
          </a:xfrm>
        </p:grpSpPr>
        <p:sp>
          <p:nvSpPr>
            <p:cNvPr id="1039" name="Google Shape;1039;p69"/>
            <p:cNvSpPr/>
            <p:nvPr/>
          </p:nvSpPr>
          <p:spPr>
            <a:xfrm>
              <a:off x="5036450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0" y="101"/>
                    <a:pt x="65" y="166"/>
                  </a:cubicBezTo>
                  <a:cubicBezTo>
                    <a:pt x="83" y="184"/>
                    <a:pt x="106" y="192"/>
                    <a:pt x="129" y="192"/>
                  </a:cubicBezTo>
                  <a:cubicBezTo>
                    <a:pt x="179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69"/>
            <p:cNvSpPr/>
            <p:nvPr/>
          </p:nvSpPr>
          <p:spPr>
            <a:xfrm>
              <a:off x="50281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69"/>
            <p:cNvSpPr/>
            <p:nvPr/>
          </p:nvSpPr>
          <p:spPr>
            <a:xfrm>
              <a:off x="50281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6" y="184"/>
                    <a:pt x="99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69"/>
            <p:cNvSpPr/>
            <p:nvPr/>
          </p:nvSpPr>
          <p:spPr>
            <a:xfrm>
              <a:off x="50281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69"/>
            <p:cNvSpPr/>
            <p:nvPr/>
          </p:nvSpPr>
          <p:spPr>
            <a:xfrm>
              <a:off x="50197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69"/>
            <p:cNvSpPr/>
            <p:nvPr/>
          </p:nvSpPr>
          <p:spPr>
            <a:xfrm>
              <a:off x="501967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0" y="0"/>
                  </a:moveTo>
                  <a:cubicBezTo>
                    <a:pt x="44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69"/>
            <p:cNvSpPr/>
            <p:nvPr/>
          </p:nvSpPr>
          <p:spPr>
            <a:xfrm>
              <a:off x="50196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9" y="184"/>
                    <a:pt x="102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69"/>
            <p:cNvSpPr/>
            <p:nvPr/>
          </p:nvSpPr>
          <p:spPr>
            <a:xfrm>
              <a:off x="501967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69"/>
            <p:cNvSpPr/>
            <p:nvPr/>
          </p:nvSpPr>
          <p:spPr>
            <a:xfrm>
              <a:off x="501972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5" y="41"/>
                    <a:pt x="184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69"/>
            <p:cNvSpPr/>
            <p:nvPr/>
          </p:nvSpPr>
          <p:spPr>
            <a:xfrm>
              <a:off x="50112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69"/>
            <p:cNvSpPr/>
            <p:nvPr/>
          </p:nvSpPr>
          <p:spPr>
            <a:xfrm>
              <a:off x="50112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69"/>
            <p:cNvSpPr/>
            <p:nvPr/>
          </p:nvSpPr>
          <p:spPr>
            <a:xfrm>
              <a:off x="50112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69"/>
            <p:cNvSpPr/>
            <p:nvPr/>
          </p:nvSpPr>
          <p:spPr>
            <a:xfrm>
              <a:off x="50112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69"/>
            <p:cNvSpPr/>
            <p:nvPr/>
          </p:nvSpPr>
          <p:spPr>
            <a:xfrm>
              <a:off x="50112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2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69"/>
            <p:cNvSpPr/>
            <p:nvPr/>
          </p:nvSpPr>
          <p:spPr>
            <a:xfrm>
              <a:off x="50112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69"/>
            <p:cNvSpPr/>
            <p:nvPr/>
          </p:nvSpPr>
          <p:spPr>
            <a:xfrm>
              <a:off x="50112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69"/>
            <p:cNvSpPr/>
            <p:nvPr/>
          </p:nvSpPr>
          <p:spPr>
            <a:xfrm>
              <a:off x="5002725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69"/>
            <p:cNvSpPr/>
            <p:nvPr/>
          </p:nvSpPr>
          <p:spPr>
            <a:xfrm>
              <a:off x="50027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69"/>
            <p:cNvSpPr/>
            <p:nvPr/>
          </p:nvSpPr>
          <p:spPr>
            <a:xfrm>
              <a:off x="50027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69"/>
            <p:cNvSpPr/>
            <p:nvPr/>
          </p:nvSpPr>
          <p:spPr>
            <a:xfrm>
              <a:off x="50027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69"/>
            <p:cNvSpPr/>
            <p:nvPr/>
          </p:nvSpPr>
          <p:spPr>
            <a:xfrm>
              <a:off x="50027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69"/>
            <p:cNvSpPr/>
            <p:nvPr/>
          </p:nvSpPr>
          <p:spPr>
            <a:xfrm>
              <a:off x="50027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69"/>
            <p:cNvSpPr/>
            <p:nvPr/>
          </p:nvSpPr>
          <p:spPr>
            <a:xfrm>
              <a:off x="50027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69"/>
            <p:cNvSpPr/>
            <p:nvPr/>
          </p:nvSpPr>
          <p:spPr>
            <a:xfrm>
              <a:off x="50027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69"/>
            <p:cNvSpPr/>
            <p:nvPr/>
          </p:nvSpPr>
          <p:spPr>
            <a:xfrm>
              <a:off x="5002725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69"/>
            <p:cNvSpPr/>
            <p:nvPr/>
          </p:nvSpPr>
          <p:spPr>
            <a:xfrm>
              <a:off x="4994250" y="25163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69"/>
            <p:cNvSpPr/>
            <p:nvPr/>
          </p:nvSpPr>
          <p:spPr>
            <a:xfrm>
              <a:off x="4994250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69"/>
            <p:cNvSpPr/>
            <p:nvPr/>
          </p:nvSpPr>
          <p:spPr>
            <a:xfrm>
              <a:off x="499425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69"/>
            <p:cNvSpPr/>
            <p:nvPr/>
          </p:nvSpPr>
          <p:spPr>
            <a:xfrm>
              <a:off x="49943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69"/>
            <p:cNvSpPr/>
            <p:nvPr/>
          </p:nvSpPr>
          <p:spPr>
            <a:xfrm>
              <a:off x="499425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69"/>
            <p:cNvSpPr/>
            <p:nvPr/>
          </p:nvSpPr>
          <p:spPr>
            <a:xfrm>
              <a:off x="49942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69"/>
            <p:cNvSpPr/>
            <p:nvPr/>
          </p:nvSpPr>
          <p:spPr>
            <a:xfrm>
              <a:off x="499425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69"/>
            <p:cNvSpPr/>
            <p:nvPr/>
          </p:nvSpPr>
          <p:spPr>
            <a:xfrm>
              <a:off x="499430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69"/>
            <p:cNvSpPr/>
            <p:nvPr/>
          </p:nvSpPr>
          <p:spPr>
            <a:xfrm>
              <a:off x="49942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69"/>
            <p:cNvSpPr/>
            <p:nvPr/>
          </p:nvSpPr>
          <p:spPr>
            <a:xfrm>
              <a:off x="4994250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69"/>
            <p:cNvSpPr/>
            <p:nvPr/>
          </p:nvSpPr>
          <p:spPr>
            <a:xfrm>
              <a:off x="4994250" y="2593150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1"/>
                  </a:moveTo>
                  <a:cubicBezTo>
                    <a:pt x="44" y="1"/>
                    <a:pt x="1" y="109"/>
                    <a:pt x="65" y="166"/>
                  </a:cubicBezTo>
                  <a:cubicBezTo>
                    <a:pt x="84" y="187"/>
                    <a:pt x="107" y="196"/>
                    <a:pt x="130" y="196"/>
                  </a:cubicBezTo>
                  <a:cubicBezTo>
                    <a:pt x="180" y="196"/>
                    <a:pt x="229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69"/>
            <p:cNvSpPr/>
            <p:nvPr/>
          </p:nvSpPr>
          <p:spPr>
            <a:xfrm>
              <a:off x="49857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69"/>
            <p:cNvSpPr/>
            <p:nvPr/>
          </p:nvSpPr>
          <p:spPr>
            <a:xfrm>
              <a:off x="49858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69"/>
            <p:cNvSpPr/>
            <p:nvPr/>
          </p:nvSpPr>
          <p:spPr>
            <a:xfrm>
              <a:off x="49857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69"/>
            <p:cNvSpPr/>
            <p:nvPr/>
          </p:nvSpPr>
          <p:spPr>
            <a:xfrm>
              <a:off x="49857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69"/>
            <p:cNvSpPr/>
            <p:nvPr/>
          </p:nvSpPr>
          <p:spPr>
            <a:xfrm>
              <a:off x="49857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69"/>
            <p:cNvSpPr/>
            <p:nvPr/>
          </p:nvSpPr>
          <p:spPr>
            <a:xfrm>
              <a:off x="49858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69"/>
            <p:cNvSpPr/>
            <p:nvPr/>
          </p:nvSpPr>
          <p:spPr>
            <a:xfrm>
              <a:off x="49857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69"/>
            <p:cNvSpPr/>
            <p:nvPr/>
          </p:nvSpPr>
          <p:spPr>
            <a:xfrm>
              <a:off x="49773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69"/>
            <p:cNvSpPr/>
            <p:nvPr/>
          </p:nvSpPr>
          <p:spPr>
            <a:xfrm>
              <a:off x="49773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69"/>
            <p:cNvSpPr/>
            <p:nvPr/>
          </p:nvSpPr>
          <p:spPr>
            <a:xfrm>
              <a:off x="49773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69"/>
            <p:cNvSpPr/>
            <p:nvPr/>
          </p:nvSpPr>
          <p:spPr>
            <a:xfrm>
              <a:off x="49773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69"/>
            <p:cNvSpPr/>
            <p:nvPr/>
          </p:nvSpPr>
          <p:spPr>
            <a:xfrm>
              <a:off x="49773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69"/>
            <p:cNvSpPr/>
            <p:nvPr/>
          </p:nvSpPr>
          <p:spPr>
            <a:xfrm>
              <a:off x="49773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69"/>
            <p:cNvSpPr/>
            <p:nvPr/>
          </p:nvSpPr>
          <p:spPr>
            <a:xfrm>
              <a:off x="49773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69"/>
            <p:cNvSpPr/>
            <p:nvPr/>
          </p:nvSpPr>
          <p:spPr>
            <a:xfrm>
              <a:off x="49688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69"/>
            <p:cNvSpPr/>
            <p:nvPr/>
          </p:nvSpPr>
          <p:spPr>
            <a:xfrm>
              <a:off x="4968875" y="2539400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21" y="1"/>
                  </a:moveTo>
                  <a:cubicBezTo>
                    <a:pt x="46" y="1"/>
                    <a:pt x="1" y="104"/>
                    <a:pt x="64" y="160"/>
                  </a:cubicBezTo>
                  <a:cubicBezTo>
                    <a:pt x="82" y="181"/>
                    <a:pt x="106" y="190"/>
                    <a:pt x="129" y="190"/>
                  </a:cubicBezTo>
                  <a:cubicBezTo>
                    <a:pt x="179" y="190"/>
                    <a:pt x="227" y="149"/>
                    <a:pt x="222" y="95"/>
                  </a:cubicBezTo>
                  <a:cubicBezTo>
                    <a:pt x="222" y="37"/>
                    <a:pt x="186" y="1"/>
                    <a:pt x="128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69"/>
            <p:cNvSpPr/>
            <p:nvPr/>
          </p:nvSpPr>
          <p:spPr>
            <a:xfrm>
              <a:off x="49688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69"/>
            <p:cNvSpPr/>
            <p:nvPr/>
          </p:nvSpPr>
          <p:spPr>
            <a:xfrm>
              <a:off x="4968825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1" y="101"/>
                    <a:pt x="66" y="166"/>
                  </a:cubicBezTo>
                  <a:cubicBezTo>
                    <a:pt x="84" y="184"/>
                    <a:pt x="107" y="192"/>
                    <a:pt x="130" y="192"/>
                  </a:cubicBezTo>
                  <a:cubicBezTo>
                    <a:pt x="180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69"/>
            <p:cNvSpPr/>
            <p:nvPr/>
          </p:nvSpPr>
          <p:spPr>
            <a:xfrm>
              <a:off x="49688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69"/>
            <p:cNvSpPr/>
            <p:nvPr/>
          </p:nvSpPr>
          <p:spPr>
            <a:xfrm>
              <a:off x="49688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69"/>
            <p:cNvSpPr/>
            <p:nvPr/>
          </p:nvSpPr>
          <p:spPr>
            <a:xfrm>
              <a:off x="4968825" y="2577825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1"/>
                  </a:moveTo>
                  <a:cubicBezTo>
                    <a:pt x="51" y="1"/>
                    <a:pt x="1" y="101"/>
                    <a:pt x="66" y="166"/>
                  </a:cubicBezTo>
                  <a:cubicBezTo>
                    <a:pt x="84" y="185"/>
                    <a:pt x="107" y="193"/>
                    <a:pt x="130" y="193"/>
                  </a:cubicBezTo>
                  <a:cubicBezTo>
                    <a:pt x="180" y="193"/>
                    <a:pt x="229" y="154"/>
                    <a:pt x="224" y="94"/>
                  </a:cubicBezTo>
                  <a:cubicBezTo>
                    <a:pt x="231" y="44"/>
                    <a:pt x="188" y="1"/>
                    <a:pt x="13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69"/>
            <p:cNvSpPr/>
            <p:nvPr/>
          </p:nvSpPr>
          <p:spPr>
            <a:xfrm>
              <a:off x="4960525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23" y="0"/>
                  </a:moveTo>
                  <a:cubicBezTo>
                    <a:pt x="37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69"/>
            <p:cNvSpPr/>
            <p:nvPr/>
          </p:nvSpPr>
          <p:spPr>
            <a:xfrm>
              <a:off x="49605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14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5" y="181"/>
                    <a:pt x="99" y="190"/>
                    <a:pt x="122" y="190"/>
                  </a:cubicBezTo>
                  <a:cubicBezTo>
                    <a:pt x="172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1" y="1"/>
                  </a:cubicBezTo>
                  <a:cubicBezTo>
                    <a:pt x="119" y="1"/>
                    <a:pt x="116" y="1"/>
                    <a:pt x="11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69"/>
            <p:cNvSpPr/>
            <p:nvPr/>
          </p:nvSpPr>
          <p:spPr>
            <a:xfrm>
              <a:off x="496052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69"/>
            <p:cNvSpPr/>
            <p:nvPr/>
          </p:nvSpPr>
          <p:spPr>
            <a:xfrm>
              <a:off x="49605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7" y="184"/>
                    <a:pt x="100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69"/>
            <p:cNvSpPr/>
            <p:nvPr/>
          </p:nvSpPr>
          <p:spPr>
            <a:xfrm>
              <a:off x="496052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69"/>
            <p:cNvSpPr/>
            <p:nvPr/>
          </p:nvSpPr>
          <p:spPr>
            <a:xfrm>
              <a:off x="496057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4" y="1"/>
                  </a:moveTo>
                  <a:cubicBezTo>
                    <a:pt x="130" y="1"/>
                    <a:pt x="126" y="1"/>
                    <a:pt x="121" y="2"/>
                  </a:cubicBezTo>
                  <a:cubicBezTo>
                    <a:pt x="119" y="1"/>
                    <a:pt x="116" y="1"/>
                    <a:pt x="113" y="1"/>
                  </a:cubicBezTo>
                  <a:cubicBezTo>
                    <a:pt x="33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3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69"/>
            <p:cNvSpPr/>
            <p:nvPr/>
          </p:nvSpPr>
          <p:spPr>
            <a:xfrm>
              <a:off x="49605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7" y="185"/>
                    <a:pt x="100" y="193"/>
                    <a:pt x="123" y="193"/>
                  </a:cubicBezTo>
                  <a:cubicBezTo>
                    <a:pt x="173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2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69"/>
            <p:cNvSpPr/>
            <p:nvPr/>
          </p:nvSpPr>
          <p:spPr>
            <a:xfrm>
              <a:off x="4952050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31" y="0"/>
                  </a:moveTo>
                  <a:cubicBezTo>
                    <a:pt x="44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69"/>
            <p:cNvSpPr/>
            <p:nvPr/>
          </p:nvSpPr>
          <p:spPr>
            <a:xfrm>
              <a:off x="49521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69"/>
            <p:cNvSpPr/>
            <p:nvPr/>
          </p:nvSpPr>
          <p:spPr>
            <a:xfrm>
              <a:off x="49520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1" y="0"/>
                  </a:moveTo>
                  <a:cubicBezTo>
                    <a:pt x="44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69"/>
            <p:cNvSpPr/>
            <p:nvPr/>
          </p:nvSpPr>
          <p:spPr>
            <a:xfrm>
              <a:off x="49520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69"/>
            <p:cNvSpPr/>
            <p:nvPr/>
          </p:nvSpPr>
          <p:spPr>
            <a:xfrm>
              <a:off x="49520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69"/>
            <p:cNvSpPr/>
            <p:nvPr/>
          </p:nvSpPr>
          <p:spPr>
            <a:xfrm>
              <a:off x="4952100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4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69"/>
            <p:cNvSpPr/>
            <p:nvPr/>
          </p:nvSpPr>
          <p:spPr>
            <a:xfrm>
              <a:off x="49520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69"/>
            <p:cNvSpPr/>
            <p:nvPr/>
          </p:nvSpPr>
          <p:spPr>
            <a:xfrm>
              <a:off x="49435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1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69"/>
            <p:cNvSpPr/>
            <p:nvPr/>
          </p:nvSpPr>
          <p:spPr>
            <a:xfrm>
              <a:off x="49436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1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69"/>
            <p:cNvSpPr/>
            <p:nvPr/>
          </p:nvSpPr>
          <p:spPr>
            <a:xfrm>
              <a:off x="49435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1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69"/>
            <p:cNvSpPr/>
            <p:nvPr/>
          </p:nvSpPr>
          <p:spPr>
            <a:xfrm>
              <a:off x="49435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69"/>
            <p:cNvSpPr/>
            <p:nvPr/>
          </p:nvSpPr>
          <p:spPr>
            <a:xfrm>
              <a:off x="49435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1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30" y="148"/>
                    <a:pt x="224" y="87"/>
                  </a:cubicBezTo>
                  <a:cubicBezTo>
                    <a:pt x="224" y="37"/>
                    <a:pt x="181" y="0"/>
                    <a:pt x="13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69"/>
            <p:cNvSpPr/>
            <p:nvPr/>
          </p:nvSpPr>
          <p:spPr>
            <a:xfrm>
              <a:off x="49436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1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4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69"/>
            <p:cNvSpPr/>
            <p:nvPr/>
          </p:nvSpPr>
          <p:spPr>
            <a:xfrm>
              <a:off x="49435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17" name="Google Shape;1117;p69"/>
          <p:cNvGrpSpPr/>
          <p:nvPr/>
        </p:nvGrpSpPr>
        <p:grpSpPr>
          <a:xfrm>
            <a:off x="2653502" y="4564218"/>
            <a:ext cx="1287135" cy="179481"/>
            <a:chOff x="4411970" y="2962952"/>
            <a:chExt cx="706544" cy="104212"/>
          </a:xfrm>
        </p:grpSpPr>
        <p:sp>
          <p:nvSpPr>
            <p:cNvPr id="1118" name="Google Shape;1118;p69"/>
            <p:cNvSpPr/>
            <p:nvPr/>
          </p:nvSpPr>
          <p:spPr>
            <a:xfrm>
              <a:off x="4583864" y="2962952"/>
              <a:ext cx="534651" cy="104077"/>
            </a:xfrm>
            <a:custGeom>
              <a:avLst/>
              <a:gdLst/>
              <a:ahLst/>
              <a:cxnLst/>
              <a:rect l="l" t="t" r="r" b="b"/>
              <a:pathLst>
                <a:path w="11841" h="2305" extrusionOk="0">
                  <a:moveTo>
                    <a:pt x="1155" y="0"/>
                  </a:moveTo>
                  <a:lnTo>
                    <a:pt x="0" y="2304"/>
                  </a:lnTo>
                  <a:lnTo>
                    <a:pt x="11410" y="2304"/>
                  </a:lnTo>
                  <a:lnTo>
                    <a:pt x="11840" y="1153"/>
                  </a:lnTo>
                  <a:lnTo>
                    <a:pt x="11410" y="0"/>
                  </a:ln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69"/>
            <p:cNvSpPr/>
            <p:nvPr/>
          </p:nvSpPr>
          <p:spPr>
            <a:xfrm>
              <a:off x="4411970" y="2963088"/>
              <a:ext cx="124124" cy="104077"/>
            </a:xfrm>
            <a:custGeom>
              <a:avLst/>
              <a:gdLst/>
              <a:ahLst/>
              <a:cxnLst/>
              <a:rect l="l" t="t" r="r" b="b"/>
              <a:pathLst>
                <a:path w="2749" h="2305" extrusionOk="0">
                  <a:moveTo>
                    <a:pt x="2749" y="0"/>
                  </a:moveTo>
                  <a:lnTo>
                    <a:pt x="177" y="2"/>
                  </a:lnTo>
                  <a:cubicBezTo>
                    <a:pt x="79" y="2"/>
                    <a:pt x="1" y="79"/>
                    <a:pt x="1" y="176"/>
                  </a:cubicBezTo>
                  <a:lnTo>
                    <a:pt x="1" y="2130"/>
                  </a:lnTo>
                  <a:cubicBezTo>
                    <a:pt x="1" y="2226"/>
                    <a:pt x="79" y="2305"/>
                    <a:pt x="177" y="2305"/>
                  </a:cubicBezTo>
                  <a:lnTo>
                    <a:pt x="1522" y="2305"/>
                  </a:lnTo>
                  <a:lnTo>
                    <a:pt x="2749" y="0"/>
                  </a:lnTo>
                  <a:close/>
                </a:path>
              </a:pathLst>
            </a:custGeom>
            <a:solidFill>
              <a:srgbClr val="CCD6D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69"/>
            <p:cNvSpPr/>
            <p:nvPr/>
          </p:nvSpPr>
          <p:spPr>
            <a:xfrm>
              <a:off x="4496946" y="2963133"/>
              <a:ext cx="79920" cy="104031"/>
            </a:xfrm>
            <a:custGeom>
              <a:avLst/>
              <a:gdLst/>
              <a:ahLst/>
              <a:cxnLst/>
              <a:rect l="l" t="t" r="r" b="b"/>
              <a:pathLst>
                <a:path w="1770" h="2304" extrusionOk="0">
                  <a:moveTo>
                    <a:pt x="1227" y="1"/>
                  </a:moveTo>
                  <a:lnTo>
                    <a:pt x="0" y="2304"/>
                  </a:lnTo>
                  <a:lnTo>
                    <a:pt x="542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69"/>
            <p:cNvSpPr/>
            <p:nvPr/>
          </p:nvSpPr>
          <p:spPr>
            <a:xfrm>
              <a:off x="4537628" y="2963133"/>
              <a:ext cx="79965" cy="104031"/>
            </a:xfrm>
            <a:custGeom>
              <a:avLst/>
              <a:gdLst/>
              <a:ahLst/>
              <a:cxnLst/>
              <a:rect l="l" t="t" r="r" b="b"/>
              <a:pathLst>
                <a:path w="1771" h="2304" extrusionOk="0">
                  <a:moveTo>
                    <a:pt x="1229" y="1"/>
                  </a:moveTo>
                  <a:lnTo>
                    <a:pt x="1" y="2304"/>
                  </a:lnTo>
                  <a:lnTo>
                    <a:pt x="544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22" name="Google Shape;1122;p69"/>
          <p:cNvGrpSpPr/>
          <p:nvPr/>
        </p:nvGrpSpPr>
        <p:grpSpPr>
          <a:xfrm>
            <a:off x="2653501" y="4016103"/>
            <a:ext cx="1280211" cy="385563"/>
            <a:chOff x="4411970" y="2726085"/>
            <a:chExt cx="643107" cy="193659"/>
          </a:xfrm>
        </p:grpSpPr>
        <p:sp>
          <p:nvSpPr>
            <p:cNvPr id="1123" name="Google Shape;1123;p69"/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69"/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69"/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26" name="Google Shape;1126;p69"/>
          <p:cNvGrpSpPr/>
          <p:nvPr/>
        </p:nvGrpSpPr>
        <p:grpSpPr>
          <a:xfrm>
            <a:off x="1324025" y="4370917"/>
            <a:ext cx="1110897" cy="345612"/>
            <a:chOff x="4411970" y="4340222"/>
            <a:chExt cx="779467" cy="242683"/>
          </a:xfrm>
        </p:grpSpPr>
        <p:sp>
          <p:nvSpPr>
            <p:cNvPr id="1127" name="Google Shape;1127;p69"/>
            <p:cNvSpPr/>
            <p:nvPr/>
          </p:nvSpPr>
          <p:spPr>
            <a:xfrm>
              <a:off x="4411970" y="4340222"/>
              <a:ext cx="121370" cy="121370"/>
            </a:xfrm>
            <a:custGeom>
              <a:avLst/>
              <a:gdLst/>
              <a:ahLst/>
              <a:cxnLst/>
              <a:rect l="l" t="t" r="r" b="b"/>
              <a:pathLst>
                <a:path w="2688" h="2688" extrusionOk="0">
                  <a:moveTo>
                    <a:pt x="2688" y="1"/>
                  </a:moveTo>
                  <a:cubicBezTo>
                    <a:pt x="1205" y="1"/>
                    <a:pt x="1" y="1203"/>
                    <a:pt x="1" y="2688"/>
                  </a:cubicBezTo>
                  <a:lnTo>
                    <a:pt x="379" y="2688"/>
                  </a:lnTo>
                  <a:cubicBezTo>
                    <a:pt x="379" y="1411"/>
                    <a:pt x="1413" y="379"/>
                    <a:pt x="2688" y="379"/>
                  </a:cubicBezTo>
                  <a:lnTo>
                    <a:pt x="2688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69"/>
            <p:cNvSpPr/>
            <p:nvPr/>
          </p:nvSpPr>
          <p:spPr>
            <a:xfrm>
              <a:off x="4457032" y="4385284"/>
              <a:ext cx="152661" cy="152615"/>
            </a:xfrm>
            <a:custGeom>
              <a:avLst/>
              <a:gdLst/>
              <a:ahLst/>
              <a:cxnLst/>
              <a:rect l="l" t="t" r="r" b="b"/>
              <a:pathLst>
                <a:path w="3381" h="3380" extrusionOk="0">
                  <a:moveTo>
                    <a:pt x="1690" y="0"/>
                  </a:moveTo>
                  <a:cubicBezTo>
                    <a:pt x="756" y="0"/>
                    <a:pt x="0" y="756"/>
                    <a:pt x="0" y="1690"/>
                  </a:cubicBezTo>
                  <a:cubicBezTo>
                    <a:pt x="0" y="2623"/>
                    <a:pt x="756" y="3379"/>
                    <a:pt x="1690" y="3379"/>
                  </a:cubicBezTo>
                  <a:cubicBezTo>
                    <a:pt x="2623" y="3379"/>
                    <a:pt x="3381" y="2623"/>
                    <a:pt x="3381" y="1690"/>
                  </a:cubicBezTo>
                  <a:cubicBezTo>
                    <a:pt x="3381" y="756"/>
                    <a:pt x="2623" y="0"/>
                    <a:pt x="1690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69"/>
            <p:cNvSpPr/>
            <p:nvPr/>
          </p:nvSpPr>
          <p:spPr>
            <a:xfrm>
              <a:off x="4533392" y="4383749"/>
              <a:ext cx="658046" cy="199155"/>
            </a:xfrm>
            <a:custGeom>
              <a:avLst/>
              <a:gdLst/>
              <a:ahLst/>
              <a:cxnLst/>
              <a:rect l="l" t="t" r="r" b="b"/>
              <a:pathLst>
                <a:path w="16511" h="4997" extrusionOk="0">
                  <a:moveTo>
                    <a:pt x="4619" y="1"/>
                  </a:moveTo>
                  <a:cubicBezTo>
                    <a:pt x="3342" y="1"/>
                    <a:pt x="2309" y="1035"/>
                    <a:pt x="2309" y="2310"/>
                  </a:cubicBezTo>
                  <a:cubicBezTo>
                    <a:pt x="2309" y="3586"/>
                    <a:pt x="1275" y="4619"/>
                    <a:pt x="0" y="4619"/>
                  </a:cubicBezTo>
                  <a:lnTo>
                    <a:pt x="0" y="4997"/>
                  </a:lnTo>
                  <a:cubicBezTo>
                    <a:pt x="482" y="4997"/>
                    <a:pt x="958" y="4867"/>
                    <a:pt x="1373" y="4619"/>
                  </a:cubicBezTo>
                  <a:lnTo>
                    <a:pt x="14185" y="4619"/>
                  </a:lnTo>
                  <a:cubicBezTo>
                    <a:pt x="15472" y="4619"/>
                    <a:pt x="16510" y="3567"/>
                    <a:pt x="16494" y="2279"/>
                  </a:cubicBezTo>
                  <a:cubicBezTo>
                    <a:pt x="16478" y="1006"/>
                    <a:pt x="15399" y="1"/>
                    <a:pt x="1412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30" name="Google Shape;1130;p69"/>
          <p:cNvGrpSpPr/>
          <p:nvPr/>
        </p:nvGrpSpPr>
        <p:grpSpPr>
          <a:xfrm>
            <a:off x="2653501" y="3565244"/>
            <a:ext cx="1286880" cy="288307"/>
            <a:chOff x="4411970" y="2468674"/>
            <a:chExt cx="747317" cy="167425"/>
          </a:xfrm>
        </p:grpSpPr>
        <p:sp>
          <p:nvSpPr>
            <p:cNvPr id="1131" name="Google Shape;1131;p69"/>
            <p:cNvSpPr/>
            <p:nvPr/>
          </p:nvSpPr>
          <p:spPr>
            <a:xfrm>
              <a:off x="4411970" y="2468674"/>
              <a:ext cx="216235" cy="167425"/>
            </a:xfrm>
            <a:custGeom>
              <a:avLst/>
              <a:gdLst/>
              <a:ahLst/>
              <a:cxnLst/>
              <a:rect l="l" t="t" r="r" b="b"/>
              <a:pathLst>
                <a:path w="4789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381" y="3707"/>
                  </a:lnTo>
                  <a:lnTo>
                    <a:pt x="4789" y="1853"/>
                  </a:lnTo>
                  <a:lnTo>
                    <a:pt x="3381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69"/>
            <p:cNvSpPr/>
            <p:nvPr/>
          </p:nvSpPr>
          <p:spPr>
            <a:xfrm>
              <a:off x="4564629" y="2468674"/>
              <a:ext cx="594658" cy="167425"/>
            </a:xfrm>
            <a:custGeom>
              <a:avLst/>
              <a:gdLst/>
              <a:ahLst/>
              <a:cxnLst/>
              <a:rect l="l" t="t" r="r" b="b"/>
              <a:pathLst>
                <a:path w="13170" h="3708" extrusionOk="0">
                  <a:moveTo>
                    <a:pt x="0" y="0"/>
                  </a:moveTo>
                  <a:lnTo>
                    <a:pt x="1408" y="1853"/>
                  </a:lnTo>
                  <a:lnTo>
                    <a:pt x="0" y="3707"/>
                  </a:lnTo>
                  <a:lnTo>
                    <a:pt x="13169" y="3707"/>
                  </a:lnTo>
                  <a:lnTo>
                    <a:pt x="13169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33" name="Google Shape;1133;p69"/>
          <p:cNvGrpSpPr/>
          <p:nvPr/>
        </p:nvGrpSpPr>
        <p:grpSpPr>
          <a:xfrm>
            <a:off x="1318498" y="3438200"/>
            <a:ext cx="1080601" cy="425531"/>
            <a:chOff x="4411970" y="3686602"/>
            <a:chExt cx="797845" cy="314215"/>
          </a:xfrm>
        </p:grpSpPr>
        <p:sp>
          <p:nvSpPr>
            <p:cNvPr id="1134" name="Google Shape;1134;p69"/>
            <p:cNvSpPr/>
            <p:nvPr/>
          </p:nvSpPr>
          <p:spPr>
            <a:xfrm>
              <a:off x="4411970" y="3780383"/>
              <a:ext cx="797845" cy="220435"/>
            </a:xfrm>
            <a:custGeom>
              <a:avLst/>
              <a:gdLst/>
              <a:ahLst/>
              <a:cxnLst/>
              <a:rect l="l" t="t" r="r" b="b"/>
              <a:pathLst>
                <a:path w="17670" h="4882" extrusionOk="0">
                  <a:moveTo>
                    <a:pt x="356" y="1"/>
                  </a:moveTo>
                  <a:cubicBezTo>
                    <a:pt x="159" y="1"/>
                    <a:pt x="1" y="161"/>
                    <a:pt x="1" y="356"/>
                  </a:cubicBezTo>
                  <a:lnTo>
                    <a:pt x="1" y="4881"/>
                  </a:lnTo>
                  <a:lnTo>
                    <a:pt x="17316" y="4881"/>
                  </a:lnTo>
                  <a:cubicBezTo>
                    <a:pt x="17511" y="4881"/>
                    <a:pt x="17670" y="4723"/>
                    <a:pt x="17670" y="4528"/>
                  </a:cubicBezTo>
                  <a:lnTo>
                    <a:pt x="17670" y="1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69"/>
            <p:cNvSpPr/>
            <p:nvPr/>
          </p:nvSpPr>
          <p:spPr>
            <a:xfrm>
              <a:off x="4411970" y="3940447"/>
              <a:ext cx="60414" cy="60369"/>
            </a:xfrm>
            <a:custGeom>
              <a:avLst/>
              <a:gdLst/>
              <a:ahLst/>
              <a:cxnLst/>
              <a:rect l="l" t="t" r="r" b="b"/>
              <a:pathLst>
                <a:path w="1338" h="1337" extrusionOk="0">
                  <a:moveTo>
                    <a:pt x="1" y="1"/>
                  </a:moveTo>
                  <a:lnTo>
                    <a:pt x="1" y="1336"/>
                  </a:lnTo>
                  <a:lnTo>
                    <a:pt x="1338" y="133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69"/>
            <p:cNvSpPr/>
            <p:nvPr/>
          </p:nvSpPr>
          <p:spPr>
            <a:xfrm>
              <a:off x="4411970" y="3686602"/>
              <a:ext cx="228743" cy="228743"/>
            </a:xfrm>
            <a:custGeom>
              <a:avLst/>
              <a:gdLst/>
              <a:ahLst/>
              <a:cxnLst/>
              <a:rect l="l" t="t" r="r" b="b"/>
              <a:pathLst>
                <a:path w="5066" h="5066" extrusionOk="0">
                  <a:moveTo>
                    <a:pt x="2534" y="1"/>
                  </a:moveTo>
                  <a:cubicBezTo>
                    <a:pt x="1134" y="1"/>
                    <a:pt x="1" y="1134"/>
                    <a:pt x="1" y="2534"/>
                  </a:cubicBezTo>
                  <a:cubicBezTo>
                    <a:pt x="1" y="3932"/>
                    <a:pt x="1134" y="5066"/>
                    <a:pt x="2534" y="5066"/>
                  </a:cubicBezTo>
                  <a:cubicBezTo>
                    <a:pt x="3932" y="5066"/>
                    <a:pt x="5066" y="3932"/>
                    <a:pt x="5066" y="2534"/>
                  </a:cubicBezTo>
                  <a:cubicBezTo>
                    <a:pt x="5066" y="1134"/>
                    <a:pt x="3932" y="1"/>
                    <a:pt x="2534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69"/>
            <p:cNvSpPr/>
            <p:nvPr/>
          </p:nvSpPr>
          <p:spPr>
            <a:xfrm>
              <a:off x="4442628" y="3717261"/>
              <a:ext cx="167425" cy="167425"/>
            </a:xfrm>
            <a:custGeom>
              <a:avLst/>
              <a:gdLst/>
              <a:ahLst/>
              <a:cxnLst/>
              <a:rect l="l" t="t" r="r" b="b"/>
              <a:pathLst>
                <a:path w="3708" h="3708" extrusionOk="0">
                  <a:moveTo>
                    <a:pt x="3708" y="1855"/>
                  </a:moveTo>
                  <a:cubicBezTo>
                    <a:pt x="3708" y="2878"/>
                    <a:pt x="2878" y="3708"/>
                    <a:pt x="1855" y="3708"/>
                  </a:cubicBezTo>
                  <a:cubicBezTo>
                    <a:pt x="832" y="3708"/>
                    <a:pt x="1" y="2878"/>
                    <a:pt x="1" y="1855"/>
                  </a:cubicBezTo>
                  <a:cubicBezTo>
                    <a:pt x="1" y="830"/>
                    <a:pt x="832" y="1"/>
                    <a:pt x="1855" y="1"/>
                  </a:cubicBezTo>
                  <a:cubicBezTo>
                    <a:pt x="2878" y="1"/>
                    <a:pt x="3708" y="830"/>
                    <a:pt x="3708" y="1855"/>
                  </a:cubicBezTo>
                  <a:close/>
                </a:path>
              </a:pathLst>
            </a:custGeom>
            <a:solidFill>
              <a:srgbClr val="222D3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69"/>
            <p:cNvSpPr/>
            <p:nvPr/>
          </p:nvSpPr>
          <p:spPr>
            <a:xfrm>
              <a:off x="4455090" y="3729723"/>
              <a:ext cx="142546" cy="142546"/>
            </a:xfrm>
            <a:custGeom>
              <a:avLst/>
              <a:gdLst/>
              <a:ahLst/>
              <a:cxnLst/>
              <a:rect l="l" t="t" r="r" b="b"/>
              <a:pathLst>
                <a:path w="3157" h="3157" extrusionOk="0">
                  <a:moveTo>
                    <a:pt x="1579" y="0"/>
                  </a:moveTo>
                  <a:cubicBezTo>
                    <a:pt x="706" y="0"/>
                    <a:pt x="0" y="706"/>
                    <a:pt x="0" y="1579"/>
                  </a:cubicBezTo>
                  <a:cubicBezTo>
                    <a:pt x="0" y="2450"/>
                    <a:pt x="706" y="3156"/>
                    <a:pt x="1579" y="3156"/>
                  </a:cubicBezTo>
                  <a:cubicBezTo>
                    <a:pt x="2450" y="3156"/>
                    <a:pt x="3156" y="2450"/>
                    <a:pt x="3156" y="1579"/>
                  </a:cubicBezTo>
                  <a:cubicBezTo>
                    <a:pt x="3156" y="706"/>
                    <a:pt x="2450" y="0"/>
                    <a:pt x="1579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39" name="Google Shape;1139;p69"/>
          <p:cNvSpPr/>
          <p:nvPr/>
        </p:nvSpPr>
        <p:spPr>
          <a:xfrm>
            <a:off x="1308963" y="3982983"/>
            <a:ext cx="1096727" cy="261111"/>
          </a:xfrm>
          <a:custGeom>
            <a:avLst/>
            <a:gdLst/>
            <a:ahLst/>
            <a:cxnLst/>
            <a:rect l="l" t="t" r="r" b="b"/>
            <a:pathLst>
              <a:path w="17936" h="4270" extrusionOk="0">
                <a:moveTo>
                  <a:pt x="2303" y="1110"/>
                </a:moveTo>
                <a:cubicBezTo>
                  <a:pt x="2883" y="1110"/>
                  <a:pt x="3355" y="1569"/>
                  <a:pt x="3355" y="2135"/>
                </a:cubicBezTo>
                <a:cubicBezTo>
                  <a:pt x="3353" y="2716"/>
                  <a:pt x="2883" y="3187"/>
                  <a:pt x="2303" y="3187"/>
                </a:cubicBezTo>
                <a:cubicBezTo>
                  <a:pt x="1722" y="3187"/>
                  <a:pt x="1251" y="2716"/>
                  <a:pt x="1251" y="2135"/>
                </a:cubicBezTo>
                <a:cubicBezTo>
                  <a:pt x="1251" y="1569"/>
                  <a:pt x="1722" y="1110"/>
                  <a:pt x="2303" y="1110"/>
                </a:cubicBezTo>
                <a:close/>
                <a:moveTo>
                  <a:pt x="2304" y="0"/>
                </a:moveTo>
                <a:cubicBezTo>
                  <a:pt x="1748" y="0"/>
                  <a:pt x="1201" y="218"/>
                  <a:pt x="793" y="626"/>
                </a:cubicBezTo>
                <a:cubicBezTo>
                  <a:pt x="183" y="1236"/>
                  <a:pt x="0" y="2154"/>
                  <a:pt x="330" y="2951"/>
                </a:cubicBezTo>
                <a:cubicBezTo>
                  <a:pt x="662" y="3749"/>
                  <a:pt x="1438" y="4269"/>
                  <a:pt x="2303" y="4269"/>
                </a:cubicBezTo>
                <a:cubicBezTo>
                  <a:pt x="3481" y="4269"/>
                  <a:pt x="4436" y="3313"/>
                  <a:pt x="4436" y="2135"/>
                </a:cubicBezTo>
                <a:lnTo>
                  <a:pt x="4436" y="3254"/>
                </a:lnTo>
                <a:cubicBezTo>
                  <a:pt x="4436" y="3814"/>
                  <a:pt x="4891" y="4269"/>
                  <a:pt x="5451" y="4269"/>
                </a:cubicBezTo>
                <a:lnTo>
                  <a:pt x="17600" y="4269"/>
                </a:lnTo>
                <a:cubicBezTo>
                  <a:pt x="17785" y="4269"/>
                  <a:pt x="17935" y="4119"/>
                  <a:pt x="17935" y="3936"/>
                </a:cubicBezTo>
                <a:lnTo>
                  <a:pt x="17935" y="333"/>
                </a:lnTo>
                <a:cubicBezTo>
                  <a:pt x="17934" y="149"/>
                  <a:pt x="17785" y="0"/>
                  <a:pt x="17602" y="0"/>
                </a:cubicBezTo>
                <a:lnTo>
                  <a:pt x="5451" y="0"/>
                </a:lnTo>
                <a:cubicBezTo>
                  <a:pt x="4891" y="0"/>
                  <a:pt x="4437" y="453"/>
                  <a:pt x="4437" y="1014"/>
                </a:cubicBezTo>
                <a:lnTo>
                  <a:pt x="4437" y="2133"/>
                </a:lnTo>
                <a:cubicBezTo>
                  <a:pt x="4436" y="1270"/>
                  <a:pt x="3915" y="492"/>
                  <a:pt x="3118" y="162"/>
                </a:cubicBezTo>
                <a:cubicBezTo>
                  <a:pt x="2855" y="53"/>
                  <a:pt x="2578" y="0"/>
                  <a:pt x="2304" y="0"/>
                </a:cubicBezTo>
                <a:close/>
              </a:path>
            </a:pathLst>
          </a:custGeom>
          <a:solidFill>
            <a:srgbClr val="445D7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140" name="Google Shape;1140;p69"/>
          <p:cNvGrpSpPr/>
          <p:nvPr/>
        </p:nvGrpSpPr>
        <p:grpSpPr>
          <a:xfrm>
            <a:off x="1318627" y="3110899"/>
            <a:ext cx="2627111" cy="278379"/>
            <a:chOff x="6336019" y="3733725"/>
            <a:chExt cx="2566206" cy="351310"/>
          </a:xfrm>
        </p:grpSpPr>
        <p:sp>
          <p:nvSpPr>
            <p:cNvPr id="1141" name="Google Shape;1141;p69"/>
            <p:cNvSpPr/>
            <p:nvPr/>
          </p:nvSpPr>
          <p:spPr>
            <a:xfrm>
              <a:off x="6336019" y="3733735"/>
              <a:ext cx="1881300" cy="351300"/>
            </a:xfrm>
            <a:prstGeom prst="homePlate">
              <a:avLst>
                <a:gd name="adj" fmla="val 50000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69"/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69"/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69"/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45" name="Google Shape;1145;p69"/>
          <p:cNvGrpSpPr/>
          <p:nvPr/>
        </p:nvGrpSpPr>
        <p:grpSpPr>
          <a:xfrm>
            <a:off x="2653502" y="5254305"/>
            <a:ext cx="1262068" cy="204267"/>
            <a:chOff x="4404545" y="3301592"/>
            <a:chExt cx="782403" cy="129272"/>
          </a:xfrm>
        </p:grpSpPr>
        <p:sp>
          <p:nvSpPr>
            <p:cNvPr id="1146" name="Google Shape;1146;p69"/>
            <p:cNvSpPr/>
            <p:nvPr/>
          </p:nvSpPr>
          <p:spPr>
            <a:xfrm>
              <a:off x="4404545" y="3301592"/>
              <a:ext cx="782403" cy="129272"/>
            </a:xfrm>
            <a:custGeom>
              <a:avLst/>
              <a:gdLst/>
              <a:ahLst/>
              <a:cxnLst/>
              <a:rect l="l" t="t" r="r" b="b"/>
              <a:pathLst>
                <a:path w="17328" h="2863" extrusionOk="0">
                  <a:moveTo>
                    <a:pt x="1432" y="1"/>
                  </a:moveTo>
                  <a:cubicBezTo>
                    <a:pt x="641" y="1"/>
                    <a:pt x="1" y="641"/>
                    <a:pt x="2" y="1431"/>
                  </a:cubicBezTo>
                  <a:cubicBezTo>
                    <a:pt x="1" y="2222"/>
                    <a:pt x="641" y="2861"/>
                    <a:pt x="1432" y="2862"/>
                  </a:cubicBezTo>
                  <a:lnTo>
                    <a:pt x="15897" y="2862"/>
                  </a:lnTo>
                  <a:cubicBezTo>
                    <a:pt x="16687" y="2861"/>
                    <a:pt x="17327" y="2222"/>
                    <a:pt x="17327" y="1431"/>
                  </a:cubicBezTo>
                  <a:cubicBezTo>
                    <a:pt x="17327" y="641"/>
                    <a:pt x="16687" y="1"/>
                    <a:pt x="15897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69"/>
            <p:cNvSpPr/>
            <p:nvPr/>
          </p:nvSpPr>
          <p:spPr>
            <a:xfrm>
              <a:off x="4416034" y="3308320"/>
              <a:ext cx="120286" cy="115726"/>
            </a:xfrm>
            <a:custGeom>
              <a:avLst/>
              <a:gdLst/>
              <a:ahLst/>
              <a:cxnLst/>
              <a:rect l="l" t="t" r="r" b="b"/>
              <a:pathLst>
                <a:path w="2664" h="2563" extrusionOk="0">
                  <a:moveTo>
                    <a:pt x="1382" y="1"/>
                  </a:moveTo>
                  <a:cubicBezTo>
                    <a:pt x="864" y="1"/>
                    <a:pt x="398" y="313"/>
                    <a:pt x="199" y="792"/>
                  </a:cubicBezTo>
                  <a:cubicBezTo>
                    <a:pt x="0" y="1270"/>
                    <a:pt x="109" y="1821"/>
                    <a:pt x="476" y="2188"/>
                  </a:cubicBezTo>
                  <a:cubicBezTo>
                    <a:pt x="721" y="2433"/>
                    <a:pt x="1048" y="2563"/>
                    <a:pt x="1381" y="2563"/>
                  </a:cubicBezTo>
                  <a:cubicBezTo>
                    <a:pt x="1547" y="2563"/>
                    <a:pt x="1713" y="2531"/>
                    <a:pt x="1872" y="2465"/>
                  </a:cubicBezTo>
                  <a:cubicBezTo>
                    <a:pt x="2351" y="2268"/>
                    <a:pt x="2663" y="1800"/>
                    <a:pt x="2663" y="1282"/>
                  </a:cubicBezTo>
                  <a:cubicBezTo>
                    <a:pt x="2663" y="574"/>
                    <a:pt x="2090" y="1"/>
                    <a:pt x="138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48" name="Google Shape;1148;p69"/>
          <p:cNvGrpSpPr/>
          <p:nvPr/>
        </p:nvGrpSpPr>
        <p:grpSpPr>
          <a:xfrm>
            <a:off x="2653502" y="4906251"/>
            <a:ext cx="1283009" cy="185503"/>
            <a:chOff x="4411970" y="3131459"/>
            <a:chExt cx="710520" cy="117397"/>
          </a:xfrm>
        </p:grpSpPr>
        <p:sp>
          <p:nvSpPr>
            <p:cNvPr id="1149" name="Google Shape;1149;p69"/>
            <p:cNvSpPr/>
            <p:nvPr/>
          </p:nvSpPr>
          <p:spPr>
            <a:xfrm>
              <a:off x="4411970" y="3131459"/>
              <a:ext cx="710520" cy="117397"/>
            </a:xfrm>
            <a:custGeom>
              <a:avLst/>
              <a:gdLst/>
              <a:ahLst/>
              <a:cxnLst/>
              <a:rect l="l" t="t" r="r" b="b"/>
              <a:pathLst>
                <a:path w="15736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15537" y="2600"/>
                  </a:lnTo>
                  <a:cubicBezTo>
                    <a:pt x="15646" y="2600"/>
                    <a:pt x="15735" y="2510"/>
                    <a:pt x="15735" y="2400"/>
                  </a:cubicBezTo>
                  <a:lnTo>
                    <a:pt x="15735" y="201"/>
                  </a:lnTo>
                  <a:cubicBezTo>
                    <a:pt x="15735" y="90"/>
                    <a:pt x="15646" y="1"/>
                    <a:pt x="15537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69"/>
            <p:cNvSpPr/>
            <p:nvPr/>
          </p:nvSpPr>
          <p:spPr>
            <a:xfrm>
              <a:off x="4411970" y="3131459"/>
              <a:ext cx="168012" cy="117397"/>
            </a:xfrm>
            <a:custGeom>
              <a:avLst/>
              <a:gdLst/>
              <a:ahLst/>
              <a:cxnLst/>
              <a:rect l="l" t="t" r="r" b="b"/>
              <a:pathLst>
                <a:path w="3721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3721" y="2600"/>
                  </a:lnTo>
                  <a:lnTo>
                    <a:pt x="2925" y="1693"/>
                  </a:lnTo>
                  <a:lnTo>
                    <a:pt x="2925" y="1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51" name="Google Shape;1151;p69" descr="Timeline background shape"/>
          <p:cNvSpPr/>
          <p:nvPr/>
        </p:nvSpPr>
        <p:spPr>
          <a:xfrm>
            <a:off x="2653501" y="5621124"/>
            <a:ext cx="1280400" cy="204000"/>
          </a:xfrm>
          <a:prstGeom prst="homePlate">
            <a:avLst>
              <a:gd name="adj" fmla="val 50000"/>
            </a:avLst>
          </a:prstGeom>
          <a:solidFill>
            <a:srgbClr val="667E9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152" name="Google Shape;1152;p69"/>
          <p:cNvGrpSpPr/>
          <p:nvPr/>
        </p:nvGrpSpPr>
        <p:grpSpPr>
          <a:xfrm>
            <a:off x="1320361" y="4819309"/>
            <a:ext cx="1098451" cy="611984"/>
            <a:chOff x="4411970" y="1801825"/>
            <a:chExt cx="734586" cy="409262"/>
          </a:xfrm>
        </p:grpSpPr>
        <p:sp>
          <p:nvSpPr>
            <p:cNvPr id="1153" name="Google Shape;1153;p69"/>
            <p:cNvSpPr/>
            <p:nvPr/>
          </p:nvSpPr>
          <p:spPr>
            <a:xfrm>
              <a:off x="4411970" y="1801825"/>
              <a:ext cx="734586" cy="409262"/>
            </a:xfrm>
            <a:custGeom>
              <a:avLst/>
              <a:gdLst/>
              <a:ahLst/>
              <a:cxnLst/>
              <a:rect l="l" t="t" r="r" b="b"/>
              <a:pathLst>
                <a:path w="16269" h="9064" extrusionOk="0">
                  <a:moveTo>
                    <a:pt x="428" y="0"/>
                  </a:moveTo>
                  <a:cubicBezTo>
                    <a:pt x="193" y="0"/>
                    <a:pt x="2" y="191"/>
                    <a:pt x="2" y="428"/>
                  </a:cubicBezTo>
                  <a:lnTo>
                    <a:pt x="2" y="6900"/>
                  </a:lnTo>
                  <a:cubicBezTo>
                    <a:pt x="1" y="7136"/>
                    <a:pt x="193" y="7328"/>
                    <a:pt x="428" y="7328"/>
                  </a:cubicBezTo>
                  <a:lnTo>
                    <a:pt x="12834" y="7328"/>
                  </a:lnTo>
                  <a:lnTo>
                    <a:pt x="13836" y="9064"/>
                  </a:lnTo>
                  <a:lnTo>
                    <a:pt x="14839" y="7328"/>
                  </a:lnTo>
                  <a:lnTo>
                    <a:pt x="15839" y="7328"/>
                  </a:lnTo>
                  <a:cubicBezTo>
                    <a:pt x="16076" y="7328"/>
                    <a:pt x="16269" y="7137"/>
                    <a:pt x="16269" y="6900"/>
                  </a:cubicBezTo>
                  <a:lnTo>
                    <a:pt x="16269" y="428"/>
                  </a:lnTo>
                  <a:cubicBezTo>
                    <a:pt x="16267" y="191"/>
                    <a:pt x="16076" y="0"/>
                    <a:pt x="15839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69"/>
            <p:cNvSpPr/>
            <p:nvPr/>
          </p:nvSpPr>
          <p:spPr>
            <a:xfrm>
              <a:off x="4411970" y="1801825"/>
              <a:ext cx="184087" cy="330923"/>
            </a:xfrm>
            <a:custGeom>
              <a:avLst/>
              <a:gdLst/>
              <a:ahLst/>
              <a:cxnLst/>
              <a:rect l="l" t="t" r="r" b="b"/>
              <a:pathLst>
                <a:path w="4077" h="7329" extrusionOk="0">
                  <a:moveTo>
                    <a:pt x="428" y="0"/>
                  </a:moveTo>
                  <a:cubicBezTo>
                    <a:pt x="193" y="0"/>
                    <a:pt x="2" y="191"/>
                    <a:pt x="2" y="428"/>
                  </a:cubicBezTo>
                  <a:lnTo>
                    <a:pt x="2" y="6900"/>
                  </a:lnTo>
                  <a:cubicBezTo>
                    <a:pt x="1" y="7136"/>
                    <a:pt x="193" y="7328"/>
                    <a:pt x="428" y="7328"/>
                  </a:cubicBezTo>
                  <a:lnTo>
                    <a:pt x="4076" y="7328"/>
                  </a:lnTo>
                  <a:lnTo>
                    <a:pt x="4076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55" name="Google Shape;1155;p69"/>
          <p:cNvGrpSpPr/>
          <p:nvPr/>
        </p:nvGrpSpPr>
        <p:grpSpPr>
          <a:xfrm>
            <a:off x="1320362" y="5550545"/>
            <a:ext cx="1141797" cy="282719"/>
            <a:chOff x="4411970" y="2233974"/>
            <a:chExt cx="763574" cy="189068"/>
          </a:xfrm>
        </p:grpSpPr>
        <p:sp>
          <p:nvSpPr>
            <p:cNvPr id="1156" name="Google Shape;1156;p69"/>
            <p:cNvSpPr/>
            <p:nvPr/>
          </p:nvSpPr>
          <p:spPr>
            <a:xfrm>
              <a:off x="4411970" y="2278599"/>
              <a:ext cx="763574" cy="144443"/>
            </a:xfrm>
            <a:custGeom>
              <a:avLst/>
              <a:gdLst/>
              <a:ahLst/>
              <a:cxnLst/>
              <a:rect l="l" t="t" r="r" b="b"/>
              <a:pathLst>
                <a:path w="16911" h="3199" extrusionOk="0">
                  <a:moveTo>
                    <a:pt x="1" y="1"/>
                  </a:moveTo>
                  <a:lnTo>
                    <a:pt x="1" y="3198"/>
                  </a:lnTo>
                  <a:lnTo>
                    <a:pt x="16911" y="3198"/>
                  </a:lnTo>
                  <a:lnTo>
                    <a:pt x="16911" y="1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69"/>
            <p:cNvSpPr/>
            <p:nvPr/>
          </p:nvSpPr>
          <p:spPr>
            <a:xfrm>
              <a:off x="4411970" y="2233974"/>
              <a:ext cx="262291" cy="144443"/>
            </a:xfrm>
            <a:custGeom>
              <a:avLst/>
              <a:gdLst/>
              <a:ahLst/>
              <a:cxnLst/>
              <a:rect l="l" t="t" r="r" b="b"/>
              <a:pathLst>
                <a:path w="5809" h="3199" extrusionOk="0">
                  <a:moveTo>
                    <a:pt x="1" y="1"/>
                  </a:moveTo>
                  <a:lnTo>
                    <a:pt x="1" y="3198"/>
                  </a:lnTo>
                  <a:lnTo>
                    <a:pt x="5809" y="3198"/>
                  </a:lnTo>
                  <a:lnTo>
                    <a:pt x="4195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58" name="Google Shape;1158;p69"/>
          <p:cNvGrpSpPr/>
          <p:nvPr/>
        </p:nvGrpSpPr>
        <p:grpSpPr>
          <a:xfrm>
            <a:off x="4133956" y="3117659"/>
            <a:ext cx="682136" cy="682136"/>
            <a:chOff x="5681300" y="2527788"/>
            <a:chExt cx="805800" cy="805800"/>
          </a:xfrm>
        </p:grpSpPr>
        <p:sp>
          <p:nvSpPr>
            <p:cNvPr id="1159" name="Google Shape;1159;p69"/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69"/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0"/>
                <a:gd name="adj2" fmla="val 16200000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61" name="Google Shape;1161;p69"/>
          <p:cNvGrpSpPr/>
          <p:nvPr/>
        </p:nvGrpSpPr>
        <p:grpSpPr>
          <a:xfrm>
            <a:off x="4130217" y="4139770"/>
            <a:ext cx="684028" cy="683913"/>
            <a:chOff x="4049800" y="640400"/>
            <a:chExt cx="858900" cy="858900"/>
          </a:xfrm>
        </p:grpSpPr>
        <p:sp>
          <p:nvSpPr>
            <p:cNvPr id="1162" name="Google Shape;1162;p69"/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25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69"/>
            <p:cNvSpPr/>
            <p:nvPr/>
          </p:nvSpPr>
          <p:spPr>
            <a:xfrm>
              <a:off x="4049800" y="640400"/>
              <a:ext cx="858900" cy="858900"/>
            </a:xfrm>
            <a:prstGeom prst="blockArc">
              <a:avLst>
                <a:gd name="adj1" fmla="val 7914150"/>
                <a:gd name="adj2" fmla="val 0"/>
                <a:gd name="adj3" fmla="val 25000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64" name="Google Shape;1164;p69"/>
          <p:cNvGrpSpPr/>
          <p:nvPr/>
        </p:nvGrpSpPr>
        <p:grpSpPr>
          <a:xfrm>
            <a:off x="4019815" y="5008959"/>
            <a:ext cx="915319" cy="915447"/>
            <a:chOff x="5080188" y="927900"/>
            <a:chExt cx="961200" cy="961200"/>
          </a:xfrm>
        </p:grpSpPr>
        <p:sp>
          <p:nvSpPr>
            <p:cNvPr id="1165" name="Google Shape;1165;p69"/>
            <p:cNvSpPr/>
            <p:nvPr/>
          </p:nvSpPr>
          <p:spPr>
            <a:xfrm>
              <a:off x="5201900" y="1050116"/>
              <a:ext cx="716700" cy="716700"/>
            </a:xfrm>
            <a:prstGeom prst="donut">
              <a:avLst>
                <a:gd name="adj" fmla="val 4716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69"/>
            <p:cNvSpPr/>
            <p:nvPr/>
          </p:nvSpPr>
          <p:spPr>
            <a:xfrm>
              <a:off x="5269594" y="1117818"/>
              <a:ext cx="581100" cy="581100"/>
            </a:xfrm>
            <a:prstGeom prst="donut">
              <a:avLst>
                <a:gd name="adj" fmla="val 5814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69"/>
            <p:cNvSpPr/>
            <p:nvPr/>
          </p:nvSpPr>
          <p:spPr>
            <a:xfrm>
              <a:off x="5339279" y="1187526"/>
              <a:ext cx="441900" cy="441600"/>
            </a:xfrm>
            <a:prstGeom prst="donut">
              <a:avLst>
                <a:gd name="adj" fmla="val 7648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69"/>
            <p:cNvSpPr/>
            <p:nvPr/>
          </p:nvSpPr>
          <p:spPr>
            <a:xfrm>
              <a:off x="5414892" y="1263155"/>
              <a:ext cx="290700" cy="290700"/>
            </a:xfrm>
            <a:prstGeom prst="donut">
              <a:avLst>
                <a:gd name="adj" fmla="val 10182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69"/>
            <p:cNvSpPr/>
            <p:nvPr/>
          </p:nvSpPr>
          <p:spPr>
            <a:xfrm rot="-3809958">
              <a:off x="5202435" y="1050148"/>
              <a:ext cx="716705" cy="716705"/>
            </a:xfrm>
            <a:prstGeom prst="blockArc">
              <a:avLst>
                <a:gd name="adj1" fmla="val 5266439"/>
                <a:gd name="adj2" fmla="val 19995741"/>
                <a:gd name="adj3" fmla="val 4692"/>
              </a:avLst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69"/>
            <p:cNvSpPr/>
            <p:nvPr/>
          </p:nvSpPr>
          <p:spPr>
            <a:xfrm rot="-3906059">
              <a:off x="5269616" y="1117617"/>
              <a:ext cx="581445" cy="581445"/>
            </a:xfrm>
            <a:prstGeom prst="blockArc">
              <a:avLst>
                <a:gd name="adj1" fmla="val 3085776"/>
                <a:gd name="adj2" fmla="val 20100839"/>
                <a:gd name="adj3" fmla="val 5564"/>
              </a:avLst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69"/>
            <p:cNvSpPr/>
            <p:nvPr/>
          </p:nvSpPr>
          <p:spPr>
            <a:xfrm rot="-4222340">
              <a:off x="5339825" y="1187386"/>
              <a:ext cx="442087" cy="442087"/>
            </a:xfrm>
            <a:prstGeom prst="blockArc">
              <a:avLst>
                <a:gd name="adj1" fmla="val 8884448"/>
                <a:gd name="adj2" fmla="val 20414899"/>
                <a:gd name="adj3" fmla="val 7688"/>
              </a:avLst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69"/>
            <p:cNvSpPr/>
            <p:nvPr/>
          </p:nvSpPr>
          <p:spPr>
            <a:xfrm rot="-4538880">
              <a:off x="5414922" y="1262925"/>
              <a:ext cx="290465" cy="290465"/>
            </a:xfrm>
            <a:prstGeom prst="blockArc">
              <a:avLst>
                <a:gd name="adj1" fmla="val 6490304"/>
                <a:gd name="adj2" fmla="val 20700625"/>
                <a:gd name="adj3" fmla="val 10156"/>
              </a:avLst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73" name="Google Shape;1173;p69"/>
          <p:cNvGrpSpPr/>
          <p:nvPr/>
        </p:nvGrpSpPr>
        <p:grpSpPr>
          <a:xfrm>
            <a:off x="5064017" y="5132598"/>
            <a:ext cx="680497" cy="681249"/>
            <a:chOff x="7508249" y="1522825"/>
            <a:chExt cx="1326332" cy="1322987"/>
          </a:xfrm>
        </p:grpSpPr>
        <p:sp>
          <p:nvSpPr>
            <p:cNvPr id="1174" name="Google Shape;1174;p69"/>
            <p:cNvSpPr/>
            <p:nvPr/>
          </p:nvSpPr>
          <p:spPr>
            <a:xfrm>
              <a:off x="8036275" y="1522825"/>
              <a:ext cx="568251" cy="419545"/>
            </a:xfrm>
            <a:custGeom>
              <a:avLst/>
              <a:gdLst/>
              <a:ahLst/>
              <a:cxnLst/>
              <a:rect l="l" t="t" r="r" b="b"/>
              <a:pathLst>
                <a:path w="77683" h="57354" extrusionOk="0">
                  <a:moveTo>
                    <a:pt x="18272" y="0"/>
                  </a:moveTo>
                  <a:cubicBezTo>
                    <a:pt x="17902" y="0"/>
                    <a:pt x="17532" y="2"/>
                    <a:pt x="17161" y="7"/>
                  </a:cubicBezTo>
                  <a:cubicBezTo>
                    <a:pt x="11496" y="71"/>
                    <a:pt x="5756" y="673"/>
                    <a:pt x="1" y="1850"/>
                  </a:cubicBezTo>
                  <a:lnTo>
                    <a:pt x="9295" y="47323"/>
                  </a:lnTo>
                  <a:lnTo>
                    <a:pt x="9299" y="47323"/>
                  </a:lnTo>
                  <a:cubicBezTo>
                    <a:pt x="12272" y="46715"/>
                    <a:pt x="13499" y="46536"/>
                    <a:pt x="16407" y="46536"/>
                  </a:cubicBezTo>
                  <a:cubicBezTo>
                    <a:pt x="16418" y="46536"/>
                    <a:pt x="16429" y="46536"/>
                    <a:pt x="16440" y="46536"/>
                  </a:cubicBezTo>
                  <a:lnTo>
                    <a:pt x="18189" y="46511"/>
                  </a:lnTo>
                  <a:lnTo>
                    <a:pt x="18193" y="46511"/>
                  </a:lnTo>
                  <a:cubicBezTo>
                    <a:pt x="27852" y="46511"/>
                    <a:pt x="36781" y="49623"/>
                    <a:pt x="44036" y="54905"/>
                  </a:cubicBezTo>
                  <a:lnTo>
                    <a:pt x="44057" y="54878"/>
                  </a:lnTo>
                  <a:cubicBezTo>
                    <a:pt x="45130" y="55658"/>
                    <a:pt x="46165" y="56484"/>
                    <a:pt x="47159" y="57353"/>
                  </a:cubicBezTo>
                  <a:lnTo>
                    <a:pt x="77683" y="22389"/>
                  </a:lnTo>
                  <a:cubicBezTo>
                    <a:pt x="73099" y="18379"/>
                    <a:pt x="68099" y="14821"/>
                    <a:pt x="62744" y="11787"/>
                  </a:cubicBezTo>
                  <a:lnTo>
                    <a:pt x="62752" y="11772"/>
                  </a:lnTo>
                  <a:cubicBezTo>
                    <a:pt x="49514" y="4246"/>
                    <a:pt x="34283" y="0"/>
                    <a:pt x="18272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69"/>
            <p:cNvSpPr/>
            <p:nvPr/>
          </p:nvSpPr>
          <p:spPr>
            <a:xfrm>
              <a:off x="8358375" y="1649762"/>
              <a:ext cx="456039" cy="463215"/>
            </a:xfrm>
            <a:custGeom>
              <a:avLst/>
              <a:gdLst/>
              <a:ahLst/>
              <a:cxnLst/>
              <a:rect l="l" t="t" r="r" b="b"/>
              <a:pathLst>
                <a:path w="62343" h="63324" extrusionOk="0">
                  <a:moveTo>
                    <a:pt x="27281" y="1"/>
                  </a:moveTo>
                  <a:lnTo>
                    <a:pt x="0" y="37551"/>
                  </a:lnTo>
                  <a:cubicBezTo>
                    <a:pt x="7426" y="42952"/>
                    <a:pt x="13092" y="50620"/>
                    <a:pt x="15988" y="59535"/>
                  </a:cubicBezTo>
                  <a:lnTo>
                    <a:pt x="16033" y="59519"/>
                  </a:lnTo>
                  <a:cubicBezTo>
                    <a:pt x="16439" y="60766"/>
                    <a:pt x="16790" y="62034"/>
                    <a:pt x="17084" y="63324"/>
                  </a:cubicBezTo>
                  <a:lnTo>
                    <a:pt x="62342" y="52975"/>
                  </a:lnTo>
                  <a:cubicBezTo>
                    <a:pt x="58048" y="34190"/>
                    <a:pt x="47853" y="17453"/>
                    <a:pt x="33650" y="5035"/>
                  </a:cubicBezTo>
                  <a:lnTo>
                    <a:pt x="33624" y="5063"/>
                  </a:lnTo>
                  <a:cubicBezTo>
                    <a:pt x="31588" y="3283"/>
                    <a:pt x="29473" y="1593"/>
                    <a:pt x="2728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69"/>
            <p:cNvSpPr/>
            <p:nvPr/>
          </p:nvSpPr>
          <p:spPr>
            <a:xfrm>
              <a:off x="8465584" y="1980292"/>
              <a:ext cx="368998" cy="464042"/>
            </a:xfrm>
            <a:custGeom>
              <a:avLst/>
              <a:gdLst/>
              <a:ahLst/>
              <a:cxnLst/>
              <a:rect l="l" t="t" r="r" b="b"/>
              <a:pathLst>
                <a:path w="50444" h="63437" extrusionOk="0">
                  <a:moveTo>
                    <a:pt x="45483" y="0"/>
                  </a:moveTo>
                  <a:lnTo>
                    <a:pt x="1331" y="14347"/>
                  </a:lnTo>
                  <a:cubicBezTo>
                    <a:pt x="2720" y="18628"/>
                    <a:pt x="3473" y="23193"/>
                    <a:pt x="3473" y="27937"/>
                  </a:cubicBezTo>
                  <a:cubicBezTo>
                    <a:pt x="3473" y="32680"/>
                    <a:pt x="2721" y="37247"/>
                    <a:pt x="1331" y="41526"/>
                  </a:cubicBezTo>
                  <a:lnTo>
                    <a:pt x="1331" y="41531"/>
                  </a:lnTo>
                  <a:lnTo>
                    <a:pt x="1373" y="41544"/>
                  </a:lnTo>
                  <a:cubicBezTo>
                    <a:pt x="968" y="42791"/>
                    <a:pt x="509" y="44013"/>
                    <a:pt x="1" y="45206"/>
                  </a:cubicBezTo>
                  <a:lnTo>
                    <a:pt x="1" y="45210"/>
                  </a:lnTo>
                  <a:lnTo>
                    <a:pt x="42698" y="63436"/>
                  </a:lnTo>
                  <a:cubicBezTo>
                    <a:pt x="46328" y="54928"/>
                    <a:pt x="48703" y="45713"/>
                    <a:pt x="49573" y="36003"/>
                  </a:cubicBezTo>
                  <a:cubicBezTo>
                    <a:pt x="50444" y="26293"/>
                    <a:pt x="49743" y="16805"/>
                    <a:pt x="47685" y="7787"/>
                  </a:cubicBezTo>
                  <a:lnTo>
                    <a:pt x="47630" y="7800"/>
                  </a:lnTo>
                  <a:cubicBezTo>
                    <a:pt x="47029" y="5154"/>
                    <a:pt x="46310" y="2552"/>
                    <a:pt x="45483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69"/>
            <p:cNvSpPr/>
            <p:nvPr/>
          </p:nvSpPr>
          <p:spPr>
            <a:xfrm>
              <a:off x="8334786" y="2284073"/>
              <a:ext cx="463522" cy="468043"/>
            </a:xfrm>
            <a:custGeom>
              <a:avLst/>
              <a:gdLst/>
              <a:ahLst/>
              <a:cxnLst/>
              <a:rect l="l" t="t" r="r" b="b"/>
              <a:pathLst>
                <a:path w="63366" h="63984" extrusionOk="0">
                  <a:moveTo>
                    <a:pt x="19213" y="1"/>
                  </a:moveTo>
                  <a:cubicBezTo>
                    <a:pt x="16318" y="8917"/>
                    <a:pt x="10652" y="16583"/>
                    <a:pt x="3228" y="21984"/>
                  </a:cubicBezTo>
                  <a:lnTo>
                    <a:pt x="3243" y="22007"/>
                  </a:lnTo>
                  <a:cubicBezTo>
                    <a:pt x="2194" y="22766"/>
                    <a:pt x="1113" y="23483"/>
                    <a:pt x="0" y="24149"/>
                  </a:cubicBezTo>
                  <a:lnTo>
                    <a:pt x="23817" y="63984"/>
                  </a:lnTo>
                  <a:cubicBezTo>
                    <a:pt x="40003" y="54290"/>
                    <a:pt x="53013" y="39632"/>
                    <a:pt x="60578" y="21909"/>
                  </a:cubicBezTo>
                  <a:lnTo>
                    <a:pt x="60578" y="21907"/>
                  </a:lnTo>
                  <a:lnTo>
                    <a:pt x="60533" y="21888"/>
                  </a:lnTo>
                  <a:cubicBezTo>
                    <a:pt x="61585" y="19427"/>
                    <a:pt x="62530" y="16912"/>
                    <a:pt x="63363" y="14345"/>
                  </a:cubicBezTo>
                  <a:lnTo>
                    <a:pt x="63363" y="14344"/>
                  </a:lnTo>
                  <a:lnTo>
                    <a:pt x="63365" y="14344"/>
                  </a:lnTo>
                  <a:lnTo>
                    <a:pt x="19213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69"/>
            <p:cNvSpPr/>
            <p:nvPr/>
          </p:nvSpPr>
          <p:spPr>
            <a:xfrm>
              <a:off x="8110685" y="2444876"/>
              <a:ext cx="447276" cy="400935"/>
            </a:xfrm>
            <a:custGeom>
              <a:avLst/>
              <a:gdLst/>
              <a:ahLst/>
              <a:cxnLst/>
              <a:rect l="l" t="t" r="r" b="b"/>
              <a:pathLst>
                <a:path w="61145" h="54810" extrusionOk="0">
                  <a:moveTo>
                    <a:pt x="33866" y="0"/>
                  </a:moveTo>
                  <a:cubicBezTo>
                    <a:pt x="26611" y="5284"/>
                    <a:pt x="17677" y="8398"/>
                    <a:pt x="8020" y="8398"/>
                  </a:cubicBezTo>
                  <a:lnTo>
                    <a:pt x="8016" y="8398"/>
                  </a:lnTo>
                  <a:lnTo>
                    <a:pt x="8016" y="8399"/>
                  </a:lnTo>
                  <a:cubicBezTo>
                    <a:pt x="6736" y="8396"/>
                    <a:pt x="5444" y="8338"/>
                    <a:pt x="4145" y="8221"/>
                  </a:cubicBezTo>
                  <a:lnTo>
                    <a:pt x="4142" y="8221"/>
                  </a:lnTo>
                  <a:lnTo>
                    <a:pt x="1" y="54444"/>
                  </a:lnTo>
                  <a:lnTo>
                    <a:pt x="3" y="54444"/>
                  </a:lnTo>
                  <a:cubicBezTo>
                    <a:pt x="2745" y="54689"/>
                    <a:pt x="5470" y="54810"/>
                    <a:pt x="8171" y="54810"/>
                  </a:cubicBezTo>
                  <a:cubicBezTo>
                    <a:pt x="24948" y="54810"/>
                    <a:pt x="40828" y="50164"/>
                    <a:pt x="54456" y="42000"/>
                  </a:cubicBezTo>
                  <a:lnTo>
                    <a:pt x="54445" y="41982"/>
                  </a:lnTo>
                  <a:cubicBezTo>
                    <a:pt x="56748" y="40604"/>
                    <a:pt x="58982" y="39124"/>
                    <a:pt x="61144" y="37550"/>
                  </a:cubicBezTo>
                  <a:lnTo>
                    <a:pt x="33866" y="0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69"/>
            <p:cNvSpPr/>
            <p:nvPr/>
          </p:nvSpPr>
          <p:spPr>
            <a:xfrm>
              <a:off x="7734911" y="2426963"/>
              <a:ext cx="434445" cy="418813"/>
            </a:xfrm>
            <a:custGeom>
              <a:avLst/>
              <a:gdLst/>
              <a:ahLst/>
              <a:cxnLst/>
              <a:rect l="l" t="t" r="r" b="b"/>
              <a:pathLst>
                <a:path w="59391" h="57254" extrusionOk="0">
                  <a:moveTo>
                    <a:pt x="30519" y="1"/>
                  </a:moveTo>
                  <a:lnTo>
                    <a:pt x="1" y="34961"/>
                  </a:lnTo>
                  <a:cubicBezTo>
                    <a:pt x="2014" y="36723"/>
                    <a:pt x="4109" y="38397"/>
                    <a:pt x="6278" y="39979"/>
                  </a:cubicBezTo>
                  <a:lnTo>
                    <a:pt x="6266" y="39995"/>
                  </a:lnTo>
                  <a:cubicBezTo>
                    <a:pt x="21176" y="50851"/>
                    <a:pt x="39536" y="57253"/>
                    <a:pt x="59390" y="57253"/>
                  </a:cubicBezTo>
                  <a:lnTo>
                    <a:pt x="59390" y="10847"/>
                  </a:lnTo>
                  <a:cubicBezTo>
                    <a:pt x="58084" y="10847"/>
                    <a:pt x="56791" y="10791"/>
                    <a:pt x="55514" y="10678"/>
                  </a:cubicBezTo>
                  <a:lnTo>
                    <a:pt x="55514" y="10671"/>
                  </a:lnTo>
                  <a:cubicBezTo>
                    <a:pt x="45890" y="9810"/>
                    <a:pt x="37274" y="5908"/>
                    <a:pt x="3051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69"/>
            <p:cNvSpPr/>
            <p:nvPr/>
          </p:nvSpPr>
          <p:spPr>
            <a:xfrm>
              <a:off x="7525051" y="2256329"/>
              <a:ext cx="455242" cy="463215"/>
            </a:xfrm>
            <a:custGeom>
              <a:avLst/>
              <a:gdLst/>
              <a:ahLst/>
              <a:cxnLst/>
              <a:rect l="l" t="t" r="r" b="b"/>
              <a:pathLst>
                <a:path w="62234" h="63324" extrusionOk="0">
                  <a:moveTo>
                    <a:pt x="45259" y="0"/>
                  </a:moveTo>
                  <a:lnTo>
                    <a:pt x="0" y="10349"/>
                  </a:lnTo>
                  <a:cubicBezTo>
                    <a:pt x="602" y="12981"/>
                    <a:pt x="1320" y="15573"/>
                    <a:pt x="2148" y="18119"/>
                  </a:cubicBezTo>
                  <a:lnTo>
                    <a:pt x="2101" y="18136"/>
                  </a:lnTo>
                  <a:cubicBezTo>
                    <a:pt x="8054" y="36464"/>
                    <a:pt x="19701" y="52224"/>
                    <a:pt x="34955" y="63323"/>
                  </a:cubicBezTo>
                  <a:lnTo>
                    <a:pt x="62234" y="25777"/>
                  </a:lnTo>
                  <a:cubicBezTo>
                    <a:pt x="61184" y="25014"/>
                    <a:pt x="60169" y="24203"/>
                    <a:pt x="59191" y="23352"/>
                  </a:cubicBezTo>
                  <a:lnTo>
                    <a:pt x="59211" y="23327"/>
                  </a:lnTo>
                  <a:cubicBezTo>
                    <a:pt x="52302" y="17286"/>
                    <a:pt x="47344" y="9145"/>
                    <a:pt x="45259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69"/>
            <p:cNvSpPr/>
            <p:nvPr/>
          </p:nvSpPr>
          <p:spPr>
            <a:xfrm>
              <a:off x="7508249" y="1924972"/>
              <a:ext cx="365633" cy="464042"/>
            </a:xfrm>
            <a:custGeom>
              <a:avLst/>
              <a:gdLst/>
              <a:ahLst/>
              <a:cxnLst/>
              <a:rect l="l" t="t" r="r" b="b"/>
              <a:pathLst>
                <a:path w="49984" h="63437" extrusionOk="0">
                  <a:moveTo>
                    <a:pt x="7285" y="1"/>
                  </a:moveTo>
                  <a:cubicBezTo>
                    <a:pt x="6231" y="2469"/>
                    <a:pt x="5284" y="4998"/>
                    <a:pt x="4449" y="7580"/>
                  </a:cubicBezTo>
                  <a:lnTo>
                    <a:pt x="4399" y="7563"/>
                  </a:lnTo>
                  <a:cubicBezTo>
                    <a:pt x="1543" y="16362"/>
                    <a:pt x="0" y="25750"/>
                    <a:pt x="0" y="35500"/>
                  </a:cubicBezTo>
                  <a:cubicBezTo>
                    <a:pt x="0" y="45248"/>
                    <a:pt x="1544" y="54639"/>
                    <a:pt x="4399" y="63437"/>
                  </a:cubicBezTo>
                  <a:lnTo>
                    <a:pt x="48589" y="49094"/>
                  </a:lnTo>
                  <a:cubicBezTo>
                    <a:pt x="48188" y="47857"/>
                    <a:pt x="47557" y="45303"/>
                    <a:pt x="47557" y="45303"/>
                  </a:cubicBezTo>
                  <a:cubicBezTo>
                    <a:pt x="46556" y="40915"/>
                    <a:pt x="46213" y="36301"/>
                    <a:pt x="46638" y="31576"/>
                  </a:cubicBezTo>
                  <a:cubicBezTo>
                    <a:pt x="47061" y="26851"/>
                    <a:pt x="48217" y="22370"/>
                    <a:pt x="49984" y="18231"/>
                  </a:cubicBezTo>
                  <a:lnTo>
                    <a:pt x="7285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69"/>
            <p:cNvSpPr/>
            <p:nvPr/>
          </p:nvSpPr>
          <p:spPr>
            <a:xfrm>
              <a:off x="7540418" y="1617212"/>
              <a:ext cx="464261" cy="468058"/>
            </a:xfrm>
            <a:custGeom>
              <a:avLst/>
              <a:gdLst/>
              <a:ahLst/>
              <a:cxnLst/>
              <a:rect l="l" t="t" r="r" b="b"/>
              <a:pathLst>
                <a:path w="63467" h="63986" extrusionOk="0">
                  <a:moveTo>
                    <a:pt x="39644" y="0"/>
                  </a:moveTo>
                  <a:cubicBezTo>
                    <a:pt x="37320" y="1393"/>
                    <a:pt x="35061" y="2888"/>
                    <a:pt x="32875" y="4480"/>
                  </a:cubicBezTo>
                  <a:lnTo>
                    <a:pt x="32854" y="4452"/>
                  </a:lnTo>
                  <a:cubicBezTo>
                    <a:pt x="17600" y="15554"/>
                    <a:pt x="5953" y="31315"/>
                    <a:pt x="1" y="49638"/>
                  </a:cubicBezTo>
                  <a:lnTo>
                    <a:pt x="44153" y="63985"/>
                  </a:lnTo>
                  <a:cubicBezTo>
                    <a:pt x="44561" y="62727"/>
                    <a:pt x="45025" y="61492"/>
                    <a:pt x="45542" y="60287"/>
                  </a:cubicBezTo>
                  <a:lnTo>
                    <a:pt x="45586" y="60306"/>
                  </a:lnTo>
                  <a:cubicBezTo>
                    <a:pt x="49265" y="51684"/>
                    <a:pt x="55592" y="44553"/>
                    <a:pt x="63466" y="39836"/>
                  </a:cubicBezTo>
                  <a:lnTo>
                    <a:pt x="39644" y="0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69"/>
            <p:cNvSpPr/>
            <p:nvPr/>
          </p:nvSpPr>
          <p:spPr>
            <a:xfrm>
              <a:off x="7780728" y="1524076"/>
              <a:ext cx="374828" cy="400379"/>
            </a:xfrm>
            <a:custGeom>
              <a:avLst/>
              <a:gdLst/>
              <a:ahLst/>
              <a:cxnLst/>
              <a:rect l="l" t="t" r="r" b="b"/>
              <a:pathLst>
                <a:path w="51241" h="54734" extrusionOk="0">
                  <a:moveTo>
                    <a:pt x="49286" y="0"/>
                  </a:moveTo>
                  <a:cubicBezTo>
                    <a:pt x="45747" y="149"/>
                    <a:pt x="42254" y="504"/>
                    <a:pt x="38820" y="1053"/>
                  </a:cubicBezTo>
                  <a:cubicBezTo>
                    <a:pt x="24474" y="3334"/>
                    <a:pt x="11256" y="8993"/>
                    <a:pt x="0" y="17185"/>
                  </a:cubicBezTo>
                  <a:lnTo>
                    <a:pt x="27281" y="54734"/>
                  </a:lnTo>
                  <a:cubicBezTo>
                    <a:pt x="27368" y="54663"/>
                    <a:pt x="27661" y="54495"/>
                    <a:pt x="28118" y="54252"/>
                  </a:cubicBezTo>
                  <a:cubicBezTo>
                    <a:pt x="33472" y="50543"/>
                    <a:pt x="39690" y="47993"/>
                    <a:pt x="46407" y="46962"/>
                  </a:cubicBezTo>
                  <a:cubicBezTo>
                    <a:pt x="47232" y="46770"/>
                    <a:pt x="47997" y="46633"/>
                    <a:pt x="48677" y="46563"/>
                  </a:cubicBezTo>
                  <a:lnTo>
                    <a:pt x="51241" y="46382"/>
                  </a:lnTo>
                  <a:lnTo>
                    <a:pt x="49286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84" name="Google Shape;1184;p69"/>
          <p:cNvGrpSpPr/>
          <p:nvPr/>
        </p:nvGrpSpPr>
        <p:grpSpPr>
          <a:xfrm>
            <a:off x="5986140" y="5134471"/>
            <a:ext cx="656869" cy="671131"/>
            <a:chOff x="6039282" y="1042577"/>
            <a:chExt cx="734315" cy="731929"/>
          </a:xfrm>
        </p:grpSpPr>
        <p:sp>
          <p:nvSpPr>
            <p:cNvPr id="1185" name="Google Shape;1185;p69"/>
            <p:cNvSpPr/>
            <p:nvPr/>
          </p:nvSpPr>
          <p:spPr>
            <a:xfrm>
              <a:off x="6045348" y="1300071"/>
              <a:ext cx="131951" cy="65352"/>
            </a:xfrm>
            <a:custGeom>
              <a:avLst/>
              <a:gdLst/>
              <a:ahLst/>
              <a:cxnLst/>
              <a:rect l="l" t="t" r="r" b="b"/>
              <a:pathLst>
                <a:path w="1414" h="701" extrusionOk="0">
                  <a:moveTo>
                    <a:pt x="108" y="0"/>
                  </a:moveTo>
                  <a:lnTo>
                    <a:pt x="51" y="224"/>
                  </a:lnTo>
                  <a:cubicBezTo>
                    <a:pt x="29" y="303"/>
                    <a:pt x="7" y="375"/>
                    <a:pt x="0" y="455"/>
                  </a:cubicBezTo>
                  <a:lnTo>
                    <a:pt x="1342" y="700"/>
                  </a:lnTo>
                  <a:cubicBezTo>
                    <a:pt x="1349" y="650"/>
                    <a:pt x="1363" y="599"/>
                    <a:pt x="1378" y="549"/>
                  </a:cubicBezTo>
                  <a:lnTo>
                    <a:pt x="1414" y="397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69"/>
            <p:cNvSpPr/>
            <p:nvPr/>
          </p:nvSpPr>
          <p:spPr>
            <a:xfrm>
              <a:off x="6080342" y="1201250"/>
              <a:ext cx="127938" cy="96863"/>
            </a:xfrm>
            <a:custGeom>
              <a:avLst/>
              <a:gdLst/>
              <a:ahLst/>
              <a:cxnLst/>
              <a:rect l="l" t="t" r="r" b="b"/>
              <a:pathLst>
                <a:path w="1371" h="1039" extrusionOk="0">
                  <a:moveTo>
                    <a:pt x="245" y="0"/>
                  </a:moveTo>
                  <a:cubicBezTo>
                    <a:pt x="159" y="137"/>
                    <a:pt x="72" y="267"/>
                    <a:pt x="0" y="404"/>
                  </a:cubicBezTo>
                  <a:lnTo>
                    <a:pt x="1219" y="1039"/>
                  </a:lnTo>
                  <a:cubicBezTo>
                    <a:pt x="1262" y="945"/>
                    <a:pt x="1320" y="866"/>
                    <a:pt x="1371" y="772"/>
                  </a:cubicBezTo>
                  <a:lnTo>
                    <a:pt x="245" y="0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69"/>
            <p:cNvSpPr/>
            <p:nvPr/>
          </p:nvSpPr>
          <p:spPr>
            <a:xfrm>
              <a:off x="6144918" y="1121167"/>
              <a:ext cx="112541" cy="119145"/>
            </a:xfrm>
            <a:custGeom>
              <a:avLst/>
              <a:gdLst/>
              <a:ahLst/>
              <a:cxnLst/>
              <a:rect l="l" t="t" r="r" b="b"/>
              <a:pathLst>
                <a:path w="1206" h="1278" extrusionOk="0">
                  <a:moveTo>
                    <a:pt x="347" y="1"/>
                  </a:moveTo>
                  <a:cubicBezTo>
                    <a:pt x="224" y="95"/>
                    <a:pt x="116" y="210"/>
                    <a:pt x="1" y="318"/>
                  </a:cubicBezTo>
                  <a:lnTo>
                    <a:pt x="974" y="1278"/>
                  </a:lnTo>
                  <a:cubicBezTo>
                    <a:pt x="1046" y="1205"/>
                    <a:pt x="1126" y="1133"/>
                    <a:pt x="1205" y="1068"/>
                  </a:cubicBezTo>
                  <a:lnTo>
                    <a:pt x="347" y="1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69"/>
            <p:cNvSpPr/>
            <p:nvPr/>
          </p:nvSpPr>
          <p:spPr>
            <a:xfrm>
              <a:off x="6232449" y="1066723"/>
              <a:ext cx="86879" cy="130518"/>
            </a:xfrm>
            <a:custGeom>
              <a:avLst/>
              <a:gdLst/>
              <a:ahLst/>
              <a:cxnLst/>
              <a:rect l="l" t="t" r="r" b="b"/>
              <a:pathLst>
                <a:path w="931" h="1400" extrusionOk="0">
                  <a:moveTo>
                    <a:pt x="426" y="1"/>
                  </a:moveTo>
                  <a:cubicBezTo>
                    <a:pt x="354" y="22"/>
                    <a:pt x="282" y="58"/>
                    <a:pt x="209" y="94"/>
                  </a:cubicBezTo>
                  <a:lnTo>
                    <a:pt x="0" y="195"/>
                  </a:lnTo>
                  <a:lnTo>
                    <a:pt x="649" y="1400"/>
                  </a:lnTo>
                  <a:lnTo>
                    <a:pt x="786" y="1335"/>
                  </a:lnTo>
                  <a:cubicBezTo>
                    <a:pt x="830" y="1306"/>
                    <a:pt x="880" y="1285"/>
                    <a:pt x="931" y="1270"/>
                  </a:cubicBezTo>
                  <a:lnTo>
                    <a:pt x="426" y="1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69"/>
            <p:cNvSpPr/>
            <p:nvPr/>
          </p:nvSpPr>
          <p:spPr>
            <a:xfrm>
              <a:off x="6335379" y="1042577"/>
              <a:ext cx="53284" cy="130518"/>
            </a:xfrm>
            <a:custGeom>
              <a:avLst/>
              <a:gdLst/>
              <a:ahLst/>
              <a:cxnLst/>
              <a:rect l="l" t="t" r="r" b="b"/>
              <a:pathLst>
                <a:path w="571" h="1400" extrusionOk="0">
                  <a:moveTo>
                    <a:pt x="470" y="0"/>
                  </a:moveTo>
                  <a:cubicBezTo>
                    <a:pt x="390" y="0"/>
                    <a:pt x="311" y="7"/>
                    <a:pt x="239" y="22"/>
                  </a:cubicBezTo>
                  <a:lnTo>
                    <a:pt x="1" y="58"/>
                  </a:lnTo>
                  <a:lnTo>
                    <a:pt x="268" y="1399"/>
                  </a:lnTo>
                  <a:lnTo>
                    <a:pt x="419" y="1378"/>
                  </a:lnTo>
                  <a:cubicBezTo>
                    <a:pt x="470" y="1370"/>
                    <a:pt x="520" y="1363"/>
                    <a:pt x="571" y="1363"/>
                  </a:cubicBezTo>
                  <a:lnTo>
                    <a:pt x="470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69"/>
            <p:cNvSpPr/>
            <p:nvPr/>
          </p:nvSpPr>
          <p:spPr>
            <a:xfrm>
              <a:off x="6431682" y="1043229"/>
              <a:ext cx="56550" cy="131824"/>
            </a:xfrm>
            <a:custGeom>
              <a:avLst/>
              <a:gdLst/>
              <a:ahLst/>
              <a:cxnLst/>
              <a:rect l="l" t="t" r="r" b="b"/>
              <a:pathLst>
                <a:path w="606" h="1414" extrusionOk="0">
                  <a:moveTo>
                    <a:pt x="144" y="0"/>
                  </a:moveTo>
                  <a:lnTo>
                    <a:pt x="0" y="1356"/>
                  </a:lnTo>
                  <a:cubicBezTo>
                    <a:pt x="101" y="1378"/>
                    <a:pt x="202" y="1385"/>
                    <a:pt x="303" y="1414"/>
                  </a:cubicBezTo>
                  <a:lnTo>
                    <a:pt x="606" y="80"/>
                  </a:lnTo>
                  <a:cubicBezTo>
                    <a:pt x="454" y="36"/>
                    <a:pt x="296" y="22"/>
                    <a:pt x="14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69"/>
            <p:cNvSpPr/>
            <p:nvPr/>
          </p:nvSpPr>
          <p:spPr>
            <a:xfrm>
              <a:off x="6500924" y="1070731"/>
              <a:ext cx="89678" cy="130612"/>
            </a:xfrm>
            <a:custGeom>
              <a:avLst/>
              <a:gdLst/>
              <a:ahLst/>
              <a:cxnLst/>
              <a:rect l="l" t="t" r="r" b="b"/>
              <a:pathLst>
                <a:path w="961" h="1401" extrusionOk="0">
                  <a:moveTo>
                    <a:pt x="542" y="1"/>
                  </a:moveTo>
                  <a:lnTo>
                    <a:pt x="1" y="1256"/>
                  </a:lnTo>
                  <a:lnTo>
                    <a:pt x="138" y="1321"/>
                  </a:lnTo>
                  <a:cubicBezTo>
                    <a:pt x="181" y="1343"/>
                    <a:pt x="232" y="1371"/>
                    <a:pt x="275" y="1400"/>
                  </a:cubicBezTo>
                  <a:lnTo>
                    <a:pt x="960" y="210"/>
                  </a:lnTo>
                  <a:cubicBezTo>
                    <a:pt x="895" y="174"/>
                    <a:pt x="823" y="131"/>
                    <a:pt x="751" y="102"/>
                  </a:cubicBezTo>
                  <a:lnTo>
                    <a:pt x="542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69"/>
            <p:cNvSpPr/>
            <p:nvPr/>
          </p:nvSpPr>
          <p:spPr>
            <a:xfrm>
              <a:off x="6561580" y="1127973"/>
              <a:ext cx="114501" cy="117746"/>
            </a:xfrm>
            <a:custGeom>
              <a:avLst/>
              <a:gdLst/>
              <a:ahLst/>
              <a:cxnLst/>
              <a:rect l="l" t="t" r="r" b="b"/>
              <a:pathLst>
                <a:path w="1227" h="1263" extrusionOk="0">
                  <a:moveTo>
                    <a:pt x="887" y="0"/>
                  </a:moveTo>
                  <a:lnTo>
                    <a:pt x="0" y="1046"/>
                  </a:lnTo>
                  <a:cubicBezTo>
                    <a:pt x="79" y="1111"/>
                    <a:pt x="152" y="1183"/>
                    <a:pt x="224" y="1262"/>
                  </a:cubicBezTo>
                  <a:lnTo>
                    <a:pt x="1226" y="332"/>
                  </a:lnTo>
                  <a:cubicBezTo>
                    <a:pt x="1118" y="209"/>
                    <a:pt x="1003" y="101"/>
                    <a:pt x="887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69"/>
            <p:cNvSpPr/>
            <p:nvPr/>
          </p:nvSpPr>
          <p:spPr>
            <a:xfrm>
              <a:off x="6636887" y="1310792"/>
              <a:ext cx="132697" cy="61996"/>
            </a:xfrm>
            <a:custGeom>
              <a:avLst/>
              <a:gdLst/>
              <a:ahLst/>
              <a:cxnLst/>
              <a:rect l="l" t="t" r="r" b="b"/>
              <a:pathLst>
                <a:path w="1422" h="665" extrusionOk="0">
                  <a:moveTo>
                    <a:pt x="1321" y="1"/>
                  </a:moveTo>
                  <a:lnTo>
                    <a:pt x="1" y="361"/>
                  </a:lnTo>
                  <a:lnTo>
                    <a:pt x="44" y="506"/>
                  </a:lnTo>
                  <a:cubicBezTo>
                    <a:pt x="51" y="556"/>
                    <a:pt x="59" y="614"/>
                    <a:pt x="66" y="664"/>
                  </a:cubicBezTo>
                  <a:lnTo>
                    <a:pt x="1422" y="462"/>
                  </a:lnTo>
                  <a:cubicBezTo>
                    <a:pt x="1407" y="383"/>
                    <a:pt x="1400" y="304"/>
                    <a:pt x="1378" y="232"/>
                  </a:cubicBezTo>
                  <a:lnTo>
                    <a:pt x="1321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69"/>
            <p:cNvSpPr/>
            <p:nvPr/>
          </p:nvSpPr>
          <p:spPr>
            <a:xfrm>
              <a:off x="6642953" y="1415020"/>
              <a:ext cx="130645" cy="47826"/>
            </a:xfrm>
            <a:custGeom>
              <a:avLst/>
              <a:gdLst/>
              <a:ahLst/>
              <a:cxnLst/>
              <a:rect l="l" t="t" r="r" b="b"/>
              <a:pathLst>
                <a:path w="1400" h="513" extrusionOk="0">
                  <a:moveTo>
                    <a:pt x="30" y="1"/>
                  </a:moveTo>
                  <a:cubicBezTo>
                    <a:pt x="30" y="109"/>
                    <a:pt x="15" y="210"/>
                    <a:pt x="1" y="311"/>
                  </a:cubicBezTo>
                  <a:lnTo>
                    <a:pt x="1357" y="513"/>
                  </a:lnTo>
                  <a:cubicBezTo>
                    <a:pt x="1378" y="354"/>
                    <a:pt x="1393" y="203"/>
                    <a:pt x="1400" y="44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69"/>
            <p:cNvSpPr/>
            <p:nvPr/>
          </p:nvSpPr>
          <p:spPr>
            <a:xfrm>
              <a:off x="6622143" y="1485687"/>
              <a:ext cx="131951" cy="81388"/>
            </a:xfrm>
            <a:custGeom>
              <a:avLst/>
              <a:gdLst/>
              <a:ahLst/>
              <a:cxnLst/>
              <a:rect l="l" t="t" r="r" b="b"/>
              <a:pathLst>
                <a:path w="1414" h="873" extrusionOk="0">
                  <a:moveTo>
                    <a:pt x="123" y="0"/>
                  </a:moveTo>
                  <a:lnTo>
                    <a:pt x="65" y="144"/>
                  </a:lnTo>
                  <a:cubicBezTo>
                    <a:pt x="51" y="195"/>
                    <a:pt x="22" y="238"/>
                    <a:pt x="0" y="281"/>
                  </a:cubicBezTo>
                  <a:lnTo>
                    <a:pt x="1234" y="873"/>
                  </a:lnTo>
                  <a:cubicBezTo>
                    <a:pt x="1270" y="801"/>
                    <a:pt x="1306" y="736"/>
                    <a:pt x="1335" y="664"/>
                  </a:cubicBezTo>
                  <a:lnTo>
                    <a:pt x="1414" y="44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69"/>
            <p:cNvSpPr/>
            <p:nvPr/>
          </p:nvSpPr>
          <p:spPr>
            <a:xfrm>
              <a:off x="6582390" y="1548895"/>
              <a:ext cx="121219" cy="108983"/>
            </a:xfrm>
            <a:custGeom>
              <a:avLst/>
              <a:gdLst/>
              <a:ahLst/>
              <a:cxnLst/>
              <a:rect l="l" t="t" r="r" b="b"/>
              <a:pathLst>
                <a:path w="1299" h="1169" extrusionOk="0">
                  <a:moveTo>
                    <a:pt x="195" y="0"/>
                  </a:moveTo>
                  <a:lnTo>
                    <a:pt x="102" y="123"/>
                  </a:lnTo>
                  <a:lnTo>
                    <a:pt x="1" y="238"/>
                  </a:lnTo>
                  <a:lnTo>
                    <a:pt x="1003" y="1168"/>
                  </a:lnTo>
                  <a:lnTo>
                    <a:pt x="1155" y="988"/>
                  </a:lnTo>
                  <a:lnTo>
                    <a:pt x="1299" y="80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69"/>
            <p:cNvSpPr/>
            <p:nvPr/>
          </p:nvSpPr>
          <p:spPr>
            <a:xfrm>
              <a:off x="6526586" y="1599238"/>
              <a:ext cx="100316" cy="126510"/>
            </a:xfrm>
            <a:custGeom>
              <a:avLst/>
              <a:gdLst/>
              <a:ahLst/>
              <a:cxnLst/>
              <a:rect l="l" t="t" r="r" b="b"/>
              <a:pathLst>
                <a:path w="1075" h="1357" extrusionOk="0">
                  <a:moveTo>
                    <a:pt x="252" y="1"/>
                  </a:moveTo>
                  <a:cubicBezTo>
                    <a:pt x="209" y="37"/>
                    <a:pt x="173" y="66"/>
                    <a:pt x="130" y="95"/>
                  </a:cubicBezTo>
                  <a:lnTo>
                    <a:pt x="0" y="174"/>
                  </a:lnTo>
                  <a:lnTo>
                    <a:pt x="685" y="1357"/>
                  </a:lnTo>
                  <a:lnTo>
                    <a:pt x="880" y="1234"/>
                  </a:lnTo>
                  <a:cubicBezTo>
                    <a:pt x="952" y="1191"/>
                    <a:pt x="1010" y="1141"/>
                    <a:pt x="1075" y="1097"/>
                  </a:cubicBezTo>
                  <a:lnTo>
                    <a:pt x="252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69"/>
            <p:cNvSpPr/>
            <p:nvPr/>
          </p:nvSpPr>
          <p:spPr>
            <a:xfrm>
              <a:off x="6459957" y="1632893"/>
              <a:ext cx="70735" cy="132570"/>
            </a:xfrm>
            <a:custGeom>
              <a:avLst/>
              <a:gdLst/>
              <a:ahLst/>
              <a:cxnLst/>
              <a:rect l="l" t="t" r="r" b="b"/>
              <a:pathLst>
                <a:path w="758" h="1422" extrusionOk="0">
                  <a:moveTo>
                    <a:pt x="296" y="1"/>
                  </a:moveTo>
                  <a:cubicBezTo>
                    <a:pt x="195" y="37"/>
                    <a:pt x="101" y="73"/>
                    <a:pt x="0" y="94"/>
                  </a:cubicBezTo>
                  <a:lnTo>
                    <a:pt x="303" y="1421"/>
                  </a:lnTo>
                  <a:cubicBezTo>
                    <a:pt x="454" y="1393"/>
                    <a:pt x="606" y="1342"/>
                    <a:pt x="757" y="1292"/>
                  </a:cubicBezTo>
                  <a:lnTo>
                    <a:pt x="296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69"/>
            <p:cNvSpPr/>
            <p:nvPr/>
          </p:nvSpPr>
          <p:spPr>
            <a:xfrm>
              <a:off x="6379145" y="1646318"/>
              <a:ext cx="43859" cy="128188"/>
            </a:xfrm>
            <a:custGeom>
              <a:avLst/>
              <a:gdLst/>
              <a:ahLst/>
              <a:cxnLst/>
              <a:rect l="l" t="t" r="r" b="b"/>
              <a:pathLst>
                <a:path w="470" h="1375" extrusionOk="0">
                  <a:moveTo>
                    <a:pt x="102" y="1"/>
                  </a:moveTo>
                  <a:lnTo>
                    <a:pt x="1" y="1364"/>
                  </a:lnTo>
                  <a:cubicBezTo>
                    <a:pt x="113" y="1369"/>
                    <a:pt x="221" y="1374"/>
                    <a:pt x="331" y="1374"/>
                  </a:cubicBezTo>
                  <a:cubicBezTo>
                    <a:pt x="377" y="1374"/>
                    <a:pt x="423" y="1373"/>
                    <a:pt x="469" y="1371"/>
                  </a:cubicBezTo>
                  <a:lnTo>
                    <a:pt x="412" y="1"/>
                  </a:lnTo>
                  <a:cubicBezTo>
                    <a:pt x="361" y="4"/>
                    <a:pt x="309" y="6"/>
                    <a:pt x="257" y="6"/>
                  </a:cubicBezTo>
                  <a:cubicBezTo>
                    <a:pt x="204" y="6"/>
                    <a:pt x="152" y="4"/>
                    <a:pt x="102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69"/>
            <p:cNvSpPr/>
            <p:nvPr/>
          </p:nvSpPr>
          <p:spPr>
            <a:xfrm>
              <a:off x="6272109" y="1630842"/>
              <a:ext cx="74187" cy="131917"/>
            </a:xfrm>
            <a:custGeom>
              <a:avLst/>
              <a:gdLst/>
              <a:ahLst/>
              <a:cxnLst/>
              <a:rect l="l" t="t" r="r" b="b"/>
              <a:pathLst>
                <a:path w="795" h="1415" extrusionOk="0">
                  <a:moveTo>
                    <a:pt x="506" y="1"/>
                  </a:moveTo>
                  <a:lnTo>
                    <a:pt x="1" y="1270"/>
                  </a:lnTo>
                  <a:cubicBezTo>
                    <a:pt x="145" y="1328"/>
                    <a:pt x="296" y="1379"/>
                    <a:pt x="448" y="1415"/>
                  </a:cubicBezTo>
                  <a:lnTo>
                    <a:pt x="794" y="95"/>
                  </a:lnTo>
                  <a:cubicBezTo>
                    <a:pt x="693" y="66"/>
                    <a:pt x="599" y="37"/>
                    <a:pt x="506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69"/>
            <p:cNvSpPr/>
            <p:nvPr/>
          </p:nvSpPr>
          <p:spPr>
            <a:xfrm>
              <a:off x="6177205" y="1595229"/>
              <a:ext cx="103769" cy="125205"/>
            </a:xfrm>
            <a:custGeom>
              <a:avLst/>
              <a:gdLst/>
              <a:ahLst/>
              <a:cxnLst/>
              <a:rect l="l" t="t" r="r" b="b"/>
              <a:pathLst>
                <a:path w="1112" h="1343" extrusionOk="0">
                  <a:moveTo>
                    <a:pt x="859" y="1"/>
                  </a:moveTo>
                  <a:lnTo>
                    <a:pt x="1" y="1068"/>
                  </a:lnTo>
                  <a:cubicBezTo>
                    <a:pt x="123" y="1169"/>
                    <a:pt x="253" y="1256"/>
                    <a:pt x="390" y="1342"/>
                  </a:cubicBezTo>
                  <a:lnTo>
                    <a:pt x="1112" y="174"/>
                  </a:lnTo>
                  <a:cubicBezTo>
                    <a:pt x="1018" y="123"/>
                    <a:pt x="938" y="66"/>
                    <a:pt x="859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69"/>
            <p:cNvSpPr/>
            <p:nvPr/>
          </p:nvSpPr>
          <p:spPr>
            <a:xfrm>
              <a:off x="6103205" y="1542835"/>
              <a:ext cx="123272" cy="106932"/>
            </a:xfrm>
            <a:custGeom>
              <a:avLst/>
              <a:gdLst/>
              <a:ahLst/>
              <a:cxnLst/>
              <a:rect l="l" t="t" r="r" b="b"/>
              <a:pathLst>
                <a:path w="1321" h="1147" extrusionOk="0">
                  <a:moveTo>
                    <a:pt x="1126" y="0"/>
                  </a:moveTo>
                  <a:lnTo>
                    <a:pt x="0" y="772"/>
                  </a:lnTo>
                  <a:lnTo>
                    <a:pt x="137" y="959"/>
                  </a:lnTo>
                  <a:lnTo>
                    <a:pt x="210" y="1053"/>
                  </a:lnTo>
                  <a:lnTo>
                    <a:pt x="289" y="1147"/>
                  </a:lnTo>
                  <a:lnTo>
                    <a:pt x="1320" y="245"/>
                  </a:lnTo>
                  <a:lnTo>
                    <a:pt x="1263" y="188"/>
                  </a:lnTo>
                  <a:lnTo>
                    <a:pt x="1219" y="123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69"/>
            <p:cNvSpPr/>
            <p:nvPr/>
          </p:nvSpPr>
          <p:spPr>
            <a:xfrm>
              <a:off x="6055426" y="1478881"/>
              <a:ext cx="131951" cy="78777"/>
            </a:xfrm>
            <a:custGeom>
              <a:avLst/>
              <a:gdLst/>
              <a:ahLst/>
              <a:cxnLst/>
              <a:rect l="l" t="t" r="r" b="b"/>
              <a:pathLst>
                <a:path w="1414" h="845" extrusionOk="0">
                  <a:moveTo>
                    <a:pt x="1306" y="1"/>
                  </a:moveTo>
                  <a:lnTo>
                    <a:pt x="0" y="405"/>
                  </a:lnTo>
                  <a:cubicBezTo>
                    <a:pt x="51" y="549"/>
                    <a:pt x="101" y="701"/>
                    <a:pt x="166" y="845"/>
                  </a:cubicBezTo>
                  <a:lnTo>
                    <a:pt x="1414" y="282"/>
                  </a:lnTo>
                  <a:cubicBezTo>
                    <a:pt x="1371" y="196"/>
                    <a:pt x="1342" y="95"/>
                    <a:pt x="1306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69"/>
            <p:cNvSpPr/>
            <p:nvPr/>
          </p:nvSpPr>
          <p:spPr>
            <a:xfrm>
              <a:off x="6039282" y="1408308"/>
              <a:ext cx="129338" cy="43817"/>
            </a:xfrm>
            <a:custGeom>
              <a:avLst/>
              <a:gdLst/>
              <a:ahLst/>
              <a:cxnLst/>
              <a:rect l="l" t="t" r="r" b="b"/>
              <a:pathLst>
                <a:path w="1386" h="470" extrusionOk="0">
                  <a:moveTo>
                    <a:pt x="0" y="1"/>
                  </a:moveTo>
                  <a:cubicBezTo>
                    <a:pt x="7" y="152"/>
                    <a:pt x="7" y="311"/>
                    <a:pt x="29" y="469"/>
                  </a:cubicBezTo>
                  <a:lnTo>
                    <a:pt x="1385" y="304"/>
                  </a:lnTo>
                  <a:cubicBezTo>
                    <a:pt x="1371" y="203"/>
                    <a:pt x="1378" y="102"/>
                    <a:pt x="1363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69"/>
            <p:cNvSpPr/>
            <p:nvPr/>
          </p:nvSpPr>
          <p:spPr>
            <a:xfrm>
              <a:off x="6608612" y="1210666"/>
              <a:ext cx="128685" cy="93507"/>
            </a:xfrm>
            <a:custGeom>
              <a:avLst/>
              <a:gdLst/>
              <a:ahLst/>
              <a:cxnLst/>
              <a:rect l="l" t="t" r="r" b="b"/>
              <a:pathLst>
                <a:path w="1379" h="1003" extrusionOk="0">
                  <a:moveTo>
                    <a:pt x="1155" y="0"/>
                  </a:moveTo>
                  <a:lnTo>
                    <a:pt x="1" y="736"/>
                  </a:lnTo>
                  <a:lnTo>
                    <a:pt x="80" y="866"/>
                  </a:lnTo>
                  <a:cubicBezTo>
                    <a:pt x="102" y="909"/>
                    <a:pt x="131" y="959"/>
                    <a:pt x="145" y="1003"/>
                  </a:cubicBezTo>
                  <a:lnTo>
                    <a:pt x="1379" y="411"/>
                  </a:lnTo>
                  <a:cubicBezTo>
                    <a:pt x="1342" y="339"/>
                    <a:pt x="1314" y="267"/>
                    <a:pt x="1278" y="202"/>
                  </a:cubicBezTo>
                  <a:lnTo>
                    <a:pt x="1155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06" name="Google Shape;1206;p69"/>
          <p:cNvGrpSpPr/>
          <p:nvPr/>
        </p:nvGrpSpPr>
        <p:grpSpPr>
          <a:xfrm>
            <a:off x="6840026" y="3129192"/>
            <a:ext cx="644405" cy="673203"/>
            <a:chOff x="1825800" y="1651625"/>
            <a:chExt cx="568125" cy="591775"/>
          </a:xfrm>
        </p:grpSpPr>
        <p:sp>
          <p:nvSpPr>
            <p:cNvPr id="1207" name="Google Shape;1207;p69"/>
            <p:cNvSpPr/>
            <p:nvPr/>
          </p:nvSpPr>
          <p:spPr>
            <a:xfrm>
              <a:off x="1898925" y="1777225"/>
              <a:ext cx="370875" cy="370500"/>
            </a:xfrm>
            <a:custGeom>
              <a:avLst/>
              <a:gdLst/>
              <a:ahLst/>
              <a:cxnLst/>
              <a:rect l="l" t="t" r="r" b="b"/>
              <a:pathLst>
                <a:path w="14835" h="14820" extrusionOk="0">
                  <a:moveTo>
                    <a:pt x="7417" y="0"/>
                  </a:moveTo>
                  <a:cubicBezTo>
                    <a:pt x="3338" y="0"/>
                    <a:pt x="23" y="3300"/>
                    <a:pt x="9" y="7382"/>
                  </a:cubicBezTo>
                  <a:cubicBezTo>
                    <a:pt x="1" y="9347"/>
                    <a:pt x="774" y="11235"/>
                    <a:pt x="2160" y="12630"/>
                  </a:cubicBezTo>
                  <a:cubicBezTo>
                    <a:pt x="3543" y="14025"/>
                    <a:pt x="5425" y="14811"/>
                    <a:pt x="7391" y="14819"/>
                  </a:cubicBezTo>
                  <a:cubicBezTo>
                    <a:pt x="7399" y="14819"/>
                    <a:pt x="7407" y="14819"/>
                    <a:pt x="7415" y="14819"/>
                  </a:cubicBezTo>
                  <a:cubicBezTo>
                    <a:pt x="9371" y="14819"/>
                    <a:pt x="11248" y="14046"/>
                    <a:pt x="12637" y="12668"/>
                  </a:cubicBezTo>
                  <a:cubicBezTo>
                    <a:pt x="14032" y="11283"/>
                    <a:pt x="14820" y="9402"/>
                    <a:pt x="14826" y="7437"/>
                  </a:cubicBezTo>
                  <a:cubicBezTo>
                    <a:pt x="14834" y="5472"/>
                    <a:pt x="14061" y="3584"/>
                    <a:pt x="12675" y="2189"/>
                  </a:cubicBezTo>
                  <a:cubicBezTo>
                    <a:pt x="11292" y="795"/>
                    <a:pt x="9410" y="8"/>
                    <a:pt x="7444" y="0"/>
                  </a:cubicBezTo>
                  <a:cubicBezTo>
                    <a:pt x="7435" y="0"/>
                    <a:pt x="7426" y="0"/>
                    <a:pt x="741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69"/>
            <p:cNvSpPr/>
            <p:nvPr/>
          </p:nvSpPr>
          <p:spPr>
            <a:xfrm>
              <a:off x="2121325" y="1651625"/>
              <a:ext cx="272600" cy="287950"/>
            </a:xfrm>
            <a:custGeom>
              <a:avLst/>
              <a:gdLst/>
              <a:ahLst/>
              <a:cxnLst/>
              <a:rect l="l" t="t" r="r" b="b"/>
              <a:pathLst>
                <a:path w="10904" h="11518" extrusionOk="0">
                  <a:moveTo>
                    <a:pt x="2" y="1"/>
                  </a:moveTo>
                  <a:lnTo>
                    <a:pt x="0" y="11518"/>
                  </a:lnTo>
                  <a:lnTo>
                    <a:pt x="10904" y="11518"/>
                  </a:lnTo>
                  <a:cubicBezTo>
                    <a:pt x="10391" y="5596"/>
                    <a:pt x="5836" y="826"/>
                    <a:pt x="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69"/>
            <p:cNvSpPr/>
            <p:nvPr/>
          </p:nvSpPr>
          <p:spPr>
            <a:xfrm>
              <a:off x="1825800" y="1987150"/>
              <a:ext cx="231900" cy="233575"/>
            </a:xfrm>
            <a:custGeom>
              <a:avLst/>
              <a:gdLst/>
              <a:ahLst/>
              <a:cxnLst/>
              <a:rect l="l" t="t" r="r" b="b"/>
              <a:pathLst>
                <a:path w="9276" h="9343" extrusionOk="0">
                  <a:moveTo>
                    <a:pt x="0" y="1"/>
                  </a:moveTo>
                  <a:cubicBezTo>
                    <a:pt x="465" y="4930"/>
                    <a:pt x="4350" y="8842"/>
                    <a:pt x="9275" y="9343"/>
                  </a:cubicBezTo>
                  <a:lnTo>
                    <a:pt x="9275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69"/>
            <p:cNvSpPr/>
            <p:nvPr/>
          </p:nvSpPr>
          <p:spPr>
            <a:xfrm>
              <a:off x="2121325" y="1987150"/>
              <a:ext cx="244350" cy="256250"/>
            </a:xfrm>
            <a:custGeom>
              <a:avLst/>
              <a:gdLst/>
              <a:ahLst/>
              <a:cxnLst/>
              <a:rect l="l" t="t" r="r" b="b"/>
              <a:pathLst>
                <a:path w="9774" h="10250" extrusionOk="0">
                  <a:moveTo>
                    <a:pt x="0" y="1"/>
                  </a:moveTo>
                  <a:lnTo>
                    <a:pt x="0" y="10249"/>
                  </a:lnTo>
                  <a:cubicBezTo>
                    <a:pt x="5200" y="9514"/>
                    <a:pt x="9280" y="5280"/>
                    <a:pt x="97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69"/>
            <p:cNvSpPr/>
            <p:nvPr/>
          </p:nvSpPr>
          <p:spPr>
            <a:xfrm>
              <a:off x="1851375" y="1730300"/>
              <a:ext cx="206325" cy="209275"/>
            </a:xfrm>
            <a:custGeom>
              <a:avLst/>
              <a:gdLst/>
              <a:ahLst/>
              <a:cxnLst/>
              <a:rect l="l" t="t" r="r" b="b"/>
              <a:pathLst>
                <a:path w="8253" h="8371" extrusionOk="0">
                  <a:moveTo>
                    <a:pt x="8252" y="1"/>
                  </a:moveTo>
                  <a:cubicBezTo>
                    <a:pt x="3865" y="441"/>
                    <a:pt x="383" y="3959"/>
                    <a:pt x="1" y="8371"/>
                  </a:cubicBezTo>
                  <a:lnTo>
                    <a:pt x="8252" y="8371"/>
                  </a:lnTo>
                  <a:lnTo>
                    <a:pt x="8252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69"/>
            <p:cNvSpPr/>
            <p:nvPr/>
          </p:nvSpPr>
          <p:spPr>
            <a:xfrm>
              <a:off x="1956875" y="1835225"/>
              <a:ext cx="254975" cy="254475"/>
            </a:xfrm>
            <a:custGeom>
              <a:avLst/>
              <a:gdLst/>
              <a:ahLst/>
              <a:cxnLst/>
              <a:rect l="l" t="t" r="r" b="b"/>
              <a:pathLst>
                <a:path w="10199" h="10179" extrusionOk="0">
                  <a:moveTo>
                    <a:pt x="5097" y="1"/>
                  </a:moveTo>
                  <a:cubicBezTo>
                    <a:pt x="2296" y="1"/>
                    <a:pt x="21" y="2267"/>
                    <a:pt x="10" y="5070"/>
                  </a:cubicBezTo>
                  <a:cubicBezTo>
                    <a:pt x="0" y="7882"/>
                    <a:pt x="2271" y="10169"/>
                    <a:pt x="5081" y="10179"/>
                  </a:cubicBezTo>
                  <a:cubicBezTo>
                    <a:pt x="5088" y="10179"/>
                    <a:pt x="5095" y="10179"/>
                    <a:pt x="5102" y="10179"/>
                  </a:cubicBezTo>
                  <a:cubicBezTo>
                    <a:pt x="7903" y="10179"/>
                    <a:pt x="10178" y="7912"/>
                    <a:pt x="10189" y="5109"/>
                  </a:cubicBezTo>
                  <a:cubicBezTo>
                    <a:pt x="10199" y="2297"/>
                    <a:pt x="7928" y="10"/>
                    <a:pt x="5118" y="1"/>
                  </a:cubicBezTo>
                  <a:cubicBezTo>
                    <a:pt x="5111" y="1"/>
                    <a:pt x="5104" y="1"/>
                    <a:pt x="509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213" name="Google Shape;1213;p69"/>
          <p:cNvSpPr/>
          <p:nvPr/>
        </p:nvSpPr>
        <p:spPr>
          <a:xfrm>
            <a:off x="10330144" y="4568089"/>
            <a:ext cx="232449" cy="232449"/>
          </a:xfrm>
          <a:custGeom>
            <a:avLst/>
            <a:gdLst/>
            <a:ahLst/>
            <a:cxnLst/>
            <a:rect l="l" t="t" r="r" b="b"/>
            <a:pathLst>
              <a:path w="208163" h="208163" extrusionOk="0">
                <a:moveTo>
                  <a:pt x="79632" y="48546"/>
                </a:moveTo>
                <a:cubicBezTo>
                  <a:pt x="80399" y="48546"/>
                  <a:pt x="81191" y="48783"/>
                  <a:pt x="81877" y="49126"/>
                </a:cubicBezTo>
                <a:lnTo>
                  <a:pt x="158203" y="101306"/>
                </a:lnTo>
                <a:cubicBezTo>
                  <a:pt x="159036" y="101861"/>
                  <a:pt x="159591" y="102971"/>
                  <a:pt x="159591" y="104081"/>
                </a:cubicBezTo>
                <a:cubicBezTo>
                  <a:pt x="159591" y="105191"/>
                  <a:pt x="159036" y="106302"/>
                  <a:pt x="158203" y="106857"/>
                </a:cubicBezTo>
                <a:lnTo>
                  <a:pt x="81877" y="159036"/>
                </a:lnTo>
                <a:cubicBezTo>
                  <a:pt x="81045" y="159314"/>
                  <a:pt x="80489" y="159591"/>
                  <a:pt x="79934" y="159591"/>
                </a:cubicBezTo>
                <a:cubicBezTo>
                  <a:pt x="79379" y="159591"/>
                  <a:pt x="78547" y="159591"/>
                  <a:pt x="78269" y="159314"/>
                </a:cubicBezTo>
                <a:cubicBezTo>
                  <a:pt x="77159" y="158481"/>
                  <a:pt x="76326" y="157371"/>
                  <a:pt x="76326" y="156260"/>
                </a:cubicBezTo>
                <a:lnTo>
                  <a:pt x="76326" y="52179"/>
                </a:lnTo>
                <a:cubicBezTo>
                  <a:pt x="76326" y="50792"/>
                  <a:pt x="77159" y="49681"/>
                  <a:pt x="78269" y="48849"/>
                </a:cubicBezTo>
                <a:cubicBezTo>
                  <a:pt x="78693" y="48637"/>
                  <a:pt x="79158" y="48546"/>
                  <a:pt x="79632" y="48546"/>
                </a:cubicBezTo>
                <a:close/>
                <a:moveTo>
                  <a:pt x="104081" y="0"/>
                </a:moveTo>
                <a:cubicBezTo>
                  <a:pt x="46628" y="0"/>
                  <a:pt x="0" y="46628"/>
                  <a:pt x="0" y="104081"/>
                </a:cubicBezTo>
                <a:cubicBezTo>
                  <a:pt x="0" y="161534"/>
                  <a:pt x="46628" y="208162"/>
                  <a:pt x="104081" y="208162"/>
                </a:cubicBezTo>
                <a:cubicBezTo>
                  <a:pt x="161534" y="208162"/>
                  <a:pt x="208162" y="161534"/>
                  <a:pt x="208162" y="104081"/>
                </a:cubicBezTo>
                <a:cubicBezTo>
                  <a:pt x="208162" y="46628"/>
                  <a:pt x="161534" y="0"/>
                  <a:pt x="104081" y="0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14" name="Google Shape;1214;p69"/>
          <p:cNvSpPr/>
          <p:nvPr/>
        </p:nvSpPr>
        <p:spPr>
          <a:xfrm>
            <a:off x="10751819" y="4606513"/>
            <a:ext cx="198000" cy="1556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15" name="Google Shape;1215;p69"/>
          <p:cNvSpPr/>
          <p:nvPr/>
        </p:nvSpPr>
        <p:spPr>
          <a:xfrm>
            <a:off x="9554637" y="3701096"/>
            <a:ext cx="157600" cy="1576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16" name="Google Shape;1216;p69"/>
          <p:cNvSpPr/>
          <p:nvPr/>
        </p:nvSpPr>
        <p:spPr>
          <a:xfrm flipH="1">
            <a:off x="9964459" y="3701096"/>
            <a:ext cx="157600" cy="1576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17" name="Google Shape;1217;p69"/>
          <p:cNvSpPr txBox="1"/>
          <p:nvPr/>
        </p:nvSpPr>
        <p:spPr>
          <a:xfrm>
            <a:off x="1424133" y="1629167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lnSpc>
                <a:spcPct val="115000"/>
              </a:lnSpc>
              <a:buClr>
                <a:srgbClr val="000000"/>
              </a:buClr>
            </a:pPr>
            <a:r>
              <a:rPr lang="en-GB" sz="14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You can easily</a:t>
            </a:r>
            <a:r>
              <a:rPr lang="en-GB" sz="1467" kern="0" noProof="0" dirty="0">
                <a:solidFill>
                  <a:srgbClr val="435D74"/>
                </a:solidFill>
                <a:latin typeface="Arial"/>
                <a:cs typeface="Arial"/>
                <a:sym typeface="Arial"/>
              </a:rPr>
              <a:t> </a:t>
            </a:r>
            <a:r>
              <a:rPr lang="en-GB" sz="1467" kern="0" noProof="0" dirty="0">
                <a:solidFill>
                  <a:srgbClr val="869FB2"/>
                </a:solidFill>
                <a:latin typeface="Arial"/>
                <a:cs typeface="Arial"/>
                <a:sym typeface="Arial"/>
              </a:rPr>
              <a:t>resize</a:t>
            </a:r>
            <a:r>
              <a:rPr lang="en-GB" sz="1467" kern="0" noProof="0" dirty="0">
                <a:solidFill>
                  <a:srgbClr val="435D74"/>
                </a:solidFill>
                <a:latin typeface="Arial"/>
                <a:cs typeface="Arial"/>
                <a:sym typeface="Arial"/>
              </a:rPr>
              <a:t> </a:t>
            </a:r>
            <a:r>
              <a:rPr lang="en-GB" sz="14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these resources without losing quality. To</a:t>
            </a:r>
            <a:r>
              <a:rPr lang="en-GB" sz="1467" kern="0" noProof="0" dirty="0">
                <a:solidFill>
                  <a:srgbClr val="435D74"/>
                </a:solidFill>
                <a:latin typeface="Arial"/>
                <a:cs typeface="Arial"/>
                <a:sym typeface="Arial"/>
              </a:rPr>
              <a:t> </a:t>
            </a:r>
            <a:r>
              <a:rPr lang="en-GB" sz="1467" kern="0" noProof="0" dirty="0">
                <a:solidFill>
                  <a:srgbClr val="869FB2"/>
                </a:solidFill>
                <a:latin typeface="Arial"/>
                <a:cs typeface="Arial"/>
                <a:sym typeface="Arial"/>
              </a:rPr>
              <a:t>change the </a:t>
            </a:r>
            <a:r>
              <a:rPr lang="en-GB" sz="1467" kern="0" noProof="0" dirty="0" err="1">
                <a:solidFill>
                  <a:srgbClr val="869FB2"/>
                </a:solidFill>
                <a:latin typeface="Arial"/>
                <a:cs typeface="Arial"/>
                <a:sym typeface="Arial"/>
              </a:rPr>
              <a:t>color</a:t>
            </a:r>
            <a:r>
              <a:rPr lang="en-GB" sz="14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, just ungroup the resource and click on the object you want to change. Then, click on the paint bucket and select the </a:t>
            </a:r>
            <a:r>
              <a:rPr lang="en-GB" sz="1467" kern="0" noProof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color</a:t>
            </a:r>
            <a:r>
              <a:rPr lang="en-GB" sz="14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 you want. Group the resource again when you’re done. You can also look for more </a:t>
            </a:r>
            <a:r>
              <a:rPr lang="en-GB" sz="1467" kern="0" noProof="0" dirty="0">
                <a:solidFill>
                  <a:srgbClr val="869FB2"/>
                </a:solidFill>
                <a:uFill>
                  <a:noFill/>
                </a:uFill>
                <a:latin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infographics</a:t>
            </a:r>
            <a:r>
              <a:rPr lang="en-GB" sz="14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 on </a:t>
            </a:r>
            <a:r>
              <a:rPr lang="en-GB" sz="1467" kern="0" noProof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Slidesgo</a:t>
            </a:r>
            <a:r>
              <a:rPr lang="en-GB" sz="14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.</a:t>
            </a:r>
          </a:p>
        </p:txBody>
      </p:sp>
      <p:sp>
        <p:nvSpPr>
          <p:cNvPr id="1218" name="Google Shape;1218;p69"/>
          <p:cNvSpPr txBox="1">
            <a:spLocks noGrp="1"/>
          </p:cNvSpPr>
          <p:nvPr>
            <p:ph type="title"/>
          </p:nvPr>
        </p:nvSpPr>
        <p:spPr>
          <a:xfrm>
            <a:off x="1397000" y="431800"/>
            <a:ext cx="9398000" cy="643467"/>
          </a:xfr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GB" noProof="0" dirty="0"/>
              <a:t>Use our editable graphic resources...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3" name="Google Shape;1223;p70"/>
          <p:cNvGrpSpPr/>
          <p:nvPr/>
        </p:nvGrpSpPr>
        <p:grpSpPr>
          <a:xfrm>
            <a:off x="962744" y="1276121"/>
            <a:ext cx="3323824" cy="1839835"/>
            <a:chOff x="2654821" y="2311071"/>
            <a:chExt cx="2279715" cy="1262120"/>
          </a:xfrm>
        </p:grpSpPr>
        <p:grpSp>
          <p:nvGrpSpPr>
            <p:cNvPr id="1224" name="Google Shape;1224;p70"/>
            <p:cNvGrpSpPr/>
            <p:nvPr/>
          </p:nvGrpSpPr>
          <p:grpSpPr>
            <a:xfrm>
              <a:off x="4034269" y="2840745"/>
              <a:ext cx="40212" cy="36437"/>
              <a:chOff x="4293400" y="2574725"/>
              <a:chExt cx="84425" cy="80100"/>
            </a:xfrm>
          </p:grpSpPr>
          <p:sp>
            <p:nvSpPr>
              <p:cNvPr id="1225" name="Google Shape;1225;p70"/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GB" noProof="0" dirty="0"/>
              </a:p>
            </p:txBody>
          </p:sp>
          <p:sp>
            <p:nvSpPr>
              <p:cNvPr id="1226" name="Google Shape;1226;p70"/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7" name="Google Shape;1227;p70"/>
            <p:cNvGrpSpPr/>
            <p:nvPr/>
          </p:nvGrpSpPr>
          <p:grpSpPr>
            <a:xfrm>
              <a:off x="3894606" y="2334874"/>
              <a:ext cx="913198" cy="518984"/>
              <a:chOff x="4000175" y="1462675"/>
              <a:chExt cx="1917275" cy="1140875"/>
            </a:xfrm>
          </p:grpSpPr>
          <p:sp>
            <p:nvSpPr>
              <p:cNvPr id="1228" name="Google Shape;1228;p70"/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GB" noProof="0" dirty="0"/>
              </a:p>
            </p:txBody>
          </p:sp>
          <p:grpSp>
            <p:nvGrpSpPr>
              <p:cNvPr id="1229" name="Google Shape;1229;p70"/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</p:grpSpPr>
            <p:sp>
              <p:nvSpPr>
                <p:cNvPr id="1230" name="Google Shape;1230;p70"/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GB" noProof="0" dirty="0"/>
                </a:p>
              </p:txBody>
            </p:sp>
            <p:sp>
              <p:nvSpPr>
                <p:cNvPr id="1231" name="Google Shape;1231;p70"/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2" name="Google Shape;1232;p70"/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3" name="Google Shape;1233;p70"/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4" name="Google Shape;1234;p70"/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A6CBC2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5" name="Google Shape;1235;p70"/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236" name="Google Shape;1236;p70"/>
            <p:cNvGrpSpPr/>
            <p:nvPr/>
          </p:nvGrpSpPr>
          <p:grpSpPr>
            <a:xfrm>
              <a:off x="3875768" y="2846704"/>
              <a:ext cx="44796" cy="47366"/>
              <a:chOff x="3960625" y="2587825"/>
              <a:chExt cx="94050" cy="104125"/>
            </a:xfrm>
          </p:grpSpPr>
          <p:sp>
            <p:nvSpPr>
              <p:cNvPr id="1237" name="Google Shape;1237;p70"/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GB" noProof="0" dirty="0"/>
              </a:p>
            </p:txBody>
          </p:sp>
          <p:sp>
            <p:nvSpPr>
              <p:cNvPr id="1238" name="Google Shape;1238;p70"/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9" name="Google Shape;1239;p70"/>
            <p:cNvGrpSpPr/>
            <p:nvPr/>
          </p:nvGrpSpPr>
          <p:grpSpPr>
            <a:xfrm>
              <a:off x="3782759" y="2807162"/>
              <a:ext cx="82686" cy="85487"/>
              <a:chOff x="3765350" y="2500900"/>
              <a:chExt cx="173600" cy="187925"/>
            </a:xfrm>
          </p:grpSpPr>
          <p:sp>
            <p:nvSpPr>
              <p:cNvPr id="1240" name="Google Shape;1240;p70"/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GB" noProof="0" dirty="0"/>
              </a:p>
            </p:txBody>
          </p:sp>
          <p:sp>
            <p:nvSpPr>
              <p:cNvPr id="1241" name="Google Shape;1241;p70"/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42" name="Google Shape;1242;p70"/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43" name="Google Shape;1243;p70"/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70"/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p70"/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6" name="Google Shape;1246;p70"/>
            <p:cNvGrpSpPr/>
            <p:nvPr/>
          </p:nvGrpSpPr>
          <p:grpSpPr>
            <a:xfrm>
              <a:off x="3775674" y="2798496"/>
              <a:ext cx="40545" cy="23564"/>
              <a:chOff x="3750475" y="2481850"/>
              <a:chExt cx="85125" cy="51800"/>
            </a:xfrm>
          </p:grpSpPr>
          <p:sp>
            <p:nvSpPr>
              <p:cNvPr id="1247" name="Google Shape;1247;p70"/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48" name="Google Shape;1248;p70"/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GB" noProof="0" dirty="0"/>
              </a:p>
            </p:txBody>
          </p:sp>
        </p:grpSp>
        <p:grpSp>
          <p:nvGrpSpPr>
            <p:cNvPr id="1249" name="Google Shape;1249;p70"/>
            <p:cNvGrpSpPr/>
            <p:nvPr/>
          </p:nvGrpSpPr>
          <p:grpSpPr>
            <a:xfrm>
              <a:off x="3716946" y="2776024"/>
              <a:ext cx="81971" cy="76912"/>
              <a:chOff x="3627175" y="2432450"/>
              <a:chExt cx="172100" cy="169075"/>
            </a:xfrm>
          </p:grpSpPr>
          <p:sp>
            <p:nvSpPr>
              <p:cNvPr id="1250" name="Google Shape;1250;p70"/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51" name="Google Shape;1251;p70"/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GB" noProof="0" dirty="0"/>
              </a:p>
            </p:txBody>
          </p:sp>
          <p:sp>
            <p:nvSpPr>
              <p:cNvPr id="1252" name="Google Shape;1252;p70"/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GB" noProof="0" dirty="0"/>
              </a:p>
            </p:txBody>
          </p:sp>
        </p:grpSp>
        <p:grpSp>
          <p:nvGrpSpPr>
            <p:cNvPr id="1253" name="Google Shape;1253;p70"/>
            <p:cNvGrpSpPr/>
            <p:nvPr/>
          </p:nvGrpSpPr>
          <p:grpSpPr>
            <a:xfrm>
              <a:off x="3685682" y="2845624"/>
              <a:ext cx="29311" cy="45055"/>
              <a:chOff x="3561536" y="2585450"/>
              <a:chExt cx="61539" cy="99045"/>
            </a:xfrm>
          </p:grpSpPr>
          <p:sp>
            <p:nvSpPr>
              <p:cNvPr id="1254" name="Google Shape;1254;p70"/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55" name="Google Shape;1255;p70"/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GB" noProof="0" dirty="0"/>
              </a:p>
            </p:txBody>
          </p:sp>
        </p:grpSp>
        <p:grpSp>
          <p:nvGrpSpPr>
            <p:cNvPr id="1256" name="Google Shape;1256;p70"/>
            <p:cNvGrpSpPr/>
            <p:nvPr/>
          </p:nvGrpSpPr>
          <p:grpSpPr>
            <a:xfrm>
              <a:off x="3849905" y="2572252"/>
              <a:ext cx="74339" cy="119559"/>
              <a:chOff x="3906325" y="1984500"/>
              <a:chExt cx="156075" cy="262825"/>
            </a:xfrm>
          </p:grpSpPr>
          <p:sp>
            <p:nvSpPr>
              <p:cNvPr id="1257" name="Google Shape;1257;p70"/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GB" noProof="0" dirty="0"/>
              </a:p>
            </p:txBody>
          </p:sp>
          <p:sp>
            <p:nvSpPr>
              <p:cNvPr id="1258" name="Google Shape;1258;p70"/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9" name="Google Shape;1259;p70"/>
            <p:cNvGrpSpPr/>
            <p:nvPr/>
          </p:nvGrpSpPr>
          <p:grpSpPr>
            <a:xfrm>
              <a:off x="2654821" y="2414345"/>
              <a:ext cx="667570" cy="558731"/>
              <a:chOff x="1397225" y="1637375"/>
              <a:chExt cx="1401575" cy="1228250"/>
            </a:xfrm>
          </p:grpSpPr>
          <p:sp>
            <p:nvSpPr>
              <p:cNvPr id="1260" name="Google Shape;1260;p70"/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GB" noProof="0" dirty="0"/>
              </a:p>
            </p:txBody>
          </p:sp>
          <p:grpSp>
            <p:nvGrpSpPr>
              <p:cNvPr id="1261" name="Google Shape;1261;p70"/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</p:grpSpPr>
            <p:sp>
              <p:nvSpPr>
                <p:cNvPr id="1262" name="Google Shape;1262;p70"/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3" name="Google Shape;1263;p70"/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264" name="Google Shape;1264;p70"/>
            <p:cNvGrpSpPr/>
            <p:nvPr/>
          </p:nvGrpSpPr>
          <p:grpSpPr>
            <a:xfrm>
              <a:off x="3230417" y="3103734"/>
              <a:ext cx="282982" cy="280332"/>
              <a:chOff x="2605700" y="3152850"/>
              <a:chExt cx="594125" cy="616250"/>
            </a:xfrm>
          </p:grpSpPr>
          <p:sp>
            <p:nvSpPr>
              <p:cNvPr id="1265" name="Google Shape;1265;p70"/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GB" noProof="0" dirty="0"/>
              </a:p>
            </p:txBody>
          </p:sp>
          <p:sp>
            <p:nvSpPr>
              <p:cNvPr id="1266" name="Google Shape;1266;p70"/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FF6B65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7" name="Google Shape;1267;p70"/>
            <p:cNvGrpSpPr/>
            <p:nvPr/>
          </p:nvGrpSpPr>
          <p:grpSpPr>
            <a:xfrm>
              <a:off x="3265985" y="3226989"/>
              <a:ext cx="87151" cy="346202"/>
              <a:chOff x="2680375" y="3423800"/>
              <a:chExt cx="182975" cy="761050"/>
            </a:xfrm>
          </p:grpSpPr>
          <p:sp>
            <p:nvSpPr>
              <p:cNvPr id="1268" name="Google Shape;1268;p70"/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GB" noProof="0" dirty="0"/>
              </a:p>
            </p:txBody>
          </p:sp>
          <p:sp>
            <p:nvSpPr>
              <p:cNvPr id="1269" name="Google Shape;1269;p70"/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0" name="Google Shape;1270;p70"/>
            <p:cNvGrpSpPr/>
            <p:nvPr/>
          </p:nvGrpSpPr>
          <p:grpSpPr>
            <a:xfrm>
              <a:off x="3855466" y="3289811"/>
              <a:ext cx="112514" cy="94210"/>
              <a:chOff x="3918000" y="3561900"/>
              <a:chExt cx="236225" cy="207100"/>
            </a:xfrm>
          </p:grpSpPr>
          <p:sp>
            <p:nvSpPr>
              <p:cNvPr id="1271" name="Google Shape;1271;p70"/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en-GB" noProof="0" dirty="0"/>
              </a:p>
            </p:txBody>
          </p:sp>
          <p:sp>
            <p:nvSpPr>
              <p:cNvPr id="1272" name="Google Shape;1272;p70"/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3" name="Google Shape;1273;p70"/>
            <p:cNvSpPr/>
            <p:nvPr/>
          </p:nvSpPr>
          <p:spPr>
            <a:xfrm>
              <a:off x="3292646" y="3020419"/>
              <a:ext cx="18695" cy="5482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70"/>
            <p:cNvSpPr/>
            <p:nvPr/>
          </p:nvSpPr>
          <p:spPr>
            <a:xfrm>
              <a:off x="3260258" y="3010662"/>
              <a:ext cx="26423" cy="16661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70"/>
            <p:cNvSpPr/>
            <p:nvPr/>
          </p:nvSpPr>
          <p:spPr>
            <a:xfrm>
              <a:off x="3408744" y="2329870"/>
              <a:ext cx="289769" cy="354333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6B65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276" name="Google Shape;1276;p70"/>
            <p:cNvGrpSpPr/>
            <p:nvPr/>
          </p:nvGrpSpPr>
          <p:grpSpPr>
            <a:xfrm>
              <a:off x="2905224" y="2311071"/>
              <a:ext cx="596721" cy="528992"/>
              <a:chOff x="1922950" y="1410350"/>
              <a:chExt cx="1252825" cy="1162875"/>
            </a:xfrm>
          </p:grpSpPr>
          <p:sp>
            <p:nvSpPr>
              <p:cNvPr id="1277" name="Google Shape;1277;p70"/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70"/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70"/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70"/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1" name="Google Shape;1281;p70"/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p70"/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70"/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70"/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70"/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p70"/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7" name="Google Shape;1287;p70"/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8" name="Google Shape;1288;p70"/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70"/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p70"/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70"/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70"/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A6CBC2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93" name="Google Shape;1293;p70"/>
            <p:cNvSpPr/>
            <p:nvPr/>
          </p:nvSpPr>
          <p:spPr>
            <a:xfrm>
              <a:off x="3216902" y="3020658"/>
              <a:ext cx="15456" cy="5959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70"/>
            <p:cNvSpPr/>
            <p:nvPr/>
          </p:nvSpPr>
          <p:spPr>
            <a:xfrm>
              <a:off x="3243063" y="3010423"/>
              <a:ext cx="19695" cy="13340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70"/>
            <p:cNvSpPr/>
            <p:nvPr/>
          </p:nvSpPr>
          <p:spPr>
            <a:xfrm>
              <a:off x="3173297" y="2986859"/>
              <a:ext cx="73267" cy="24997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70"/>
            <p:cNvSpPr/>
            <p:nvPr/>
          </p:nvSpPr>
          <p:spPr>
            <a:xfrm>
              <a:off x="3371128" y="3527019"/>
              <a:ext cx="18695" cy="10247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70"/>
            <p:cNvSpPr/>
            <p:nvPr/>
          </p:nvSpPr>
          <p:spPr>
            <a:xfrm>
              <a:off x="3183264" y="3080853"/>
              <a:ext cx="38140" cy="16672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70"/>
            <p:cNvSpPr/>
            <p:nvPr/>
          </p:nvSpPr>
          <p:spPr>
            <a:xfrm>
              <a:off x="3163092" y="3070629"/>
              <a:ext cx="23172" cy="20709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70"/>
            <p:cNvSpPr/>
            <p:nvPr/>
          </p:nvSpPr>
          <p:spPr>
            <a:xfrm>
              <a:off x="3150875" y="3043494"/>
              <a:ext cx="32150" cy="30467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70"/>
            <p:cNvSpPr/>
            <p:nvPr/>
          </p:nvSpPr>
          <p:spPr>
            <a:xfrm>
              <a:off x="3140409" y="3037308"/>
              <a:ext cx="43617" cy="20948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70"/>
            <p:cNvSpPr/>
            <p:nvPr/>
          </p:nvSpPr>
          <p:spPr>
            <a:xfrm>
              <a:off x="3134431" y="3048737"/>
              <a:ext cx="17206" cy="9519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70"/>
            <p:cNvSpPr/>
            <p:nvPr/>
          </p:nvSpPr>
          <p:spPr>
            <a:xfrm>
              <a:off x="3142159" y="3021841"/>
              <a:ext cx="7978" cy="16672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70"/>
            <p:cNvSpPr/>
            <p:nvPr/>
          </p:nvSpPr>
          <p:spPr>
            <a:xfrm>
              <a:off x="3120487" y="3025651"/>
              <a:ext cx="28411" cy="28568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70"/>
            <p:cNvSpPr/>
            <p:nvPr/>
          </p:nvSpPr>
          <p:spPr>
            <a:xfrm>
              <a:off x="2965761" y="2909287"/>
              <a:ext cx="196343" cy="138983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70"/>
            <p:cNvSpPr/>
            <p:nvPr/>
          </p:nvSpPr>
          <p:spPr>
            <a:xfrm>
              <a:off x="3378594" y="3107749"/>
              <a:ext cx="19445" cy="26657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70"/>
            <p:cNvSpPr/>
            <p:nvPr/>
          </p:nvSpPr>
          <p:spPr>
            <a:xfrm>
              <a:off x="3354434" y="3105122"/>
              <a:ext cx="27661" cy="28807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70"/>
            <p:cNvSpPr/>
            <p:nvPr/>
          </p:nvSpPr>
          <p:spPr>
            <a:xfrm>
              <a:off x="3331012" y="3088711"/>
              <a:ext cx="34639" cy="49743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70"/>
            <p:cNvSpPr/>
            <p:nvPr/>
          </p:nvSpPr>
          <p:spPr>
            <a:xfrm>
              <a:off x="3250041" y="3063487"/>
              <a:ext cx="91450" cy="78538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70"/>
            <p:cNvSpPr/>
            <p:nvPr/>
          </p:nvSpPr>
          <p:spPr>
            <a:xfrm>
              <a:off x="3209425" y="3061815"/>
              <a:ext cx="82733" cy="112565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70"/>
            <p:cNvSpPr/>
            <p:nvPr/>
          </p:nvSpPr>
          <p:spPr>
            <a:xfrm>
              <a:off x="3195231" y="3136533"/>
              <a:ext cx="40867" cy="42852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70"/>
            <p:cNvSpPr/>
            <p:nvPr/>
          </p:nvSpPr>
          <p:spPr>
            <a:xfrm>
              <a:off x="3192980" y="3146290"/>
              <a:ext cx="88711" cy="124938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70"/>
            <p:cNvSpPr/>
            <p:nvPr/>
          </p:nvSpPr>
          <p:spPr>
            <a:xfrm>
              <a:off x="3275452" y="3211250"/>
              <a:ext cx="85722" cy="91389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6B65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70"/>
            <p:cNvSpPr/>
            <p:nvPr/>
          </p:nvSpPr>
          <p:spPr>
            <a:xfrm>
              <a:off x="3327273" y="3275982"/>
              <a:ext cx="58811" cy="59262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A6CBC2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70"/>
            <p:cNvSpPr/>
            <p:nvPr/>
          </p:nvSpPr>
          <p:spPr>
            <a:xfrm>
              <a:off x="3363150" y="3352838"/>
              <a:ext cx="34889" cy="37848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315" name="Google Shape;1315;p70"/>
            <p:cNvGrpSpPr/>
            <p:nvPr/>
          </p:nvGrpSpPr>
          <p:grpSpPr>
            <a:xfrm>
              <a:off x="3280929" y="3294542"/>
              <a:ext cx="109894" cy="272224"/>
              <a:chOff x="2711750" y="3572300"/>
              <a:chExt cx="230725" cy="598425"/>
            </a:xfrm>
          </p:grpSpPr>
          <p:sp>
            <p:nvSpPr>
              <p:cNvPr id="1316" name="Google Shape;1316;p70"/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17" name="Google Shape;1317;p70"/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8" name="Google Shape;1318;p70"/>
            <p:cNvSpPr/>
            <p:nvPr/>
          </p:nvSpPr>
          <p:spPr>
            <a:xfrm>
              <a:off x="4563295" y="2964728"/>
              <a:ext cx="12467" cy="27863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319" name="Google Shape;1319;p70"/>
            <p:cNvGrpSpPr/>
            <p:nvPr/>
          </p:nvGrpSpPr>
          <p:grpSpPr>
            <a:xfrm>
              <a:off x="3790439" y="2408636"/>
              <a:ext cx="73017" cy="75684"/>
              <a:chOff x="3781475" y="1624825"/>
              <a:chExt cx="153300" cy="166375"/>
            </a:xfrm>
          </p:grpSpPr>
          <p:sp>
            <p:nvSpPr>
              <p:cNvPr id="1320" name="Google Shape;1320;p70"/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21" name="Google Shape;1321;p70"/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22" name="Google Shape;1322;p70"/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23" name="Google Shape;1323;p70"/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24" name="Google Shape;1324;p70"/>
            <p:cNvSpPr/>
            <p:nvPr/>
          </p:nvSpPr>
          <p:spPr>
            <a:xfrm>
              <a:off x="4614379" y="2777935"/>
              <a:ext cx="83472" cy="1397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70"/>
            <p:cNvSpPr/>
            <p:nvPr/>
          </p:nvSpPr>
          <p:spPr>
            <a:xfrm>
              <a:off x="4580490" y="2850992"/>
              <a:ext cx="28661" cy="38087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70"/>
            <p:cNvSpPr/>
            <p:nvPr/>
          </p:nvSpPr>
          <p:spPr>
            <a:xfrm>
              <a:off x="4566534" y="2807208"/>
              <a:ext cx="32650" cy="53553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70"/>
            <p:cNvSpPr/>
            <p:nvPr/>
          </p:nvSpPr>
          <p:spPr>
            <a:xfrm>
              <a:off x="4301938" y="2737722"/>
              <a:ext cx="211787" cy="95438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70"/>
            <p:cNvSpPr/>
            <p:nvPr/>
          </p:nvSpPr>
          <p:spPr>
            <a:xfrm>
              <a:off x="4718522" y="3165089"/>
              <a:ext cx="67277" cy="54986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70"/>
            <p:cNvSpPr/>
            <p:nvPr/>
          </p:nvSpPr>
          <p:spPr>
            <a:xfrm>
              <a:off x="4567785" y="3016610"/>
              <a:ext cx="54822" cy="91389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70"/>
            <p:cNvSpPr/>
            <p:nvPr/>
          </p:nvSpPr>
          <p:spPr>
            <a:xfrm>
              <a:off x="4595934" y="3205063"/>
              <a:ext cx="26673" cy="13340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331" name="Google Shape;1331;p70"/>
            <p:cNvGrpSpPr/>
            <p:nvPr/>
          </p:nvGrpSpPr>
          <p:grpSpPr>
            <a:xfrm>
              <a:off x="4403342" y="3107749"/>
              <a:ext cx="316680" cy="101374"/>
              <a:chOff x="5068275" y="3161675"/>
              <a:chExt cx="664875" cy="222850"/>
            </a:xfrm>
          </p:grpSpPr>
          <p:sp>
            <p:nvSpPr>
              <p:cNvPr id="1332" name="Google Shape;1332;p70"/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33" name="Google Shape;1333;p70"/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34" name="Google Shape;1334;p70"/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35" name="Google Shape;1335;p70"/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36" name="Google Shape;1336;p70"/>
            <p:cNvSpPr/>
            <p:nvPr/>
          </p:nvSpPr>
          <p:spPr>
            <a:xfrm>
              <a:off x="4437231" y="3100607"/>
              <a:ext cx="29912" cy="3737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70"/>
            <p:cNvSpPr/>
            <p:nvPr/>
          </p:nvSpPr>
          <p:spPr>
            <a:xfrm>
              <a:off x="4503746" y="3099174"/>
              <a:ext cx="65289" cy="4213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70"/>
            <p:cNvSpPr/>
            <p:nvPr/>
          </p:nvSpPr>
          <p:spPr>
            <a:xfrm>
              <a:off x="4442708" y="2983061"/>
              <a:ext cx="56823" cy="104945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70"/>
            <p:cNvSpPr/>
            <p:nvPr/>
          </p:nvSpPr>
          <p:spPr>
            <a:xfrm>
              <a:off x="4450186" y="3045644"/>
              <a:ext cx="36139" cy="2975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70"/>
            <p:cNvSpPr/>
            <p:nvPr/>
          </p:nvSpPr>
          <p:spPr>
            <a:xfrm>
              <a:off x="4429753" y="2990191"/>
              <a:ext cx="55822" cy="61650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70"/>
            <p:cNvSpPr/>
            <p:nvPr/>
          </p:nvSpPr>
          <p:spPr>
            <a:xfrm>
              <a:off x="4413309" y="3004475"/>
              <a:ext cx="58061" cy="103285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70"/>
            <p:cNvSpPr/>
            <p:nvPr/>
          </p:nvSpPr>
          <p:spPr>
            <a:xfrm>
              <a:off x="4375443" y="2948079"/>
              <a:ext cx="61050" cy="131125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70"/>
            <p:cNvSpPr/>
            <p:nvPr/>
          </p:nvSpPr>
          <p:spPr>
            <a:xfrm>
              <a:off x="4343054" y="2959975"/>
              <a:ext cx="35389" cy="43557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70"/>
            <p:cNvSpPr/>
            <p:nvPr/>
          </p:nvSpPr>
          <p:spPr>
            <a:xfrm>
              <a:off x="3793178" y="2712975"/>
              <a:ext cx="26423" cy="3094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70"/>
            <p:cNvSpPr/>
            <p:nvPr/>
          </p:nvSpPr>
          <p:spPr>
            <a:xfrm>
              <a:off x="3772256" y="2560208"/>
              <a:ext cx="138282" cy="15349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70"/>
            <p:cNvSpPr/>
            <p:nvPr/>
          </p:nvSpPr>
          <p:spPr>
            <a:xfrm>
              <a:off x="3810372" y="2589242"/>
              <a:ext cx="68528" cy="147786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70"/>
            <p:cNvSpPr/>
            <p:nvPr/>
          </p:nvSpPr>
          <p:spPr>
            <a:xfrm>
              <a:off x="3883127" y="2693471"/>
              <a:ext cx="27411" cy="23803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70"/>
            <p:cNvSpPr/>
            <p:nvPr/>
          </p:nvSpPr>
          <p:spPr>
            <a:xfrm>
              <a:off x="3870422" y="2710598"/>
              <a:ext cx="43605" cy="22620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70"/>
            <p:cNvSpPr/>
            <p:nvPr/>
          </p:nvSpPr>
          <p:spPr>
            <a:xfrm>
              <a:off x="3871910" y="2726065"/>
              <a:ext cx="33901" cy="23803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70"/>
            <p:cNvSpPr/>
            <p:nvPr/>
          </p:nvSpPr>
          <p:spPr>
            <a:xfrm>
              <a:off x="3888104" y="2727737"/>
              <a:ext cx="57573" cy="42601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70"/>
            <p:cNvSpPr/>
            <p:nvPr/>
          </p:nvSpPr>
          <p:spPr>
            <a:xfrm>
              <a:off x="3848488" y="2796972"/>
              <a:ext cx="39628" cy="24519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70"/>
            <p:cNvSpPr/>
            <p:nvPr/>
          </p:nvSpPr>
          <p:spPr>
            <a:xfrm>
              <a:off x="3851727" y="2789842"/>
              <a:ext cx="34151" cy="14284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70"/>
            <p:cNvSpPr/>
            <p:nvPr/>
          </p:nvSpPr>
          <p:spPr>
            <a:xfrm>
              <a:off x="3869672" y="2845760"/>
              <a:ext cx="12967" cy="23803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70"/>
            <p:cNvSpPr/>
            <p:nvPr/>
          </p:nvSpPr>
          <p:spPr>
            <a:xfrm>
              <a:off x="3863444" y="2836958"/>
              <a:ext cx="12467" cy="15000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70"/>
            <p:cNvSpPr/>
            <p:nvPr/>
          </p:nvSpPr>
          <p:spPr>
            <a:xfrm>
              <a:off x="3844761" y="2824346"/>
              <a:ext cx="25923" cy="2166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70"/>
            <p:cNvSpPr/>
            <p:nvPr/>
          </p:nvSpPr>
          <p:spPr>
            <a:xfrm>
              <a:off x="3830555" y="2811734"/>
              <a:ext cx="20195" cy="12146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70"/>
            <p:cNvSpPr/>
            <p:nvPr/>
          </p:nvSpPr>
          <p:spPr>
            <a:xfrm>
              <a:off x="3804645" y="2793401"/>
              <a:ext cx="47594" cy="21903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70"/>
            <p:cNvSpPr/>
            <p:nvPr/>
          </p:nvSpPr>
          <p:spPr>
            <a:xfrm>
              <a:off x="3831556" y="2741054"/>
              <a:ext cx="63038" cy="50699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70"/>
            <p:cNvSpPr/>
            <p:nvPr/>
          </p:nvSpPr>
          <p:spPr>
            <a:xfrm>
              <a:off x="3819089" y="2776036"/>
              <a:ext cx="50345" cy="20948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70"/>
            <p:cNvSpPr/>
            <p:nvPr/>
          </p:nvSpPr>
          <p:spPr>
            <a:xfrm>
              <a:off x="3779972" y="2741293"/>
              <a:ext cx="57323" cy="65449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70"/>
            <p:cNvSpPr/>
            <p:nvPr/>
          </p:nvSpPr>
          <p:spPr>
            <a:xfrm>
              <a:off x="3764778" y="2755577"/>
              <a:ext cx="24672" cy="21426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70"/>
            <p:cNvSpPr/>
            <p:nvPr/>
          </p:nvSpPr>
          <p:spPr>
            <a:xfrm>
              <a:off x="3762540" y="2773181"/>
              <a:ext cx="19445" cy="15956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70"/>
            <p:cNvSpPr/>
            <p:nvPr/>
          </p:nvSpPr>
          <p:spPr>
            <a:xfrm>
              <a:off x="3779484" y="2783894"/>
              <a:ext cx="4739" cy="64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70"/>
            <p:cNvSpPr/>
            <p:nvPr/>
          </p:nvSpPr>
          <p:spPr>
            <a:xfrm>
              <a:off x="3681319" y="2737017"/>
              <a:ext cx="27661" cy="34982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365" name="Google Shape;1365;p70"/>
            <p:cNvGrpSpPr/>
            <p:nvPr/>
          </p:nvGrpSpPr>
          <p:grpSpPr>
            <a:xfrm>
              <a:off x="3697513" y="2707266"/>
              <a:ext cx="59549" cy="79733"/>
              <a:chOff x="3586375" y="2281300"/>
              <a:chExt cx="125025" cy="175275"/>
            </a:xfrm>
          </p:grpSpPr>
          <p:sp>
            <p:nvSpPr>
              <p:cNvPr id="1366" name="Google Shape;1366;p70"/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67" name="Google Shape;1367;p70"/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8" name="Google Shape;1368;p70"/>
            <p:cNvSpPr/>
            <p:nvPr/>
          </p:nvSpPr>
          <p:spPr>
            <a:xfrm>
              <a:off x="4037841" y="3224817"/>
              <a:ext cx="52333" cy="93527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369" name="Google Shape;1369;p70"/>
            <p:cNvGrpSpPr/>
            <p:nvPr/>
          </p:nvGrpSpPr>
          <p:grpSpPr>
            <a:xfrm>
              <a:off x="4513224" y="3221724"/>
              <a:ext cx="274563" cy="280321"/>
              <a:chOff x="5298975" y="3412225"/>
              <a:chExt cx="576450" cy="616225"/>
            </a:xfrm>
          </p:grpSpPr>
          <p:sp>
            <p:nvSpPr>
              <p:cNvPr id="1370" name="Google Shape;1370;p70"/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A6CBC2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71" name="Google Shape;1371;p70"/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2" name="Google Shape;1372;p70"/>
            <p:cNvGrpSpPr/>
            <p:nvPr/>
          </p:nvGrpSpPr>
          <p:grpSpPr>
            <a:xfrm>
              <a:off x="4824403" y="3421846"/>
              <a:ext cx="110132" cy="130647"/>
              <a:chOff x="5952300" y="3852150"/>
              <a:chExt cx="231225" cy="287200"/>
            </a:xfrm>
          </p:grpSpPr>
          <p:sp>
            <p:nvSpPr>
              <p:cNvPr id="1373" name="Google Shape;1373;p70"/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70"/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5" name="Google Shape;1375;p70"/>
            <p:cNvSpPr/>
            <p:nvPr/>
          </p:nvSpPr>
          <p:spPr>
            <a:xfrm>
              <a:off x="3608564" y="2619698"/>
              <a:ext cx="60550" cy="35232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70"/>
            <p:cNvSpPr/>
            <p:nvPr/>
          </p:nvSpPr>
          <p:spPr>
            <a:xfrm>
              <a:off x="4188328" y="2704412"/>
              <a:ext cx="421823" cy="300791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70"/>
            <p:cNvSpPr/>
            <p:nvPr/>
          </p:nvSpPr>
          <p:spPr>
            <a:xfrm>
              <a:off x="4442708" y="2990191"/>
              <a:ext cx="762" cy="967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70"/>
            <p:cNvSpPr/>
            <p:nvPr/>
          </p:nvSpPr>
          <p:spPr>
            <a:xfrm>
              <a:off x="4434742" y="2997094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70"/>
            <p:cNvSpPr/>
            <p:nvPr/>
          </p:nvSpPr>
          <p:spPr>
            <a:xfrm>
              <a:off x="4184339" y="2879787"/>
              <a:ext cx="2512" cy="728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70"/>
            <p:cNvSpPr/>
            <p:nvPr/>
          </p:nvSpPr>
          <p:spPr>
            <a:xfrm>
              <a:off x="4038591" y="2720356"/>
              <a:ext cx="260870" cy="130886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70"/>
            <p:cNvSpPr/>
            <p:nvPr/>
          </p:nvSpPr>
          <p:spPr>
            <a:xfrm>
              <a:off x="4105619" y="2816249"/>
              <a:ext cx="110383" cy="65688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70"/>
            <p:cNvSpPr/>
            <p:nvPr/>
          </p:nvSpPr>
          <p:spPr>
            <a:xfrm>
              <a:off x="4085936" y="2839096"/>
              <a:ext cx="98666" cy="59262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383" name="Google Shape;1383;p70"/>
            <p:cNvGrpSpPr/>
            <p:nvPr/>
          </p:nvGrpSpPr>
          <p:grpSpPr>
            <a:xfrm>
              <a:off x="4295710" y="3079670"/>
              <a:ext cx="14968" cy="27135"/>
              <a:chOff x="4842300" y="3099950"/>
              <a:chExt cx="31425" cy="59650"/>
            </a:xfrm>
          </p:grpSpPr>
          <p:sp>
            <p:nvSpPr>
              <p:cNvPr id="1384" name="Google Shape;1384;p70"/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p70"/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70"/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70"/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8" name="Google Shape;1388;p70"/>
            <p:cNvSpPr/>
            <p:nvPr/>
          </p:nvSpPr>
          <p:spPr>
            <a:xfrm>
              <a:off x="4210500" y="2911903"/>
              <a:ext cx="193104" cy="180152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70"/>
            <p:cNvSpPr/>
            <p:nvPr/>
          </p:nvSpPr>
          <p:spPr>
            <a:xfrm>
              <a:off x="4286244" y="2933329"/>
              <a:ext cx="56823" cy="29034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70"/>
            <p:cNvSpPr/>
            <p:nvPr/>
          </p:nvSpPr>
          <p:spPr>
            <a:xfrm>
              <a:off x="4155440" y="2884541"/>
              <a:ext cx="95439" cy="100431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70"/>
            <p:cNvSpPr/>
            <p:nvPr/>
          </p:nvSpPr>
          <p:spPr>
            <a:xfrm>
              <a:off x="4148462" y="2870746"/>
              <a:ext cx="91200" cy="72579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70"/>
            <p:cNvSpPr/>
            <p:nvPr/>
          </p:nvSpPr>
          <p:spPr>
            <a:xfrm>
              <a:off x="3884115" y="2761763"/>
              <a:ext cx="113133" cy="67348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70"/>
            <p:cNvSpPr/>
            <p:nvPr/>
          </p:nvSpPr>
          <p:spPr>
            <a:xfrm>
              <a:off x="3912027" y="2795073"/>
              <a:ext cx="23684" cy="25236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70"/>
            <p:cNvSpPr/>
            <p:nvPr/>
          </p:nvSpPr>
          <p:spPr>
            <a:xfrm>
              <a:off x="3874161" y="2799361"/>
              <a:ext cx="60800" cy="37131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70"/>
            <p:cNvSpPr/>
            <p:nvPr/>
          </p:nvSpPr>
          <p:spPr>
            <a:xfrm>
              <a:off x="3889355" y="2831954"/>
              <a:ext cx="39878" cy="24041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396" name="Google Shape;1396;p70"/>
            <p:cNvGrpSpPr/>
            <p:nvPr/>
          </p:nvGrpSpPr>
          <p:grpSpPr>
            <a:xfrm>
              <a:off x="3831056" y="2816010"/>
              <a:ext cx="37378" cy="27612"/>
              <a:chOff x="3866750" y="2520350"/>
              <a:chExt cx="78475" cy="60700"/>
            </a:xfrm>
          </p:grpSpPr>
          <p:sp>
            <p:nvSpPr>
              <p:cNvPr id="1397" name="Google Shape;1397;p70"/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p70"/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99" name="Google Shape;1399;p70"/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70"/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1" name="Google Shape;1401;p70"/>
            <p:cNvSpPr/>
            <p:nvPr/>
          </p:nvSpPr>
          <p:spPr>
            <a:xfrm>
              <a:off x="3799155" y="2842190"/>
              <a:ext cx="6990" cy="13340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70"/>
            <p:cNvSpPr/>
            <p:nvPr/>
          </p:nvSpPr>
          <p:spPr>
            <a:xfrm>
              <a:off x="3688535" y="2836242"/>
              <a:ext cx="76506" cy="61161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70"/>
            <p:cNvSpPr/>
            <p:nvPr/>
          </p:nvSpPr>
          <p:spPr>
            <a:xfrm>
              <a:off x="4036603" y="2865264"/>
              <a:ext cx="11967" cy="9064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70"/>
            <p:cNvSpPr/>
            <p:nvPr/>
          </p:nvSpPr>
          <p:spPr>
            <a:xfrm>
              <a:off x="4033614" y="2866458"/>
              <a:ext cx="140532" cy="108039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70"/>
            <p:cNvSpPr/>
            <p:nvPr/>
          </p:nvSpPr>
          <p:spPr>
            <a:xfrm>
              <a:off x="4026636" y="2853369"/>
              <a:ext cx="24672" cy="20004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70"/>
            <p:cNvSpPr/>
            <p:nvPr/>
          </p:nvSpPr>
          <p:spPr>
            <a:xfrm>
              <a:off x="3915766" y="2848615"/>
              <a:ext cx="124088" cy="48788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70"/>
            <p:cNvSpPr/>
            <p:nvPr/>
          </p:nvSpPr>
          <p:spPr>
            <a:xfrm>
              <a:off x="3914265" y="2848854"/>
              <a:ext cx="18945" cy="15956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70"/>
            <p:cNvSpPr/>
            <p:nvPr/>
          </p:nvSpPr>
          <p:spPr>
            <a:xfrm>
              <a:off x="4004703" y="2885735"/>
              <a:ext cx="66539" cy="61161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70"/>
            <p:cNvSpPr/>
            <p:nvPr/>
          </p:nvSpPr>
          <p:spPr>
            <a:xfrm>
              <a:off x="4059025" y="2939277"/>
              <a:ext cx="11967" cy="11668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70"/>
            <p:cNvSpPr/>
            <p:nvPr/>
          </p:nvSpPr>
          <p:spPr>
            <a:xfrm>
              <a:off x="3959359" y="2899768"/>
              <a:ext cx="15468" cy="8347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70"/>
            <p:cNvSpPr/>
            <p:nvPr/>
          </p:nvSpPr>
          <p:spPr>
            <a:xfrm>
              <a:off x="3982281" y="2887395"/>
              <a:ext cx="42867" cy="36426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70"/>
            <p:cNvSpPr/>
            <p:nvPr/>
          </p:nvSpPr>
          <p:spPr>
            <a:xfrm>
              <a:off x="3973565" y="2916668"/>
              <a:ext cx="10479" cy="29045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70"/>
            <p:cNvSpPr/>
            <p:nvPr/>
          </p:nvSpPr>
          <p:spPr>
            <a:xfrm>
              <a:off x="3982781" y="2916668"/>
              <a:ext cx="2751" cy="5959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70"/>
            <p:cNvSpPr/>
            <p:nvPr/>
          </p:nvSpPr>
          <p:spPr>
            <a:xfrm>
              <a:off x="3979792" y="2923093"/>
              <a:ext cx="3751" cy="8336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70"/>
            <p:cNvSpPr/>
            <p:nvPr/>
          </p:nvSpPr>
          <p:spPr>
            <a:xfrm>
              <a:off x="3979792" y="2907627"/>
              <a:ext cx="8978" cy="10713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70"/>
            <p:cNvSpPr/>
            <p:nvPr/>
          </p:nvSpPr>
          <p:spPr>
            <a:xfrm>
              <a:off x="3980292" y="2915952"/>
              <a:ext cx="27661" cy="32616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70"/>
            <p:cNvSpPr/>
            <p:nvPr/>
          </p:nvSpPr>
          <p:spPr>
            <a:xfrm>
              <a:off x="3979792" y="2924515"/>
              <a:ext cx="142521" cy="114714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6B65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70"/>
            <p:cNvSpPr/>
            <p:nvPr/>
          </p:nvSpPr>
          <p:spPr>
            <a:xfrm>
              <a:off x="4089663" y="2967116"/>
              <a:ext cx="5251" cy="10952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70"/>
            <p:cNvSpPr/>
            <p:nvPr/>
          </p:nvSpPr>
          <p:spPr>
            <a:xfrm>
              <a:off x="4095152" y="2967833"/>
              <a:ext cx="32900" cy="24758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70"/>
            <p:cNvSpPr/>
            <p:nvPr/>
          </p:nvSpPr>
          <p:spPr>
            <a:xfrm>
              <a:off x="4101380" y="2973303"/>
              <a:ext cx="51583" cy="60684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70"/>
            <p:cNvSpPr/>
            <p:nvPr/>
          </p:nvSpPr>
          <p:spPr>
            <a:xfrm>
              <a:off x="4124802" y="2964728"/>
              <a:ext cx="2751" cy="5971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70"/>
            <p:cNvSpPr/>
            <p:nvPr/>
          </p:nvSpPr>
          <p:spPr>
            <a:xfrm>
              <a:off x="4037591" y="3015893"/>
              <a:ext cx="73267" cy="45456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70"/>
            <p:cNvSpPr/>
            <p:nvPr/>
          </p:nvSpPr>
          <p:spPr>
            <a:xfrm>
              <a:off x="3911526" y="2929280"/>
              <a:ext cx="85972" cy="69020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70"/>
            <p:cNvSpPr/>
            <p:nvPr/>
          </p:nvSpPr>
          <p:spPr>
            <a:xfrm>
              <a:off x="3896332" y="2997572"/>
              <a:ext cx="113621" cy="124461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70"/>
            <p:cNvSpPr/>
            <p:nvPr/>
          </p:nvSpPr>
          <p:spPr>
            <a:xfrm>
              <a:off x="3973815" y="3045871"/>
              <a:ext cx="104655" cy="75923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70"/>
            <p:cNvSpPr/>
            <p:nvPr/>
          </p:nvSpPr>
          <p:spPr>
            <a:xfrm>
              <a:off x="3996236" y="3024695"/>
              <a:ext cx="46106" cy="39042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70"/>
            <p:cNvSpPr/>
            <p:nvPr/>
          </p:nvSpPr>
          <p:spPr>
            <a:xfrm>
              <a:off x="4033614" y="3061110"/>
              <a:ext cx="10467" cy="11907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70"/>
            <p:cNvSpPr/>
            <p:nvPr/>
          </p:nvSpPr>
          <p:spPr>
            <a:xfrm>
              <a:off x="4029125" y="3065864"/>
              <a:ext cx="70516" cy="89240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70"/>
            <p:cNvSpPr/>
            <p:nvPr/>
          </p:nvSpPr>
          <p:spPr>
            <a:xfrm>
              <a:off x="3978054" y="3108693"/>
              <a:ext cx="57811" cy="66882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6B65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70"/>
            <p:cNvSpPr/>
            <p:nvPr/>
          </p:nvSpPr>
          <p:spPr>
            <a:xfrm>
              <a:off x="3963598" y="3151999"/>
              <a:ext cx="5239" cy="11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70"/>
            <p:cNvSpPr/>
            <p:nvPr/>
          </p:nvSpPr>
          <p:spPr>
            <a:xfrm>
              <a:off x="3949392" y="3117029"/>
              <a:ext cx="39878" cy="37609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70"/>
            <p:cNvSpPr/>
            <p:nvPr/>
          </p:nvSpPr>
          <p:spPr>
            <a:xfrm>
              <a:off x="3845999" y="3071334"/>
              <a:ext cx="89711" cy="57841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70"/>
            <p:cNvSpPr/>
            <p:nvPr/>
          </p:nvSpPr>
          <p:spPr>
            <a:xfrm>
              <a:off x="3809372" y="2919523"/>
              <a:ext cx="106405" cy="94483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70"/>
            <p:cNvSpPr/>
            <p:nvPr/>
          </p:nvSpPr>
          <p:spPr>
            <a:xfrm>
              <a:off x="3795917" y="2888589"/>
              <a:ext cx="27173" cy="50699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70"/>
            <p:cNvSpPr/>
            <p:nvPr/>
          </p:nvSpPr>
          <p:spPr>
            <a:xfrm>
              <a:off x="3689035" y="2890250"/>
              <a:ext cx="138044" cy="127554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70"/>
            <p:cNvSpPr/>
            <p:nvPr/>
          </p:nvSpPr>
          <p:spPr>
            <a:xfrm>
              <a:off x="3661636" y="2898825"/>
              <a:ext cx="79733" cy="60206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70"/>
            <p:cNvSpPr/>
            <p:nvPr/>
          </p:nvSpPr>
          <p:spPr>
            <a:xfrm>
              <a:off x="3632974" y="2958780"/>
              <a:ext cx="56573" cy="43318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70"/>
            <p:cNvSpPr/>
            <p:nvPr/>
          </p:nvSpPr>
          <p:spPr>
            <a:xfrm>
              <a:off x="3632736" y="2960691"/>
              <a:ext cx="81233" cy="8543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70"/>
            <p:cNvSpPr/>
            <p:nvPr/>
          </p:nvSpPr>
          <p:spPr>
            <a:xfrm>
              <a:off x="3665125" y="2976874"/>
              <a:ext cx="112121" cy="99236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70"/>
            <p:cNvSpPr/>
            <p:nvPr/>
          </p:nvSpPr>
          <p:spPr>
            <a:xfrm>
              <a:off x="3712457" y="3043733"/>
              <a:ext cx="51833" cy="35948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70"/>
            <p:cNvSpPr/>
            <p:nvPr/>
          </p:nvSpPr>
          <p:spPr>
            <a:xfrm>
              <a:off x="3628997" y="3033259"/>
              <a:ext cx="44355" cy="30956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70"/>
            <p:cNvSpPr/>
            <p:nvPr/>
          </p:nvSpPr>
          <p:spPr>
            <a:xfrm>
              <a:off x="3633975" y="3059916"/>
              <a:ext cx="21195" cy="12146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443" name="Google Shape;1443;p70"/>
            <p:cNvGrpSpPr/>
            <p:nvPr/>
          </p:nvGrpSpPr>
          <p:grpSpPr>
            <a:xfrm>
              <a:off x="3632736" y="3051591"/>
              <a:ext cx="63288" cy="45217"/>
              <a:chOff x="3450375" y="3038225"/>
              <a:chExt cx="132875" cy="99400"/>
            </a:xfrm>
          </p:grpSpPr>
          <p:sp>
            <p:nvSpPr>
              <p:cNvPr id="1444" name="Google Shape;1444;p70"/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70"/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6" name="Google Shape;1446;p70"/>
            <p:cNvSpPr/>
            <p:nvPr/>
          </p:nvSpPr>
          <p:spPr>
            <a:xfrm>
              <a:off x="3657897" y="3077759"/>
              <a:ext cx="19195" cy="21903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70"/>
            <p:cNvSpPr/>
            <p:nvPr/>
          </p:nvSpPr>
          <p:spPr>
            <a:xfrm>
              <a:off x="3670352" y="3087756"/>
              <a:ext cx="27911" cy="28568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70"/>
            <p:cNvSpPr/>
            <p:nvPr/>
          </p:nvSpPr>
          <p:spPr>
            <a:xfrm>
              <a:off x="3689785" y="3073722"/>
              <a:ext cx="42617" cy="42840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70"/>
            <p:cNvSpPr/>
            <p:nvPr/>
          </p:nvSpPr>
          <p:spPr>
            <a:xfrm>
              <a:off x="3726412" y="3070151"/>
              <a:ext cx="29161" cy="43557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70"/>
            <p:cNvSpPr/>
            <p:nvPr/>
          </p:nvSpPr>
          <p:spPr>
            <a:xfrm>
              <a:off x="3746846" y="3070151"/>
              <a:ext cx="13956" cy="35459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70"/>
            <p:cNvSpPr/>
            <p:nvPr/>
          </p:nvSpPr>
          <p:spPr>
            <a:xfrm>
              <a:off x="3754312" y="3061110"/>
              <a:ext cx="21445" cy="42840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70"/>
            <p:cNvSpPr/>
            <p:nvPr/>
          </p:nvSpPr>
          <p:spPr>
            <a:xfrm>
              <a:off x="3838283" y="2987337"/>
              <a:ext cx="71755" cy="108994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70"/>
            <p:cNvSpPr/>
            <p:nvPr/>
          </p:nvSpPr>
          <p:spPr>
            <a:xfrm>
              <a:off x="3829555" y="3057778"/>
              <a:ext cx="2251" cy="1194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70"/>
            <p:cNvSpPr/>
            <p:nvPr/>
          </p:nvSpPr>
          <p:spPr>
            <a:xfrm>
              <a:off x="3749584" y="2988770"/>
              <a:ext cx="104905" cy="77822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A6CBC2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70"/>
            <p:cNvSpPr/>
            <p:nvPr/>
          </p:nvSpPr>
          <p:spPr>
            <a:xfrm>
              <a:off x="3767267" y="3053013"/>
              <a:ext cx="78744" cy="64493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70"/>
            <p:cNvSpPr/>
            <p:nvPr/>
          </p:nvSpPr>
          <p:spPr>
            <a:xfrm>
              <a:off x="3805645" y="3058722"/>
              <a:ext cx="52322" cy="74968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70"/>
            <p:cNvSpPr/>
            <p:nvPr/>
          </p:nvSpPr>
          <p:spPr>
            <a:xfrm>
              <a:off x="3805883" y="3130585"/>
              <a:ext cx="39378" cy="40702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70"/>
            <p:cNvSpPr/>
            <p:nvPr/>
          </p:nvSpPr>
          <p:spPr>
            <a:xfrm>
              <a:off x="3809622" y="3131301"/>
              <a:ext cx="13967" cy="8575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70"/>
            <p:cNvSpPr/>
            <p:nvPr/>
          </p:nvSpPr>
          <p:spPr>
            <a:xfrm>
              <a:off x="3822327" y="3120122"/>
              <a:ext cx="52834" cy="59023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70"/>
            <p:cNvSpPr/>
            <p:nvPr/>
          </p:nvSpPr>
          <p:spPr>
            <a:xfrm>
              <a:off x="3828067" y="3174369"/>
              <a:ext cx="7478" cy="9769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70"/>
            <p:cNvSpPr/>
            <p:nvPr/>
          </p:nvSpPr>
          <p:spPr>
            <a:xfrm>
              <a:off x="3947654" y="3151533"/>
              <a:ext cx="76994" cy="74956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70"/>
            <p:cNvSpPr/>
            <p:nvPr/>
          </p:nvSpPr>
          <p:spPr>
            <a:xfrm>
              <a:off x="3945415" y="3152954"/>
              <a:ext cx="13956" cy="10963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70"/>
            <p:cNvSpPr/>
            <p:nvPr/>
          </p:nvSpPr>
          <p:spPr>
            <a:xfrm>
              <a:off x="3945415" y="3159380"/>
              <a:ext cx="13706" cy="15956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70"/>
            <p:cNvSpPr/>
            <p:nvPr/>
          </p:nvSpPr>
          <p:spPr>
            <a:xfrm>
              <a:off x="3829055" y="3110126"/>
              <a:ext cx="131316" cy="124222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A6CBC2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70"/>
            <p:cNvSpPr/>
            <p:nvPr/>
          </p:nvSpPr>
          <p:spPr>
            <a:xfrm>
              <a:off x="3970326" y="3207451"/>
              <a:ext cx="21934" cy="52837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70"/>
            <p:cNvSpPr/>
            <p:nvPr/>
          </p:nvSpPr>
          <p:spPr>
            <a:xfrm>
              <a:off x="3895082" y="3199593"/>
              <a:ext cx="81233" cy="66165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70"/>
            <p:cNvSpPr/>
            <p:nvPr/>
          </p:nvSpPr>
          <p:spPr>
            <a:xfrm>
              <a:off x="3824328" y="3184365"/>
              <a:ext cx="86210" cy="81393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70"/>
            <p:cNvSpPr/>
            <p:nvPr/>
          </p:nvSpPr>
          <p:spPr>
            <a:xfrm>
              <a:off x="3916754" y="3249086"/>
              <a:ext cx="53834" cy="46889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70"/>
            <p:cNvSpPr/>
            <p:nvPr/>
          </p:nvSpPr>
          <p:spPr>
            <a:xfrm>
              <a:off x="3879638" y="3263609"/>
              <a:ext cx="64539" cy="61639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70"/>
            <p:cNvSpPr/>
            <p:nvPr/>
          </p:nvSpPr>
          <p:spPr>
            <a:xfrm>
              <a:off x="3824578" y="3257889"/>
              <a:ext cx="92188" cy="82826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6B65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70"/>
            <p:cNvSpPr/>
            <p:nvPr/>
          </p:nvSpPr>
          <p:spPr>
            <a:xfrm>
              <a:off x="3953131" y="3215060"/>
              <a:ext cx="71767" cy="110427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70"/>
            <p:cNvSpPr/>
            <p:nvPr/>
          </p:nvSpPr>
          <p:spPr>
            <a:xfrm>
              <a:off x="3951893" y="3317378"/>
              <a:ext cx="9978" cy="10724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70"/>
            <p:cNvSpPr/>
            <p:nvPr/>
          </p:nvSpPr>
          <p:spPr>
            <a:xfrm>
              <a:off x="3925232" y="3338554"/>
              <a:ext cx="15956" cy="1429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70"/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70"/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70"/>
            <p:cNvSpPr/>
            <p:nvPr/>
          </p:nvSpPr>
          <p:spPr>
            <a:xfrm>
              <a:off x="4014919" y="2846238"/>
              <a:ext cx="33651" cy="9053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70"/>
            <p:cNvSpPr/>
            <p:nvPr/>
          </p:nvSpPr>
          <p:spPr>
            <a:xfrm>
              <a:off x="4036853" y="2853608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solidFill>
              <a:srgbClr val="5F7D95"/>
            </a:solidFill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70"/>
            <p:cNvSpPr/>
            <p:nvPr/>
          </p:nvSpPr>
          <p:spPr>
            <a:xfrm>
              <a:off x="4346543" y="2948318"/>
              <a:ext cx="21183" cy="11907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70"/>
            <p:cNvSpPr/>
            <p:nvPr/>
          </p:nvSpPr>
          <p:spPr>
            <a:xfrm>
              <a:off x="3878888" y="2847660"/>
              <a:ext cx="16706" cy="13579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70"/>
            <p:cNvSpPr/>
            <p:nvPr/>
          </p:nvSpPr>
          <p:spPr>
            <a:xfrm>
              <a:off x="3865182" y="2817204"/>
              <a:ext cx="27923" cy="34993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481" name="Google Shape;1481;p70"/>
          <p:cNvGrpSpPr/>
          <p:nvPr/>
        </p:nvGrpSpPr>
        <p:grpSpPr>
          <a:xfrm>
            <a:off x="4707491" y="1362354"/>
            <a:ext cx="2770909" cy="1822077"/>
            <a:chOff x="235800" y="830650"/>
            <a:chExt cx="6978450" cy="4588844"/>
          </a:xfrm>
        </p:grpSpPr>
        <p:sp>
          <p:nvSpPr>
            <p:cNvPr id="1482" name="Google Shape;1482;p70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70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70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70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70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70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488" name="Google Shape;1488;p70"/>
          <p:cNvGrpSpPr/>
          <p:nvPr/>
        </p:nvGrpSpPr>
        <p:grpSpPr>
          <a:xfrm>
            <a:off x="958820" y="3803823"/>
            <a:ext cx="3497168" cy="1778053"/>
            <a:chOff x="238125" y="1038125"/>
            <a:chExt cx="7146800" cy="3633625"/>
          </a:xfrm>
        </p:grpSpPr>
        <p:sp>
          <p:nvSpPr>
            <p:cNvPr id="1489" name="Google Shape;1489;p70"/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70"/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70"/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70"/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70"/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70"/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70"/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70"/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70"/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70"/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70"/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70"/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70"/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70"/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70"/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70"/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70"/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70"/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70"/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70"/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70"/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70"/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70"/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70"/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70"/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70"/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70"/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70"/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70"/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70"/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70"/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70"/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70"/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70"/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70"/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70"/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70"/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70"/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70"/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70"/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70"/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70"/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70"/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70"/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70"/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70"/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70"/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70"/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70"/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70"/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70"/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70"/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70"/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70"/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70"/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70"/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70"/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70"/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70"/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70"/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70"/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70"/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70"/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70"/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70"/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70"/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70"/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70"/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70"/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70"/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70"/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70"/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70"/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70"/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70"/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70"/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70"/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70"/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70"/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70"/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70"/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70"/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70"/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70"/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70"/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70"/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70"/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70"/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70"/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70"/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70"/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70"/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70"/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70"/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70"/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70"/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70"/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70"/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70"/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70"/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70"/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70"/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70"/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70"/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70"/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70"/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70"/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70"/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70"/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70"/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70"/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70"/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70"/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70"/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70"/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70"/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70"/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70"/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70"/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70"/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70"/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70"/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70"/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70"/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70"/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70"/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70"/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70"/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70"/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70"/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70"/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70"/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70"/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70"/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70"/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70"/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70"/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70"/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70"/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70"/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70"/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70"/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70"/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70"/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70"/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70"/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70"/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70"/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70"/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70"/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70"/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70"/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70"/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70"/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70"/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70"/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70"/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70"/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70"/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70"/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70"/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70"/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70"/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70"/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70"/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70"/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70"/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70"/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70"/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70"/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70"/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70"/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70"/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70"/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70"/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70"/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70"/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70"/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70"/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70"/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70"/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70"/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70"/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70"/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70"/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70"/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70"/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70"/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70"/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70"/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70"/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70"/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70"/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70"/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70"/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70"/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70"/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70"/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70"/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70"/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70"/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70"/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70"/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70"/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70"/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70"/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70"/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70"/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70"/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70"/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70"/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70"/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70"/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70"/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70"/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70"/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70"/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70"/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70"/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70"/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70"/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70"/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70"/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70"/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70"/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70"/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70"/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70"/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70"/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70"/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70"/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70"/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70"/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70"/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70"/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70"/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70"/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70"/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70"/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70"/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70"/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70"/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70"/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70"/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70"/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70"/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70"/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70"/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70"/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70"/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70"/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70"/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70"/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70"/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70"/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70"/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70"/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70"/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70"/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70"/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70"/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70"/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70"/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70"/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70"/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70"/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70"/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70"/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70"/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70"/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70"/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70"/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70"/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70"/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70"/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70"/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70"/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70"/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70"/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70"/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70"/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70"/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70"/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70"/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70"/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70"/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70"/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70"/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70"/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70"/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70"/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70"/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70"/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70"/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70"/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70"/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70"/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70"/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70"/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70"/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70"/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70"/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70"/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70"/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70"/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70"/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70"/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70"/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70"/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70"/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70"/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70"/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70"/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70"/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70"/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70"/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70"/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70"/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70"/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70"/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70"/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70"/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70"/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70"/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70"/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70"/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70"/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70"/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70"/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70"/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70"/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70"/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70"/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70"/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70"/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70"/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70"/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70"/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70"/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70"/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70"/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70"/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70"/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70"/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70"/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70"/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70"/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70"/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70"/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70"/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70"/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70"/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70"/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70"/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70"/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70"/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70"/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70"/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70"/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70"/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70"/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70"/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70"/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70"/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70"/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70"/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70"/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70"/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70"/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70"/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70"/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70"/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70"/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70"/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70"/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70"/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70"/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70"/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70"/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70"/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70"/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70"/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70"/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70"/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70"/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70"/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70"/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70"/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70"/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70"/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70"/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70"/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70"/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70"/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70"/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70"/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70"/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70"/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70"/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70"/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70"/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70"/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70"/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70"/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70"/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70"/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70"/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70"/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70"/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70"/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70"/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70"/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70"/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70"/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70"/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70"/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70"/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70"/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70"/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70"/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70"/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70"/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70"/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70"/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70"/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70"/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70"/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70"/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70"/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70"/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70"/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70"/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70"/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70"/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70"/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70"/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70"/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70"/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70"/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70"/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70"/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70"/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70"/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70"/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70"/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70"/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70"/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70"/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70"/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70"/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70"/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70"/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70"/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70"/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70"/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70"/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70"/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70"/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70"/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70"/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70"/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70"/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70"/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70"/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70"/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70"/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70"/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70"/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70"/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70"/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70"/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70"/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70"/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70"/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70"/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70"/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70"/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70"/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70"/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70"/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70"/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70"/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70"/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70"/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70"/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70"/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70"/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70"/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70"/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70"/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70"/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70"/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70"/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70"/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70"/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70"/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70"/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70"/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70"/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70"/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70"/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70"/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70"/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70"/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70"/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70"/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70"/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70"/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70"/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70"/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70"/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70"/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70"/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70"/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70"/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70"/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70"/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70"/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70"/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70"/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70"/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70"/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70"/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70"/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70"/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70"/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70"/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70"/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70"/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70"/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70"/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70"/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70"/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70"/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70"/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70"/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70"/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70"/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70"/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70"/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70"/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70"/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70"/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70"/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70"/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70"/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70"/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70"/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70"/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70"/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70"/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70"/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70"/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70"/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70"/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70"/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70"/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70"/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70"/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70"/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70"/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70"/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70"/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70"/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70"/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70"/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70"/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70"/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70"/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70"/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70"/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70"/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70"/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70"/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70"/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70"/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70"/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70"/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70"/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70"/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70"/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70"/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70"/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70"/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70"/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70"/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70"/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70"/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70"/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70"/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70"/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70"/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70"/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70"/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70"/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70"/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70"/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70"/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70"/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70"/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70"/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70"/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70"/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70"/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70"/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70"/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70"/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p70"/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p70"/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p70"/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p70"/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p70"/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70"/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p70"/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p70"/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70"/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p70"/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70"/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70"/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70"/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70"/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70"/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70"/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70"/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70"/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70"/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p70"/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70"/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p70"/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70"/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70"/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70"/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70"/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70"/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70"/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70"/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70"/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70"/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70"/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70"/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p70"/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70"/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70"/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70"/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70"/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70"/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70"/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70"/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70"/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70"/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70"/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70"/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70"/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70"/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70"/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70"/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70"/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70"/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70"/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70"/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p70"/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p70"/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70"/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70"/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70"/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70"/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70"/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70"/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70"/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70"/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70"/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70"/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70"/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70"/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70"/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70"/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70"/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70"/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70"/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70"/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70"/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70"/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70"/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70"/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70"/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70"/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70"/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70"/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70"/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70"/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70"/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70"/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70"/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70"/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70"/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70"/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70"/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70"/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70"/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p70"/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70"/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70"/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70"/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70"/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70"/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70"/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70"/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70"/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70"/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70"/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70"/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70"/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70"/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70"/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70"/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70"/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70"/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70"/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70"/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70"/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70"/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70"/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70"/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70"/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70"/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70"/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70"/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70"/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70"/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70"/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70"/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70"/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70"/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70"/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70"/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70"/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70"/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70"/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70"/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70"/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70"/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70"/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70"/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70"/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70"/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p70"/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p70"/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p70"/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70"/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p70"/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p70"/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p70"/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p70"/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p70"/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p70"/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p70"/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5" name="Google Shape;2245;p70"/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6" name="Google Shape;2246;p70"/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7" name="Google Shape;2247;p70"/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8" name="Google Shape;2248;p70"/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p70"/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p70"/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70"/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70"/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70"/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70"/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p70"/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70"/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70"/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p70"/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p70"/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p70"/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p70"/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70"/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p70"/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p70"/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p70"/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p70"/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p70"/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p70"/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p70"/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p70"/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p70"/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70"/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70"/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70"/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p70"/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p70"/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70"/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70"/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70"/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70"/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70"/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70"/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p70"/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p70"/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70"/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p70"/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70"/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70"/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70"/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70"/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70"/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70"/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70"/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70"/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70"/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70"/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70"/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70"/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70"/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70"/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p70"/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p70"/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70"/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70"/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70"/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70"/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p70"/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p70"/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p70"/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p70"/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p70"/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p70"/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3" name="Google Shape;2313;p70"/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70"/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70"/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70"/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70"/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70"/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p70"/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70"/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70"/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70"/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p70"/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70"/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p70"/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p70"/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70"/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70"/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p70"/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70"/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p70"/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p70"/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70"/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70"/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70"/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70"/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p70"/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p70"/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70"/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70"/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1" name="Google Shape;2341;p70"/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p70"/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p70"/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p70"/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p70"/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p70"/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p70"/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70"/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p70"/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70"/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70"/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p70"/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p70"/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p70"/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70"/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p70"/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p70"/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8" name="Google Shape;2358;p70"/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p70"/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p70"/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70"/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70"/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p70"/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4" name="Google Shape;2364;p70"/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5" name="Google Shape;2365;p70"/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p70"/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70"/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p70"/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p70"/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70"/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70"/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p70"/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p70"/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70"/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70"/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70"/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70"/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70"/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70"/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70"/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70"/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70"/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70"/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70"/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70"/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70"/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p70"/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p70"/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p70"/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70"/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70"/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70"/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70"/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70"/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70"/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70"/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p70"/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p70"/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p70"/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70"/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p70"/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p70"/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3" name="Google Shape;2403;p70"/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4" name="Google Shape;2404;p70"/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p70"/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6" name="Google Shape;2406;p70"/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70"/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p70"/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9" name="Google Shape;2409;p70"/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0" name="Google Shape;2410;p70"/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1" name="Google Shape;2411;p70"/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70"/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70"/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70"/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70"/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70"/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70"/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70"/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p70"/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p70"/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p70"/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p70"/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70"/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70"/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70"/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p70"/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70"/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70"/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p70"/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70"/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p70"/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70"/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70"/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70"/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70"/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70"/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p70"/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70"/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70"/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70"/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p70"/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p70"/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p70"/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70"/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70"/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70"/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70"/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p70"/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p70"/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p70"/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1" name="Google Shape;2451;p70"/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p70"/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p70"/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4" name="Google Shape;2454;p70"/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5" name="Google Shape;2455;p70"/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6" name="Google Shape;2456;p70"/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p70"/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p70"/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9" name="Google Shape;2459;p70"/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p70"/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p70"/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2" name="Google Shape;2462;p70"/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p70"/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70"/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5" name="Google Shape;2465;p70"/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6" name="Google Shape;2466;p70"/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7" name="Google Shape;2467;p70"/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8" name="Google Shape;2468;p70"/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p70"/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p70"/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p70"/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2" name="Google Shape;2472;p70"/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p70"/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p70"/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5" name="Google Shape;2475;p70"/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6" name="Google Shape;2476;p70"/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p70"/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p70"/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9" name="Google Shape;2479;p70"/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0" name="Google Shape;2480;p70"/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1" name="Google Shape;2481;p70"/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p70"/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3" name="Google Shape;2483;p70"/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p70"/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70"/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p70"/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7" name="Google Shape;2487;p70"/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8" name="Google Shape;2488;p70"/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9" name="Google Shape;2489;p70"/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0" name="Google Shape;2490;p70"/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1" name="Google Shape;2491;p70"/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2" name="Google Shape;2492;p70"/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p70"/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p70"/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p70"/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6" name="Google Shape;2496;p70"/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7" name="Google Shape;2497;p70"/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8" name="Google Shape;2498;p70"/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9" name="Google Shape;2499;p70"/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0" name="Google Shape;2500;p70"/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1" name="Google Shape;2501;p70"/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2" name="Google Shape;2502;p70"/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3" name="Google Shape;2503;p70"/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p70"/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p70"/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p70"/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p70"/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8" name="Google Shape;2508;p70"/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9" name="Google Shape;2509;p70"/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0" name="Google Shape;2510;p70"/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1" name="Google Shape;2511;p70"/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p70"/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70"/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p70"/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5" name="Google Shape;2515;p70"/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70"/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p70"/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p70"/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p70"/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p70"/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p70"/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70"/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p70"/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4" name="Google Shape;2524;p70"/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p70"/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6" name="Google Shape;2526;p70"/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7" name="Google Shape;2527;p70"/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8" name="Google Shape;2528;p70"/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9" name="Google Shape;2529;p70"/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0" name="Google Shape;2530;p70"/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1" name="Google Shape;2531;p70"/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2" name="Google Shape;2532;p70"/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3" name="Google Shape;2533;p70"/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4" name="Google Shape;2534;p70"/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p70"/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6" name="Google Shape;2536;p70"/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p70"/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8" name="Google Shape;2538;p70"/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9" name="Google Shape;2539;p70"/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0" name="Google Shape;2540;p70"/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1" name="Google Shape;2541;p70"/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2" name="Google Shape;2542;p70"/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3" name="Google Shape;2543;p70"/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4" name="Google Shape;2544;p70"/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5" name="Google Shape;2545;p70"/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6" name="Google Shape;2546;p70"/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7" name="Google Shape;2547;p70"/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p70"/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9" name="Google Shape;2549;p70"/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p70"/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70"/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p70"/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70"/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70"/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p70"/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p70"/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7" name="Google Shape;2557;p70"/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p70"/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p70"/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p70"/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p70"/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p70"/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3" name="Google Shape;2563;p70"/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p70"/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70"/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p70"/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p70"/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p70"/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9" name="Google Shape;2569;p70"/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p70"/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p70"/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2" name="Google Shape;2572;p70"/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3" name="Google Shape;2573;p70"/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70"/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70"/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p70"/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p70"/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p70"/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p70"/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p70"/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p70"/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p70"/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70"/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p70"/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p70"/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6" name="Google Shape;2586;p70"/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7" name="Google Shape;2587;p70"/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8" name="Google Shape;2588;p70"/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p70"/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p70"/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1" name="Google Shape;2591;p70"/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2" name="Google Shape;2592;p70"/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3" name="Google Shape;2593;p70"/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4" name="Google Shape;2594;p70"/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5" name="Google Shape;2595;p70"/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6" name="Google Shape;2596;p70"/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7" name="Google Shape;2597;p70"/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8" name="Google Shape;2598;p70"/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9" name="Google Shape;2599;p70"/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0" name="Google Shape;2600;p70"/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p70"/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2" name="Google Shape;2602;p70"/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3" name="Google Shape;2603;p70"/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4" name="Google Shape;2604;p70"/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p70"/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6" name="Google Shape;2606;p70"/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7" name="Google Shape;2607;p70"/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8" name="Google Shape;2608;p70"/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9" name="Google Shape;2609;p70"/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0" name="Google Shape;2610;p70"/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1" name="Google Shape;2611;p70"/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2" name="Google Shape;2612;p70"/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p70"/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4" name="Google Shape;2614;p70"/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p70"/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6" name="Google Shape;2616;p70"/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p70"/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8" name="Google Shape;2618;p70"/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9" name="Google Shape;2619;p70"/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0" name="Google Shape;2620;p70"/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1" name="Google Shape;2621;p70"/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2" name="Google Shape;2622;p70"/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3" name="Google Shape;2623;p70"/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4" name="Google Shape;2624;p70"/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p70"/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6" name="Google Shape;2626;p70"/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7" name="Google Shape;2627;p70"/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8" name="Google Shape;2628;p70"/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p70"/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p70"/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1" name="Google Shape;2631;p70"/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2" name="Google Shape;2632;p70"/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3" name="Google Shape;2633;p70"/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p70"/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5" name="Google Shape;2635;p70"/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6" name="Google Shape;2636;p70"/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7" name="Google Shape;2637;p70"/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8" name="Google Shape;2638;p70"/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9" name="Google Shape;2639;p70"/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0" name="Google Shape;2640;p70"/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1" name="Google Shape;2641;p70"/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2" name="Google Shape;2642;p70"/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3" name="Google Shape;2643;p70"/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p70"/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5" name="Google Shape;2645;p70"/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p70"/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p70"/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8" name="Google Shape;2648;p70"/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9" name="Google Shape;2649;p70"/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0" name="Google Shape;2650;p70"/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1" name="Google Shape;2651;p70"/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2" name="Google Shape;2652;p70"/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3" name="Google Shape;2653;p70"/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4" name="Google Shape;2654;p70"/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5" name="Google Shape;2655;p70"/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p70"/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7" name="Google Shape;2657;p70"/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8" name="Google Shape;2658;p70"/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9" name="Google Shape;2659;p70"/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0" name="Google Shape;2660;p70"/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1" name="Google Shape;2661;p70"/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2" name="Google Shape;2662;p70"/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3" name="Google Shape;2663;p70"/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4" name="Google Shape;2664;p70"/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5" name="Google Shape;2665;p70"/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6" name="Google Shape;2666;p70"/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7" name="Google Shape;2667;p70"/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8" name="Google Shape;2668;p70"/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9" name="Google Shape;2669;p70"/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0" name="Google Shape;2670;p70"/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1" name="Google Shape;2671;p70"/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2" name="Google Shape;2672;p70"/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3" name="Google Shape;2673;p70"/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4" name="Google Shape;2674;p70"/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5" name="Google Shape;2675;p70"/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6" name="Google Shape;2676;p70"/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7" name="Google Shape;2677;p70"/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8" name="Google Shape;2678;p70"/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9" name="Google Shape;2679;p70"/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0" name="Google Shape;2680;p70"/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1" name="Google Shape;2681;p70"/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2" name="Google Shape;2682;p70"/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3" name="Google Shape;2683;p70"/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4" name="Google Shape;2684;p70"/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5" name="Google Shape;2685;p70"/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6" name="Google Shape;2686;p70"/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7" name="Google Shape;2687;p70"/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8" name="Google Shape;2688;p70"/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9" name="Google Shape;2689;p70"/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0" name="Google Shape;2690;p70"/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1" name="Google Shape;2691;p70"/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2" name="Google Shape;2692;p70"/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3" name="Google Shape;2693;p70"/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4" name="Google Shape;2694;p70"/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5" name="Google Shape;2695;p70"/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6" name="Google Shape;2696;p70"/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7" name="Google Shape;2697;p70"/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8" name="Google Shape;2698;p70"/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9" name="Google Shape;2699;p70"/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0" name="Google Shape;2700;p70"/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1" name="Google Shape;2701;p70"/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2" name="Google Shape;2702;p70"/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3" name="Google Shape;2703;p70"/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4" name="Google Shape;2704;p70"/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5" name="Google Shape;2705;p70"/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6" name="Google Shape;2706;p70"/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7" name="Google Shape;2707;p70"/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8" name="Google Shape;2708;p70"/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9" name="Google Shape;2709;p70"/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10" name="Google Shape;2710;p70"/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11" name="Google Shape;2711;p70"/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12" name="Google Shape;2712;p70"/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13" name="Google Shape;2713;p70"/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14" name="Google Shape;2714;p70"/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15" name="Google Shape;2715;p70"/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16" name="Google Shape;2716;p70"/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17" name="Google Shape;2717;p70"/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18" name="Google Shape;2718;p70"/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19" name="Google Shape;2719;p70"/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0" name="Google Shape;2720;p70"/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1" name="Google Shape;2721;p70"/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2" name="Google Shape;2722;p70"/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3" name="Google Shape;2723;p70"/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4" name="Google Shape;2724;p70"/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5" name="Google Shape;2725;p70"/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6" name="Google Shape;2726;p70"/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7" name="Google Shape;2727;p70"/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8" name="Google Shape;2728;p70"/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9" name="Google Shape;2729;p70"/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0" name="Google Shape;2730;p70"/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1" name="Google Shape;2731;p70"/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2" name="Google Shape;2732;p70"/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3" name="Google Shape;2733;p70"/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4" name="Google Shape;2734;p70"/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5" name="Google Shape;2735;p70"/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6" name="Google Shape;2736;p70"/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7" name="Google Shape;2737;p70"/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8" name="Google Shape;2738;p70"/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9" name="Google Shape;2739;p70"/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0" name="Google Shape;2740;p70"/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1" name="Google Shape;2741;p70"/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2" name="Google Shape;2742;p70"/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3" name="Google Shape;2743;p70"/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4" name="Google Shape;2744;p70"/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5" name="Google Shape;2745;p70"/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6" name="Google Shape;2746;p70"/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7" name="Google Shape;2747;p70"/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8" name="Google Shape;2748;p70"/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9" name="Google Shape;2749;p70"/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50" name="Google Shape;2750;p70"/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51" name="Google Shape;2751;p70"/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52" name="Google Shape;2752;p70"/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53" name="Google Shape;2753;p70"/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54" name="Google Shape;2754;p70"/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55" name="Google Shape;2755;p70"/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56" name="Google Shape;2756;p70"/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57" name="Google Shape;2757;p70"/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58" name="Google Shape;2758;p70"/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59" name="Google Shape;2759;p70"/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60" name="Google Shape;2760;p70"/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61" name="Google Shape;2761;p70"/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62" name="Google Shape;2762;p70"/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63" name="Google Shape;2763;p70"/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64" name="Google Shape;2764;p70"/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65" name="Google Shape;2765;p70"/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66" name="Google Shape;2766;p70"/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67" name="Google Shape;2767;p70"/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68" name="Google Shape;2768;p70"/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69" name="Google Shape;2769;p70"/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70" name="Google Shape;2770;p70"/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71" name="Google Shape;2771;p70"/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72" name="Google Shape;2772;p70"/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73" name="Google Shape;2773;p70"/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74" name="Google Shape;2774;p70"/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75" name="Google Shape;2775;p70"/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76" name="Google Shape;2776;p70"/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77" name="Google Shape;2777;p70"/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p70"/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79" name="Google Shape;2779;p70"/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80" name="Google Shape;2780;p70"/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81" name="Google Shape;2781;p70"/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82" name="Google Shape;2782;p70"/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p70"/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84" name="Google Shape;2784;p70"/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85" name="Google Shape;2785;p70"/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86" name="Google Shape;2786;p70"/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87" name="Google Shape;2787;p70"/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88" name="Google Shape;2788;p70"/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89" name="Google Shape;2789;p70"/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90" name="Google Shape;2790;p70"/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91" name="Google Shape;2791;p70"/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p70"/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70"/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p70"/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p70"/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p70"/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p70"/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98" name="Google Shape;2798;p70"/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p70"/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00" name="Google Shape;2800;p70"/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p70"/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02" name="Google Shape;2802;p70"/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03" name="Google Shape;2803;p70"/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04" name="Google Shape;2804;p70"/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05" name="Google Shape;2805;p70"/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06" name="Google Shape;2806;p70"/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07" name="Google Shape;2807;p70"/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08" name="Google Shape;2808;p70"/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p70"/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10" name="Google Shape;2810;p70"/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11" name="Google Shape;2811;p70"/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12" name="Google Shape;2812;p70"/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13" name="Google Shape;2813;p70"/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14" name="Google Shape;2814;p70"/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15" name="Google Shape;2815;p70"/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16" name="Google Shape;2816;p70"/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p70"/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p70"/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p70"/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p70"/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p70"/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p70"/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p70"/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p70"/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p70"/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p70"/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7" name="Google Shape;2827;p70"/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p70"/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p70"/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p70"/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p70"/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p70"/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p70"/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34" name="Google Shape;2834;p70"/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35" name="Google Shape;2835;p70"/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36" name="Google Shape;2836;p70"/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p70"/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38" name="Google Shape;2838;p70"/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39" name="Google Shape;2839;p70"/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p70"/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p70"/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p70"/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3" name="Google Shape;2843;p70"/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4" name="Google Shape;2844;p70"/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5" name="Google Shape;2845;p70"/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6" name="Google Shape;2846;p70"/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7" name="Google Shape;2847;p70"/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8" name="Google Shape;2848;p70"/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9" name="Google Shape;2849;p70"/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0" name="Google Shape;2850;p70"/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1" name="Google Shape;2851;p70"/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70"/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p70"/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4" name="Google Shape;2854;p70"/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5" name="Google Shape;2855;p70"/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p70"/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p70"/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p70"/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9" name="Google Shape;2859;p70"/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0" name="Google Shape;2860;p70"/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1" name="Google Shape;2861;p70"/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p70"/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p70"/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p70"/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p70"/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p70"/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p70"/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p70"/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70"/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p70"/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p70"/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2" name="Google Shape;2872;p70"/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p70"/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p70"/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p70"/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p70"/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p70"/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8" name="Google Shape;2878;p70"/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9" name="Google Shape;2879;p70"/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p70"/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1" name="Google Shape;2881;p70"/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2" name="Google Shape;2882;p70"/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3" name="Google Shape;2883;p70"/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4" name="Google Shape;2884;p70"/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p70"/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6" name="Google Shape;2886;p70"/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p70"/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p70"/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p70"/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0" name="Google Shape;2890;p70"/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1" name="Google Shape;2891;p70"/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p70"/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3" name="Google Shape;2893;p70"/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70"/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70"/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70"/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70"/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70"/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p70"/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p70"/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p70"/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p70"/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p70"/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4" name="Google Shape;2904;p70"/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5" name="Google Shape;2905;p70"/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6" name="Google Shape;2906;p70"/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7" name="Google Shape;2907;p70"/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8" name="Google Shape;2908;p70"/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9" name="Google Shape;2909;p70"/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0" name="Google Shape;2910;p70"/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1" name="Google Shape;2911;p70"/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2" name="Google Shape;2912;p70"/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3" name="Google Shape;2913;p70"/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4" name="Google Shape;2914;p70"/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5" name="Google Shape;2915;p70"/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6" name="Google Shape;2916;p70"/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7" name="Google Shape;2917;p70"/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p70"/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9" name="Google Shape;2919;p70"/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0" name="Google Shape;2920;p70"/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1" name="Google Shape;2921;p70"/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2" name="Google Shape;2922;p70"/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3" name="Google Shape;2923;p70"/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4" name="Google Shape;2924;p70"/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5" name="Google Shape;2925;p70"/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6" name="Google Shape;2926;p70"/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7" name="Google Shape;2927;p70"/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p70"/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p70"/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30" name="Google Shape;2930;p70"/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31" name="Google Shape;2931;p70"/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p70"/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33" name="Google Shape;2933;p70"/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34" name="Google Shape;2934;p70"/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35" name="Google Shape;2935;p70"/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36" name="Google Shape;2936;p70"/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37" name="Google Shape;2937;p70"/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38" name="Google Shape;2938;p70"/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39" name="Google Shape;2939;p70"/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40" name="Google Shape;2940;p70"/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41" name="Google Shape;2941;p70"/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42" name="Google Shape;2942;p70"/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43" name="Google Shape;2943;p70"/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44" name="Google Shape;2944;p70"/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45" name="Google Shape;2945;p70"/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46" name="Google Shape;2946;p70"/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47" name="Google Shape;2947;p70"/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48" name="Google Shape;2948;p70"/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49" name="Google Shape;2949;p70"/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50" name="Google Shape;2950;p70"/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51" name="Google Shape;2951;p70"/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52" name="Google Shape;2952;p70"/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53" name="Google Shape;2953;p70"/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54" name="Google Shape;2954;p70"/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55" name="Google Shape;2955;p70"/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56" name="Google Shape;2956;p70"/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57" name="Google Shape;2957;p70"/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58" name="Google Shape;2958;p70"/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59" name="Google Shape;2959;p70"/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60" name="Google Shape;2960;p70"/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61" name="Google Shape;2961;p70"/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62" name="Google Shape;2962;p70"/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63" name="Google Shape;2963;p70"/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64" name="Google Shape;2964;p70"/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65" name="Google Shape;2965;p70"/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p70"/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67" name="Google Shape;2967;p70"/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68" name="Google Shape;2968;p70"/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69" name="Google Shape;2969;p70"/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70" name="Google Shape;2970;p70"/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71" name="Google Shape;2971;p70"/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72" name="Google Shape;2972;p70"/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73" name="Google Shape;2973;p70"/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74" name="Google Shape;2974;p70"/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p70"/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76" name="Google Shape;2976;p70"/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77" name="Google Shape;2977;p70"/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p70"/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79" name="Google Shape;2979;p70"/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p70"/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p70"/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p70"/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p70"/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p70"/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85" name="Google Shape;2985;p70"/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86" name="Google Shape;2986;p70"/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87" name="Google Shape;2987;p70"/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88" name="Google Shape;2988;p70"/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89" name="Google Shape;2989;p70"/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90" name="Google Shape;2990;p70"/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91" name="Google Shape;2991;p70"/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92" name="Google Shape;2992;p70"/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93" name="Google Shape;2993;p70"/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94" name="Google Shape;2994;p70"/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95" name="Google Shape;2995;p70"/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96" name="Google Shape;2996;p70"/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97" name="Google Shape;2997;p70"/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98" name="Google Shape;2998;p70"/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99" name="Google Shape;2999;p70"/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00" name="Google Shape;3000;p70"/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01" name="Google Shape;3001;p70"/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02" name="Google Shape;3002;p70"/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03" name="Google Shape;3003;p70"/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p70"/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05" name="Google Shape;3005;p70"/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06" name="Google Shape;3006;p70"/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07" name="Google Shape;3007;p70"/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08" name="Google Shape;3008;p70"/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09" name="Google Shape;3009;p70"/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10" name="Google Shape;3010;p70"/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11" name="Google Shape;3011;p70"/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12" name="Google Shape;3012;p70"/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13" name="Google Shape;3013;p70"/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14" name="Google Shape;3014;p70"/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15" name="Google Shape;3015;p70"/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p70"/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17" name="Google Shape;3017;p70"/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18" name="Google Shape;3018;p70"/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19" name="Google Shape;3019;p70"/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0" name="Google Shape;3020;p70"/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1" name="Google Shape;3021;p70"/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2" name="Google Shape;3022;p70"/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3" name="Google Shape;3023;p70"/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4" name="Google Shape;3024;p70"/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5" name="Google Shape;3025;p70"/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6" name="Google Shape;3026;p70"/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7" name="Google Shape;3027;p70"/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8" name="Google Shape;3028;p70"/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9" name="Google Shape;3029;p70"/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0" name="Google Shape;3030;p70"/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1" name="Google Shape;3031;p70"/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p70"/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p70"/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p70"/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5" name="Google Shape;3035;p70"/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6" name="Google Shape;3036;p70"/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7" name="Google Shape;3037;p70"/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8" name="Google Shape;3038;p70"/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9" name="Google Shape;3039;p70"/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40" name="Google Shape;3040;p70"/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41" name="Google Shape;3041;p70"/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42" name="Google Shape;3042;p70"/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43" name="Google Shape;3043;p70"/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44" name="Google Shape;3044;p70"/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45" name="Google Shape;3045;p70"/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46" name="Google Shape;3046;p70"/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47" name="Google Shape;3047;p70"/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48" name="Google Shape;3048;p70"/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49" name="Google Shape;3049;p70"/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50" name="Google Shape;3050;p70"/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51" name="Google Shape;3051;p70"/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52" name="Google Shape;3052;p70"/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53" name="Google Shape;3053;p70"/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54" name="Google Shape;3054;p70"/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55" name="Google Shape;3055;p70"/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56" name="Google Shape;3056;p70"/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57" name="Google Shape;3057;p70"/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58" name="Google Shape;3058;p70"/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59" name="Google Shape;3059;p70"/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60" name="Google Shape;3060;p70"/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5F81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061" name="Google Shape;3061;p70"/>
          <p:cNvGrpSpPr/>
          <p:nvPr/>
        </p:nvGrpSpPr>
        <p:grpSpPr>
          <a:xfrm>
            <a:off x="7778724" y="1326637"/>
            <a:ext cx="3454453" cy="1840313"/>
            <a:chOff x="233350" y="949250"/>
            <a:chExt cx="7137300" cy="3802300"/>
          </a:xfrm>
        </p:grpSpPr>
        <p:sp>
          <p:nvSpPr>
            <p:cNvPr id="3062" name="Google Shape;3062;p70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63" name="Google Shape;3063;p70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64" name="Google Shape;3064;p70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65" name="Google Shape;3065;p70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66" name="Google Shape;3066;p70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67" name="Google Shape;3067;p70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68" name="Google Shape;3068;p70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69" name="Google Shape;3069;p70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70" name="Google Shape;3070;p70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71" name="Google Shape;3071;p70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72" name="Google Shape;3072;p70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73" name="Google Shape;3073;p70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74" name="Google Shape;3074;p70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75" name="Google Shape;3075;p70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76" name="Google Shape;3076;p70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77" name="Google Shape;3077;p70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78" name="Google Shape;3078;p70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79" name="Google Shape;3079;p70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80" name="Google Shape;3080;p70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81" name="Google Shape;3081;p70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82" name="Google Shape;3082;p70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83" name="Google Shape;3083;p70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84" name="Google Shape;3084;p70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85" name="Google Shape;3085;p70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86" name="Google Shape;3086;p70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87" name="Google Shape;3087;p70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88" name="Google Shape;3088;p70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89" name="Google Shape;3089;p70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90" name="Google Shape;3090;p70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91" name="Google Shape;3091;p70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92" name="Google Shape;3092;p70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93" name="Google Shape;3093;p70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94" name="Google Shape;3094;p70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95" name="Google Shape;3095;p70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96" name="Google Shape;3096;p70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97" name="Google Shape;3097;p70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98" name="Google Shape;3098;p70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99" name="Google Shape;3099;p70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00" name="Google Shape;3100;p70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01" name="Google Shape;3101;p70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02" name="Google Shape;3102;p70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03" name="Google Shape;3103;p70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04" name="Google Shape;3104;p70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05" name="Google Shape;3105;p70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06" name="Google Shape;3106;p70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07" name="Google Shape;3107;p70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08" name="Google Shape;3108;p70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09" name="Google Shape;3109;p70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10" name="Google Shape;3110;p70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11" name="Google Shape;3111;p70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12" name="Google Shape;3112;p70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113" name="Google Shape;3113;p70"/>
          <p:cNvGrpSpPr/>
          <p:nvPr/>
        </p:nvGrpSpPr>
        <p:grpSpPr>
          <a:xfrm>
            <a:off x="10197963" y="4053000"/>
            <a:ext cx="138975" cy="427120"/>
            <a:chOff x="7564426" y="3224343"/>
            <a:chExt cx="119985" cy="368801"/>
          </a:xfrm>
        </p:grpSpPr>
        <p:sp>
          <p:nvSpPr>
            <p:cNvPr id="3114" name="Google Shape;3114;p70"/>
            <p:cNvSpPr/>
            <p:nvPr/>
          </p:nvSpPr>
          <p:spPr>
            <a:xfrm>
              <a:off x="7564426" y="3224379"/>
              <a:ext cx="119985" cy="368765"/>
            </a:xfrm>
            <a:custGeom>
              <a:avLst/>
              <a:gdLst/>
              <a:ahLst/>
              <a:cxnLst/>
              <a:rect l="l" t="t" r="r" b="b"/>
              <a:pathLst>
                <a:path w="13196" h="40557" extrusionOk="0">
                  <a:moveTo>
                    <a:pt x="2529" y="1"/>
                  </a:moveTo>
                  <a:lnTo>
                    <a:pt x="2547" y="1348"/>
                  </a:lnTo>
                  <a:lnTo>
                    <a:pt x="10244" y="1459"/>
                  </a:lnTo>
                  <a:lnTo>
                    <a:pt x="10227" y="108"/>
                  </a:lnTo>
                  <a:lnTo>
                    <a:pt x="2529" y="1"/>
                  </a:lnTo>
                  <a:close/>
                  <a:moveTo>
                    <a:pt x="3107" y="1850"/>
                  </a:moveTo>
                  <a:lnTo>
                    <a:pt x="556" y="15262"/>
                  </a:lnTo>
                  <a:lnTo>
                    <a:pt x="12617" y="15439"/>
                  </a:lnTo>
                  <a:lnTo>
                    <a:pt x="9489" y="1872"/>
                  </a:lnTo>
                  <a:lnTo>
                    <a:pt x="3107" y="1850"/>
                  </a:lnTo>
                  <a:close/>
                  <a:moveTo>
                    <a:pt x="1" y="15688"/>
                  </a:moveTo>
                  <a:lnTo>
                    <a:pt x="23" y="17035"/>
                  </a:lnTo>
                  <a:lnTo>
                    <a:pt x="13195" y="17226"/>
                  </a:lnTo>
                  <a:lnTo>
                    <a:pt x="13177" y="15879"/>
                  </a:lnTo>
                  <a:lnTo>
                    <a:pt x="1" y="15688"/>
                  </a:lnTo>
                  <a:close/>
                  <a:moveTo>
                    <a:pt x="4658" y="17528"/>
                  </a:moveTo>
                  <a:lnTo>
                    <a:pt x="4658" y="17528"/>
                  </a:lnTo>
                  <a:cubicBezTo>
                    <a:pt x="4685" y="21359"/>
                    <a:pt x="6027" y="32838"/>
                    <a:pt x="6902" y="40557"/>
                  </a:cubicBezTo>
                  <a:cubicBezTo>
                    <a:pt x="6902" y="40557"/>
                    <a:pt x="8813" y="21274"/>
                    <a:pt x="8560" y="17586"/>
                  </a:cubicBezTo>
                  <a:lnTo>
                    <a:pt x="4658" y="17528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15" name="Google Shape;3115;p70"/>
            <p:cNvSpPr/>
            <p:nvPr/>
          </p:nvSpPr>
          <p:spPr>
            <a:xfrm>
              <a:off x="7564426" y="3224343"/>
              <a:ext cx="119985" cy="368801"/>
            </a:xfrm>
            <a:custGeom>
              <a:avLst/>
              <a:gdLst/>
              <a:ahLst/>
              <a:cxnLst/>
              <a:rect l="l" t="t" r="r" b="b"/>
              <a:pathLst>
                <a:path w="13196" h="40561" extrusionOk="0">
                  <a:moveTo>
                    <a:pt x="2529" y="1"/>
                  </a:moveTo>
                  <a:lnTo>
                    <a:pt x="2529" y="5"/>
                  </a:lnTo>
                  <a:lnTo>
                    <a:pt x="2547" y="1352"/>
                  </a:lnTo>
                  <a:lnTo>
                    <a:pt x="10244" y="1463"/>
                  </a:lnTo>
                  <a:lnTo>
                    <a:pt x="10227" y="112"/>
                  </a:lnTo>
                  <a:lnTo>
                    <a:pt x="2529" y="1"/>
                  </a:lnTo>
                  <a:close/>
                  <a:moveTo>
                    <a:pt x="3107" y="1854"/>
                  </a:moveTo>
                  <a:lnTo>
                    <a:pt x="556" y="15266"/>
                  </a:lnTo>
                  <a:lnTo>
                    <a:pt x="12617" y="15443"/>
                  </a:lnTo>
                  <a:lnTo>
                    <a:pt x="9489" y="1876"/>
                  </a:lnTo>
                  <a:lnTo>
                    <a:pt x="3107" y="1854"/>
                  </a:lnTo>
                  <a:close/>
                  <a:moveTo>
                    <a:pt x="1" y="15692"/>
                  </a:moveTo>
                  <a:lnTo>
                    <a:pt x="23" y="17039"/>
                  </a:lnTo>
                  <a:lnTo>
                    <a:pt x="13195" y="17230"/>
                  </a:lnTo>
                  <a:lnTo>
                    <a:pt x="13177" y="15883"/>
                  </a:lnTo>
                  <a:lnTo>
                    <a:pt x="1" y="15692"/>
                  </a:lnTo>
                  <a:close/>
                  <a:moveTo>
                    <a:pt x="4658" y="17532"/>
                  </a:moveTo>
                  <a:lnTo>
                    <a:pt x="4658" y="17532"/>
                  </a:lnTo>
                  <a:cubicBezTo>
                    <a:pt x="4685" y="21363"/>
                    <a:pt x="6027" y="32842"/>
                    <a:pt x="6902" y="40561"/>
                  </a:cubicBezTo>
                  <a:cubicBezTo>
                    <a:pt x="6902" y="40561"/>
                    <a:pt x="8813" y="21278"/>
                    <a:pt x="8560" y="17590"/>
                  </a:cubicBezTo>
                  <a:lnTo>
                    <a:pt x="4658" y="17532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116" name="Google Shape;3116;p70"/>
          <p:cNvGrpSpPr/>
          <p:nvPr/>
        </p:nvGrpSpPr>
        <p:grpSpPr>
          <a:xfrm>
            <a:off x="9797282" y="4045136"/>
            <a:ext cx="252652" cy="442843"/>
            <a:chOff x="8370831" y="3202002"/>
            <a:chExt cx="218129" cy="382376"/>
          </a:xfrm>
        </p:grpSpPr>
        <p:sp>
          <p:nvSpPr>
            <p:cNvPr id="3117" name="Google Shape;3117;p70"/>
            <p:cNvSpPr/>
            <p:nvPr/>
          </p:nvSpPr>
          <p:spPr>
            <a:xfrm>
              <a:off x="8370831" y="3202002"/>
              <a:ext cx="218129" cy="382376"/>
            </a:xfrm>
            <a:custGeom>
              <a:avLst/>
              <a:gdLst/>
              <a:ahLst/>
              <a:cxnLst/>
              <a:rect l="l" t="t" r="r" b="b"/>
              <a:pathLst>
                <a:path w="23990" h="42054" extrusionOk="0">
                  <a:moveTo>
                    <a:pt x="11991" y="0"/>
                  </a:moveTo>
                  <a:cubicBezTo>
                    <a:pt x="11992" y="0"/>
                    <a:pt x="11992" y="0"/>
                    <a:pt x="11993" y="0"/>
                  </a:cubicBezTo>
                  <a:lnTo>
                    <a:pt x="11993" y="0"/>
                  </a:lnTo>
                  <a:cubicBezTo>
                    <a:pt x="11994" y="0"/>
                    <a:pt x="11995" y="0"/>
                    <a:pt x="11995" y="0"/>
                  </a:cubicBezTo>
                  <a:close/>
                  <a:moveTo>
                    <a:pt x="11993" y="0"/>
                  </a:moveTo>
                  <a:cubicBezTo>
                    <a:pt x="5373" y="1"/>
                    <a:pt x="1" y="4974"/>
                    <a:pt x="1" y="11110"/>
                  </a:cubicBezTo>
                  <a:cubicBezTo>
                    <a:pt x="1" y="14754"/>
                    <a:pt x="1894" y="17985"/>
                    <a:pt x="4823" y="20011"/>
                  </a:cubicBezTo>
                  <a:lnTo>
                    <a:pt x="12062" y="42054"/>
                  </a:lnTo>
                  <a:lnTo>
                    <a:pt x="18950" y="20154"/>
                  </a:lnTo>
                  <a:cubicBezTo>
                    <a:pt x="21999" y="18136"/>
                    <a:pt x="23990" y="14843"/>
                    <a:pt x="23990" y="11110"/>
                  </a:cubicBezTo>
                  <a:cubicBezTo>
                    <a:pt x="23990" y="4978"/>
                    <a:pt x="18618" y="1"/>
                    <a:pt x="11993" y="0"/>
                  </a:cubicBezTo>
                  <a:close/>
                </a:path>
              </a:pathLst>
            </a:custGeom>
            <a:solidFill>
              <a:srgbClr val="92A9B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18" name="Google Shape;3118;p70"/>
            <p:cNvSpPr/>
            <p:nvPr/>
          </p:nvSpPr>
          <p:spPr>
            <a:xfrm>
              <a:off x="8397745" y="3226607"/>
              <a:ext cx="164347" cy="152181"/>
            </a:xfrm>
            <a:custGeom>
              <a:avLst/>
              <a:gdLst/>
              <a:ahLst/>
              <a:cxnLst/>
              <a:rect l="l" t="t" r="r" b="b"/>
              <a:pathLst>
                <a:path w="18075" h="16737" extrusionOk="0">
                  <a:moveTo>
                    <a:pt x="9035" y="0"/>
                  </a:moveTo>
                  <a:cubicBezTo>
                    <a:pt x="4045" y="0"/>
                    <a:pt x="1" y="3747"/>
                    <a:pt x="1" y="8368"/>
                  </a:cubicBezTo>
                  <a:cubicBezTo>
                    <a:pt x="1" y="12990"/>
                    <a:pt x="4045" y="16736"/>
                    <a:pt x="9035" y="16736"/>
                  </a:cubicBezTo>
                  <a:cubicBezTo>
                    <a:pt x="14026" y="16736"/>
                    <a:pt x="18075" y="12990"/>
                    <a:pt x="18075" y="8368"/>
                  </a:cubicBezTo>
                  <a:cubicBezTo>
                    <a:pt x="18075" y="3747"/>
                    <a:pt x="14030" y="0"/>
                    <a:pt x="9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119" name="Google Shape;3119;p70"/>
          <p:cNvGrpSpPr/>
          <p:nvPr/>
        </p:nvGrpSpPr>
        <p:grpSpPr>
          <a:xfrm>
            <a:off x="10761801" y="4593312"/>
            <a:ext cx="412572" cy="356000"/>
            <a:chOff x="6742064" y="3750480"/>
            <a:chExt cx="399315" cy="344560"/>
          </a:xfrm>
        </p:grpSpPr>
        <p:sp>
          <p:nvSpPr>
            <p:cNvPr id="3120" name="Google Shape;3120;p70"/>
            <p:cNvSpPr/>
            <p:nvPr/>
          </p:nvSpPr>
          <p:spPr>
            <a:xfrm>
              <a:off x="6742064" y="3750480"/>
              <a:ext cx="399315" cy="344560"/>
            </a:xfrm>
            <a:custGeom>
              <a:avLst/>
              <a:gdLst/>
              <a:ahLst/>
              <a:cxnLst/>
              <a:rect l="l" t="t" r="r" b="b"/>
              <a:pathLst>
                <a:path w="43917" h="37895" extrusionOk="0">
                  <a:moveTo>
                    <a:pt x="37846" y="1"/>
                  </a:moveTo>
                  <a:lnTo>
                    <a:pt x="6071" y="1"/>
                  </a:lnTo>
                  <a:cubicBezTo>
                    <a:pt x="2729" y="1"/>
                    <a:pt x="0" y="2734"/>
                    <a:pt x="0" y="6071"/>
                  </a:cubicBezTo>
                  <a:lnTo>
                    <a:pt x="0" y="18212"/>
                  </a:lnTo>
                  <a:cubicBezTo>
                    <a:pt x="0" y="21550"/>
                    <a:pt x="2729" y="24278"/>
                    <a:pt x="6071" y="24278"/>
                  </a:cubicBezTo>
                  <a:lnTo>
                    <a:pt x="18927" y="24278"/>
                  </a:lnTo>
                  <a:cubicBezTo>
                    <a:pt x="19332" y="24278"/>
                    <a:pt x="19754" y="24705"/>
                    <a:pt x="19821" y="25105"/>
                  </a:cubicBezTo>
                  <a:lnTo>
                    <a:pt x="21958" y="37895"/>
                  </a:lnTo>
                  <a:lnTo>
                    <a:pt x="24096" y="25101"/>
                  </a:lnTo>
                  <a:cubicBezTo>
                    <a:pt x="24162" y="24687"/>
                    <a:pt x="24629" y="24278"/>
                    <a:pt x="25051" y="24278"/>
                  </a:cubicBezTo>
                  <a:lnTo>
                    <a:pt x="37846" y="24278"/>
                  </a:lnTo>
                  <a:cubicBezTo>
                    <a:pt x="41183" y="24278"/>
                    <a:pt x="43916" y="21550"/>
                    <a:pt x="43916" y="18212"/>
                  </a:cubicBezTo>
                  <a:lnTo>
                    <a:pt x="43916" y="6071"/>
                  </a:lnTo>
                  <a:cubicBezTo>
                    <a:pt x="43916" y="2734"/>
                    <a:pt x="41183" y="1"/>
                    <a:pt x="3784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21" name="Google Shape;3121;p70"/>
            <p:cNvSpPr/>
            <p:nvPr/>
          </p:nvSpPr>
          <p:spPr>
            <a:xfrm>
              <a:off x="6764168" y="3772584"/>
              <a:ext cx="355108" cy="176549"/>
            </a:xfrm>
            <a:custGeom>
              <a:avLst/>
              <a:gdLst/>
              <a:ahLst/>
              <a:cxnLst/>
              <a:rect l="l" t="t" r="r" b="b"/>
              <a:pathLst>
                <a:path w="39055" h="19417" extrusionOk="0">
                  <a:moveTo>
                    <a:pt x="3755" y="1"/>
                  </a:moveTo>
                  <a:lnTo>
                    <a:pt x="35295" y="1"/>
                  </a:lnTo>
                  <a:cubicBezTo>
                    <a:pt x="37370" y="10"/>
                    <a:pt x="39045" y="1685"/>
                    <a:pt x="39054" y="3756"/>
                  </a:cubicBezTo>
                  <a:lnTo>
                    <a:pt x="39054" y="15666"/>
                  </a:lnTo>
                  <a:cubicBezTo>
                    <a:pt x="39045" y="17737"/>
                    <a:pt x="37370" y="19412"/>
                    <a:pt x="35295" y="19417"/>
                  </a:cubicBezTo>
                  <a:lnTo>
                    <a:pt x="3755" y="19417"/>
                  </a:lnTo>
                  <a:cubicBezTo>
                    <a:pt x="1680" y="19412"/>
                    <a:pt x="5" y="17737"/>
                    <a:pt x="0" y="15666"/>
                  </a:cubicBezTo>
                  <a:lnTo>
                    <a:pt x="0" y="3756"/>
                  </a:lnTo>
                  <a:cubicBezTo>
                    <a:pt x="5" y="1685"/>
                    <a:pt x="1680" y="10"/>
                    <a:pt x="37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122" name="Google Shape;3122;p70"/>
          <p:cNvGrpSpPr/>
          <p:nvPr/>
        </p:nvGrpSpPr>
        <p:grpSpPr>
          <a:xfrm>
            <a:off x="10147159" y="5061375"/>
            <a:ext cx="240583" cy="375477"/>
            <a:chOff x="7248525" y="3739696"/>
            <a:chExt cx="230531" cy="359790"/>
          </a:xfrm>
        </p:grpSpPr>
        <p:sp>
          <p:nvSpPr>
            <p:cNvPr id="3123" name="Google Shape;3123;p70"/>
            <p:cNvSpPr/>
            <p:nvPr/>
          </p:nvSpPr>
          <p:spPr>
            <a:xfrm>
              <a:off x="7248525" y="3739696"/>
              <a:ext cx="230531" cy="359790"/>
            </a:xfrm>
            <a:custGeom>
              <a:avLst/>
              <a:gdLst/>
              <a:ahLst/>
              <a:cxnLst/>
              <a:rect l="l" t="t" r="r" b="b"/>
              <a:pathLst>
                <a:path w="25354" h="39570" extrusionOk="0">
                  <a:moveTo>
                    <a:pt x="19434" y="18"/>
                  </a:moveTo>
                  <a:lnTo>
                    <a:pt x="6338" y="5"/>
                  </a:lnTo>
                  <a:cubicBezTo>
                    <a:pt x="2854" y="0"/>
                    <a:pt x="1" y="2858"/>
                    <a:pt x="1" y="6342"/>
                  </a:cubicBezTo>
                  <a:lnTo>
                    <a:pt x="1" y="19016"/>
                  </a:lnTo>
                  <a:cubicBezTo>
                    <a:pt x="1" y="29006"/>
                    <a:pt x="6280" y="22820"/>
                    <a:pt x="12679" y="39570"/>
                  </a:cubicBezTo>
                  <a:cubicBezTo>
                    <a:pt x="19074" y="22820"/>
                    <a:pt x="25354" y="29006"/>
                    <a:pt x="25354" y="19016"/>
                  </a:cubicBezTo>
                  <a:lnTo>
                    <a:pt x="25354" y="6342"/>
                  </a:lnTo>
                  <a:cubicBezTo>
                    <a:pt x="25354" y="2858"/>
                    <a:pt x="22923" y="18"/>
                    <a:pt x="19434" y="18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24" name="Google Shape;3124;p70"/>
            <p:cNvSpPr/>
            <p:nvPr/>
          </p:nvSpPr>
          <p:spPr>
            <a:xfrm>
              <a:off x="7271639" y="3762810"/>
              <a:ext cx="184350" cy="184387"/>
            </a:xfrm>
            <a:custGeom>
              <a:avLst/>
              <a:gdLst/>
              <a:ahLst/>
              <a:cxnLst/>
              <a:rect l="l" t="t" r="r" b="b"/>
              <a:pathLst>
                <a:path w="20275" h="20279" extrusionOk="0">
                  <a:moveTo>
                    <a:pt x="3738" y="0"/>
                  </a:moveTo>
                  <a:lnTo>
                    <a:pt x="16532" y="0"/>
                  </a:lnTo>
                  <a:cubicBezTo>
                    <a:pt x="18594" y="5"/>
                    <a:pt x="20270" y="1680"/>
                    <a:pt x="20274" y="3742"/>
                  </a:cubicBezTo>
                  <a:lnTo>
                    <a:pt x="20274" y="16536"/>
                  </a:lnTo>
                  <a:cubicBezTo>
                    <a:pt x="20270" y="18598"/>
                    <a:pt x="18594" y="20274"/>
                    <a:pt x="16532" y="20278"/>
                  </a:cubicBezTo>
                  <a:lnTo>
                    <a:pt x="3738" y="20278"/>
                  </a:lnTo>
                  <a:cubicBezTo>
                    <a:pt x="1676" y="20274"/>
                    <a:pt x="5" y="18598"/>
                    <a:pt x="1" y="16536"/>
                  </a:cubicBezTo>
                  <a:lnTo>
                    <a:pt x="1" y="3742"/>
                  </a:lnTo>
                  <a:cubicBezTo>
                    <a:pt x="5" y="1680"/>
                    <a:pt x="1676" y="5"/>
                    <a:pt x="37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125" name="Google Shape;3125;p70"/>
          <p:cNvGrpSpPr/>
          <p:nvPr/>
        </p:nvGrpSpPr>
        <p:grpSpPr>
          <a:xfrm>
            <a:off x="10475051" y="4585674"/>
            <a:ext cx="217195" cy="371613"/>
            <a:chOff x="7601242" y="3729267"/>
            <a:chExt cx="222566" cy="380803"/>
          </a:xfrm>
        </p:grpSpPr>
        <p:sp>
          <p:nvSpPr>
            <p:cNvPr id="3126" name="Google Shape;3126;p70"/>
            <p:cNvSpPr/>
            <p:nvPr/>
          </p:nvSpPr>
          <p:spPr>
            <a:xfrm>
              <a:off x="7601242" y="3729267"/>
              <a:ext cx="222566" cy="380803"/>
            </a:xfrm>
            <a:custGeom>
              <a:avLst/>
              <a:gdLst/>
              <a:ahLst/>
              <a:cxnLst/>
              <a:rect l="l" t="t" r="r" b="b"/>
              <a:pathLst>
                <a:path w="24478" h="41881" extrusionOk="0">
                  <a:moveTo>
                    <a:pt x="12239" y="1"/>
                  </a:moveTo>
                  <a:cubicBezTo>
                    <a:pt x="5480" y="1"/>
                    <a:pt x="0" y="5320"/>
                    <a:pt x="0" y="11875"/>
                  </a:cubicBezTo>
                  <a:cubicBezTo>
                    <a:pt x="0" y="17537"/>
                    <a:pt x="4080" y="22270"/>
                    <a:pt x="9537" y="23461"/>
                  </a:cubicBezTo>
                  <a:cubicBezTo>
                    <a:pt x="10235" y="23616"/>
                    <a:pt x="10190" y="24114"/>
                    <a:pt x="10270" y="24825"/>
                  </a:cubicBezTo>
                  <a:lnTo>
                    <a:pt x="12239" y="41881"/>
                  </a:lnTo>
                  <a:lnTo>
                    <a:pt x="14181" y="25065"/>
                  </a:lnTo>
                  <a:cubicBezTo>
                    <a:pt x="14257" y="24385"/>
                    <a:pt x="14230" y="23612"/>
                    <a:pt x="14897" y="23469"/>
                  </a:cubicBezTo>
                  <a:cubicBezTo>
                    <a:pt x="20381" y="22296"/>
                    <a:pt x="24478" y="17550"/>
                    <a:pt x="24478" y="11875"/>
                  </a:cubicBezTo>
                  <a:cubicBezTo>
                    <a:pt x="24478" y="5320"/>
                    <a:pt x="18998" y="1"/>
                    <a:pt x="1223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27" name="Google Shape;3127;p70"/>
            <p:cNvSpPr/>
            <p:nvPr/>
          </p:nvSpPr>
          <p:spPr>
            <a:xfrm>
              <a:off x="7621200" y="3748625"/>
              <a:ext cx="182696" cy="177276"/>
            </a:xfrm>
            <a:custGeom>
              <a:avLst/>
              <a:gdLst/>
              <a:ahLst/>
              <a:cxnLst/>
              <a:rect l="l" t="t" r="r" b="b"/>
              <a:pathLst>
                <a:path w="20093" h="19497" extrusionOk="0">
                  <a:moveTo>
                    <a:pt x="10044" y="19496"/>
                  </a:moveTo>
                  <a:cubicBezTo>
                    <a:pt x="15577" y="19496"/>
                    <a:pt x="20092" y="15119"/>
                    <a:pt x="20092" y="9751"/>
                  </a:cubicBezTo>
                  <a:cubicBezTo>
                    <a:pt x="20092" y="4378"/>
                    <a:pt x="15577" y="0"/>
                    <a:pt x="10044" y="0"/>
                  </a:cubicBezTo>
                  <a:cubicBezTo>
                    <a:pt x="4511" y="0"/>
                    <a:pt x="1" y="4378"/>
                    <a:pt x="1" y="9751"/>
                  </a:cubicBezTo>
                  <a:cubicBezTo>
                    <a:pt x="1" y="15119"/>
                    <a:pt x="4511" y="19496"/>
                    <a:pt x="10044" y="194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128" name="Google Shape;3128;p70"/>
          <p:cNvSpPr/>
          <p:nvPr/>
        </p:nvSpPr>
        <p:spPr>
          <a:xfrm>
            <a:off x="10429752" y="4068817"/>
            <a:ext cx="307792" cy="395433"/>
          </a:xfrm>
          <a:custGeom>
            <a:avLst/>
            <a:gdLst/>
            <a:ahLst/>
            <a:cxnLst/>
            <a:rect l="l" t="t" r="r" b="b"/>
            <a:pathLst>
              <a:path w="29230" h="37553" extrusionOk="0">
                <a:moveTo>
                  <a:pt x="9655" y="0"/>
                </a:moveTo>
                <a:cubicBezTo>
                  <a:pt x="7693" y="0"/>
                  <a:pt x="5983" y="1692"/>
                  <a:pt x="5974" y="3671"/>
                </a:cubicBezTo>
                <a:cubicBezTo>
                  <a:pt x="5974" y="4182"/>
                  <a:pt x="6085" y="4693"/>
                  <a:pt x="6245" y="5036"/>
                </a:cubicBezTo>
                <a:cubicBezTo>
                  <a:pt x="7169" y="7653"/>
                  <a:pt x="7369" y="9675"/>
                  <a:pt x="6863" y="11515"/>
                </a:cubicBezTo>
                <a:lnTo>
                  <a:pt x="6716" y="11933"/>
                </a:lnTo>
                <a:cubicBezTo>
                  <a:pt x="6089" y="13821"/>
                  <a:pt x="5018" y="16181"/>
                  <a:pt x="1850" y="19345"/>
                </a:cubicBezTo>
                <a:cubicBezTo>
                  <a:pt x="1" y="21194"/>
                  <a:pt x="623" y="24331"/>
                  <a:pt x="3041" y="25340"/>
                </a:cubicBezTo>
                <a:cubicBezTo>
                  <a:pt x="3475" y="25523"/>
                  <a:pt x="3948" y="25620"/>
                  <a:pt x="4422" y="25620"/>
                </a:cubicBezTo>
                <a:cubicBezTo>
                  <a:pt x="4433" y="25620"/>
                  <a:pt x="4443" y="25620"/>
                  <a:pt x="4454" y="25620"/>
                </a:cubicBezTo>
                <a:lnTo>
                  <a:pt x="12866" y="25620"/>
                </a:lnTo>
                <a:lnTo>
                  <a:pt x="14862" y="37552"/>
                </a:lnTo>
                <a:lnTo>
                  <a:pt x="16848" y="25625"/>
                </a:lnTo>
                <a:lnTo>
                  <a:pt x="25243" y="25625"/>
                </a:lnTo>
                <a:cubicBezTo>
                  <a:pt x="25254" y="25625"/>
                  <a:pt x="25264" y="25625"/>
                  <a:pt x="25275" y="25625"/>
                </a:cubicBezTo>
                <a:cubicBezTo>
                  <a:pt x="25753" y="25625"/>
                  <a:pt x="26230" y="25527"/>
                  <a:pt x="26669" y="25345"/>
                </a:cubicBezTo>
                <a:cubicBezTo>
                  <a:pt x="27576" y="24976"/>
                  <a:pt x="28292" y="24256"/>
                  <a:pt x="28660" y="23354"/>
                </a:cubicBezTo>
                <a:cubicBezTo>
                  <a:pt x="29229" y="21980"/>
                  <a:pt x="28914" y="20398"/>
                  <a:pt x="27865" y="19345"/>
                </a:cubicBezTo>
                <a:cubicBezTo>
                  <a:pt x="24701" y="16177"/>
                  <a:pt x="23630" y="13821"/>
                  <a:pt x="22999" y="11933"/>
                </a:cubicBezTo>
                <a:cubicBezTo>
                  <a:pt x="22354" y="9999"/>
                  <a:pt x="22505" y="7880"/>
                  <a:pt x="23443" y="5213"/>
                </a:cubicBezTo>
                <a:cubicBezTo>
                  <a:pt x="23661" y="4733"/>
                  <a:pt x="23772" y="4218"/>
                  <a:pt x="23772" y="3693"/>
                </a:cubicBezTo>
                <a:cubicBezTo>
                  <a:pt x="23759" y="1670"/>
                  <a:pt x="22105" y="27"/>
                  <a:pt x="20100" y="27"/>
                </a:cubicBezTo>
                <a:cubicBezTo>
                  <a:pt x="20098" y="27"/>
                  <a:pt x="20095" y="27"/>
                  <a:pt x="20092" y="27"/>
                </a:cubicBezTo>
                <a:lnTo>
                  <a:pt x="9662" y="0"/>
                </a:lnTo>
                <a:cubicBezTo>
                  <a:pt x="9660" y="0"/>
                  <a:pt x="9657" y="0"/>
                  <a:pt x="9655" y="0"/>
                </a:cubicBezTo>
                <a:close/>
              </a:path>
            </a:pathLst>
          </a:custGeom>
          <a:solidFill>
            <a:srgbClr val="A5B7C6">
              <a:alpha val="723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3129" name="Google Shape;3129;p70"/>
          <p:cNvGrpSpPr/>
          <p:nvPr/>
        </p:nvGrpSpPr>
        <p:grpSpPr>
          <a:xfrm>
            <a:off x="9794580" y="4587195"/>
            <a:ext cx="258057" cy="367987"/>
            <a:chOff x="8304647" y="3738687"/>
            <a:chExt cx="225076" cy="320956"/>
          </a:xfrm>
        </p:grpSpPr>
        <p:sp>
          <p:nvSpPr>
            <p:cNvPr id="3130" name="Google Shape;3130;p70"/>
            <p:cNvSpPr/>
            <p:nvPr/>
          </p:nvSpPr>
          <p:spPr>
            <a:xfrm>
              <a:off x="8335725" y="3738687"/>
              <a:ext cx="12248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31" name="Google Shape;3131;p70"/>
            <p:cNvSpPr/>
            <p:nvPr/>
          </p:nvSpPr>
          <p:spPr>
            <a:xfrm>
              <a:off x="8337943" y="3738687"/>
              <a:ext cx="191779" cy="86151"/>
            </a:xfrm>
            <a:custGeom>
              <a:avLst/>
              <a:gdLst/>
              <a:ahLst/>
              <a:cxnLst/>
              <a:rect l="l" t="t" r="r" b="b"/>
              <a:pathLst>
                <a:path w="21092" h="9475" extrusionOk="0">
                  <a:moveTo>
                    <a:pt x="1" y="0"/>
                  </a:moveTo>
                  <a:lnTo>
                    <a:pt x="432" y="9475"/>
                  </a:lnTo>
                  <a:lnTo>
                    <a:pt x="21092" y="9475"/>
                  </a:lnTo>
                  <a:lnTo>
                    <a:pt x="17648" y="4524"/>
                  </a:lnTo>
                  <a:lnTo>
                    <a:pt x="21092" y="0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32" name="Google Shape;3132;p70"/>
            <p:cNvSpPr/>
            <p:nvPr/>
          </p:nvSpPr>
          <p:spPr>
            <a:xfrm>
              <a:off x="8304647" y="4044004"/>
              <a:ext cx="76341" cy="15639"/>
            </a:xfrm>
            <a:custGeom>
              <a:avLst/>
              <a:gdLst/>
              <a:ahLst/>
              <a:cxnLst/>
              <a:rect l="l" t="t" r="r" b="b"/>
              <a:pathLst>
                <a:path w="8396" h="1720" extrusionOk="0">
                  <a:moveTo>
                    <a:pt x="4200" y="0"/>
                  </a:moveTo>
                  <a:cubicBezTo>
                    <a:pt x="1881" y="0"/>
                    <a:pt x="1" y="382"/>
                    <a:pt x="1" y="862"/>
                  </a:cubicBezTo>
                  <a:cubicBezTo>
                    <a:pt x="1" y="1338"/>
                    <a:pt x="1881" y="1720"/>
                    <a:pt x="4200" y="1720"/>
                  </a:cubicBezTo>
                  <a:cubicBezTo>
                    <a:pt x="6516" y="1720"/>
                    <a:pt x="8395" y="1338"/>
                    <a:pt x="8395" y="862"/>
                  </a:cubicBezTo>
                  <a:cubicBezTo>
                    <a:pt x="8395" y="382"/>
                    <a:pt x="6516" y="0"/>
                    <a:pt x="4200" y="0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133" name="Google Shape;3133;p70"/>
          <p:cNvGrpSpPr/>
          <p:nvPr/>
        </p:nvGrpSpPr>
        <p:grpSpPr>
          <a:xfrm>
            <a:off x="10157902" y="4587195"/>
            <a:ext cx="237989" cy="367987"/>
            <a:chOff x="8615101" y="3738687"/>
            <a:chExt cx="207573" cy="320956"/>
          </a:xfrm>
        </p:grpSpPr>
        <p:sp>
          <p:nvSpPr>
            <p:cNvPr id="3134" name="Google Shape;3134;p70"/>
            <p:cNvSpPr/>
            <p:nvPr/>
          </p:nvSpPr>
          <p:spPr>
            <a:xfrm>
              <a:off x="8646134" y="3738687"/>
              <a:ext cx="12248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35" name="Google Shape;3135;p70"/>
            <p:cNvSpPr/>
            <p:nvPr/>
          </p:nvSpPr>
          <p:spPr>
            <a:xfrm>
              <a:off x="8615101" y="4044004"/>
              <a:ext cx="76332" cy="15639"/>
            </a:xfrm>
            <a:custGeom>
              <a:avLst/>
              <a:gdLst/>
              <a:ahLst/>
              <a:cxnLst/>
              <a:rect l="l" t="t" r="r" b="b"/>
              <a:pathLst>
                <a:path w="8395" h="1720" extrusionOk="0">
                  <a:moveTo>
                    <a:pt x="4195" y="0"/>
                  </a:moveTo>
                  <a:cubicBezTo>
                    <a:pt x="1875" y="0"/>
                    <a:pt x="0" y="382"/>
                    <a:pt x="0" y="862"/>
                  </a:cubicBezTo>
                  <a:cubicBezTo>
                    <a:pt x="0" y="1338"/>
                    <a:pt x="1875" y="1720"/>
                    <a:pt x="4195" y="1720"/>
                  </a:cubicBezTo>
                  <a:cubicBezTo>
                    <a:pt x="6515" y="1720"/>
                    <a:pt x="8395" y="1338"/>
                    <a:pt x="8395" y="862"/>
                  </a:cubicBezTo>
                  <a:cubicBezTo>
                    <a:pt x="8395" y="382"/>
                    <a:pt x="6515" y="0"/>
                    <a:pt x="419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36" name="Google Shape;3136;p70"/>
            <p:cNvSpPr/>
            <p:nvPr/>
          </p:nvSpPr>
          <p:spPr>
            <a:xfrm>
              <a:off x="8651953" y="3738687"/>
              <a:ext cx="170721" cy="99808"/>
            </a:xfrm>
            <a:custGeom>
              <a:avLst/>
              <a:gdLst/>
              <a:ahLst/>
              <a:cxnLst/>
              <a:rect l="l" t="t" r="r" b="b"/>
              <a:pathLst>
                <a:path w="18776" h="10977" extrusionOk="0">
                  <a:moveTo>
                    <a:pt x="707" y="0"/>
                  </a:moveTo>
                  <a:lnTo>
                    <a:pt x="0" y="10977"/>
                  </a:lnTo>
                  <a:lnTo>
                    <a:pt x="18776" y="4360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137" name="Google Shape;3137;p70"/>
          <p:cNvSpPr/>
          <p:nvPr/>
        </p:nvSpPr>
        <p:spPr>
          <a:xfrm>
            <a:off x="10819822" y="4040372"/>
            <a:ext cx="296529" cy="384925"/>
          </a:xfrm>
          <a:custGeom>
            <a:avLst/>
            <a:gdLst/>
            <a:ahLst/>
            <a:cxnLst/>
            <a:rect l="l" t="t" r="r" b="b"/>
            <a:pathLst>
              <a:path w="2810" h="3648" extrusionOk="0">
                <a:moveTo>
                  <a:pt x="1365" y="241"/>
                </a:moveTo>
                <a:cubicBezTo>
                  <a:pt x="1630" y="241"/>
                  <a:pt x="1899" y="338"/>
                  <a:pt x="2120" y="555"/>
                </a:cubicBezTo>
                <a:cubicBezTo>
                  <a:pt x="2810" y="1245"/>
                  <a:pt x="2329" y="2416"/>
                  <a:pt x="1356" y="2416"/>
                </a:cubicBezTo>
                <a:cubicBezTo>
                  <a:pt x="764" y="2416"/>
                  <a:pt x="272" y="1935"/>
                  <a:pt x="272" y="1344"/>
                </a:cubicBezTo>
                <a:cubicBezTo>
                  <a:pt x="263" y="681"/>
                  <a:pt x="802" y="241"/>
                  <a:pt x="1365" y="241"/>
                </a:cubicBezTo>
                <a:close/>
                <a:moveTo>
                  <a:pt x="1356" y="1"/>
                </a:moveTo>
                <a:cubicBezTo>
                  <a:pt x="604" y="1"/>
                  <a:pt x="0" y="604"/>
                  <a:pt x="0" y="1356"/>
                </a:cubicBezTo>
                <a:cubicBezTo>
                  <a:pt x="0" y="2391"/>
                  <a:pt x="1183" y="3512"/>
                  <a:pt x="1331" y="3648"/>
                </a:cubicBezTo>
                <a:lnTo>
                  <a:pt x="1368" y="3648"/>
                </a:lnTo>
                <a:cubicBezTo>
                  <a:pt x="1528" y="3512"/>
                  <a:pt x="2711" y="2453"/>
                  <a:pt x="2711" y="1356"/>
                </a:cubicBezTo>
                <a:cubicBezTo>
                  <a:pt x="2711" y="604"/>
                  <a:pt x="2095" y="1"/>
                  <a:pt x="1356" y="1"/>
                </a:cubicBezTo>
                <a:close/>
              </a:path>
            </a:pathLst>
          </a:custGeom>
          <a:solidFill>
            <a:srgbClr val="E3E9E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3138" name="Google Shape;3138;p70"/>
          <p:cNvGrpSpPr/>
          <p:nvPr/>
        </p:nvGrpSpPr>
        <p:grpSpPr>
          <a:xfrm>
            <a:off x="8017508" y="4749179"/>
            <a:ext cx="743560" cy="681711"/>
            <a:chOff x="6015419" y="3716859"/>
            <a:chExt cx="557671" cy="511283"/>
          </a:xfrm>
        </p:grpSpPr>
        <p:sp>
          <p:nvSpPr>
            <p:cNvPr id="3139" name="Google Shape;3139;p70"/>
            <p:cNvSpPr/>
            <p:nvPr/>
          </p:nvSpPr>
          <p:spPr>
            <a:xfrm>
              <a:off x="6015419" y="3716859"/>
              <a:ext cx="557671" cy="511283"/>
            </a:xfrm>
            <a:custGeom>
              <a:avLst/>
              <a:gdLst/>
              <a:ahLst/>
              <a:cxnLst/>
              <a:rect l="l" t="t" r="r" b="b"/>
              <a:pathLst>
                <a:path w="96650" h="88649" extrusionOk="0">
                  <a:moveTo>
                    <a:pt x="48692" y="0"/>
                  </a:moveTo>
                  <a:cubicBezTo>
                    <a:pt x="46526" y="0"/>
                    <a:pt x="44332" y="152"/>
                    <a:pt x="42124" y="465"/>
                  </a:cubicBezTo>
                  <a:cubicBezTo>
                    <a:pt x="17336" y="3960"/>
                    <a:pt x="1" y="26441"/>
                    <a:pt x="3443" y="50679"/>
                  </a:cubicBezTo>
                  <a:cubicBezTo>
                    <a:pt x="6564" y="72751"/>
                    <a:pt x="25836" y="88649"/>
                    <a:pt x="48004" y="88649"/>
                  </a:cubicBezTo>
                  <a:cubicBezTo>
                    <a:pt x="50160" y="88649"/>
                    <a:pt x="52345" y="88498"/>
                    <a:pt x="54544" y="88188"/>
                  </a:cubicBezTo>
                  <a:cubicBezTo>
                    <a:pt x="79332" y="84675"/>
                    <a:pt x="96649" y="62194"/>
                    <a:pt x="93225" y="37975"/>
                  </a:cubicBezTo>
                  <a:cubicBezTo>
                    <a:pt x="90105" y="15895"/>
                    <a:pt x="70848" y="0"/>
                    <a:pt x="4869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3140" name="Google Shape;3140;p70"/>
            <p:cNvGrpSpPr/>
            <p:nvPr/>
          </p:nvGrpSpPr>
          <p:grpSpPr>
            <a:xfrm>
              <a:off x="6036094" y="3716980"/>
              <a:ext cx="529860" cy="510468"/>
              <a:chOff x="6036094" y="3716980"/>
              <a:chExt cx="529860" cy="510468"/>
            </a:xfrm>
          </p:grpSpPr>
          <p:sp>
            <p:nvSpPr>
              <p:cNvPr id="3141" name="Google Shape;3141;p70"/>
              <p:cNvSpPr/>
              <p:nvPr/>
            </p:nvSpPr>
            <p:spPr>
              <a:xfrm>
                <a:off x="6220140" y="3716980"/>
                <a:ext cx="80065" cy="64273"/>
              </a:xfrm>
              <a:custGeom>
                <a:avLst/>
                <a:gdLst/>
                <a:ahLst/>
                <a:cxnLst/>
                <a:rect l="l" t="t" r="r" b="b"/>
                <a:pathLst>
                  <a:path w="13876" h="11144" extrusionOk="0">
                    <a:moveTo>
                      <a:pt x="11055" y="0"/>
                    </a:moveTo>
                    <a:cubicBezTo>
                      <a:pt x="9600" y="71"/>
                      <a:pt x="8127" y="213"/>
                      <a:pt x="6654" y="426"/>
                    </a:cubicBezTo>
                    <a:cubicBezTo>
                      <a:pt x="4401" y="746"/>
                      <a:pt x="2165" y="1225"/>
                      <a:pt x="1" y="1863"/>
                    </a:cubicBezTo>
                    <a:lnTo>
                      <a:pt x="54" y="2307"/>
                    </a:lnTo>
                    <a:lnTo>
                      <a:pt x="2165" y="2396"/>
                    </a:lnTo>
                    <a:lnTo>
                      <a:pt x="1739" y="4117"/>
                    </a:lnTo>
                    <a:lnTo>
                      <a:pt x="3194" y="4401"/>
                    </a:lnTo>
                    <a:lnTo>
                      <a:pt x="1828" y="5146"/>
                    </a:lnTo>
                    <a:cubicBezTo>
                      <a:pt x="2893" y="6015"/>
                      <a:pt x="1207" y="7417"/>
                      <a:pt x="2538" y="8393"/>
                    </a:cubicBezTo>
                    <a:cubicBezTo>
                      <a:pt x="3088" y="8783"/>
                      <a:pt x="3088" y="9937"/>
                      <a:pt x="3301" y="10611"/>
                    </a:cubicBezTo>
                    <a:lnTo>
                      <a:pt x="6335" y="11143"/>
                    </a:lnTo>
                    <a:cubicBezTo>
                      <a:pt x="6583" y="10611"/>
                      <a:pt x="6832" y="10061"/>
                      <a:pt x="7098" y="9493"/>
                    </a:cubicBezTo>
                    <a:cubicBezTo>
                      <a:pt x="7670" y="8245"/>
                      <a:pt x="7649" y="6456"/>
                      <a:pt x="9632" y="6456"/>
                    </a:cubicBezTo>
                    <a:cubicBezTo>
                      <a:pt x="9679" y="6456"/>
                      <a:pt x="9728" y="6457"/>
                      <a:pt x="9777" y="6459"/>
                    </a:cubicBezTo>
                    <a:cubicBezTo>
                      <a:pt x="10380" y="5217"/>
                      <a:pt x="11410" y="4791"/>
                      <a:pt x="12723" y="4685"/>
                    </a:cubicBezTo>
                    <a:cubicBezTo>
                      <a:pt x="13113" y="4649"/>
                      <a:pt x="13450" y="3939"/>
                      <a:pt x="13876" y="3443"/>
                    </a:cubicBezTo>
                    <a:cubicBezTo>
                      <a:pt x="13166" y="2378"/>
                      <a:pt x="12687" y="1012"/>
                      <a:pt x="11729" y="391"/>
                    </a:cubicBezTo>
                    <a:cubicBezTo>
                      <a:pt x="11516" y="249"/>
                      <a:pt x="11285" y="125"/>
                      <a:pt x="11055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42" name="Google Shape;3142;p70"/>
              <p:cNvSpPr/>
              <p:nvPr/>
            </p:nvSpPr>
            <p:spPr>
              <a:xfrm>
                <a:off x="6368562" y="3771936"/>
                <a:ext cx="39115" cy="36745"/>
              </a:xfrm>
              <a:custGeom>
                <a:avLst/>
                <a:gdLst/>
                <a:ahLst/>
                <a:cxnLst/>
                <a:rect l="l" t="t" r="r" b="b"/>
                <a:pathLst>
                  <a:path w="6779" h="6371" extrusionOk="0">
                    <a:moveTo>
                      <a:pt x="870" y="1"/>
                    </a:moveTo>
                    <a:lnTo>
                      <a:pt x="1" y="1154"/>
                    </a:lnTo>
                    <a:lnTo>
                      <a:pt x="1509" y="2698"/>
                    </a:lnTo>
                    <a:lnTo>
                      <a:pt x="2272" y="3283"/>
                    </a:lnTo>
                    <a:cubicBezTo>
                      <a:pt x="3567" y="3922"/>
                      <a:pt x="3301" y="5625"/>
                      <a:pt x="4436" y="6370"/>
                    </a:cubicBezTo>
                    <a:cubicBezTo>
                      <a:pt x="4880" y="5341"/>
                      <a:pt x="5838" y="5554"/>
                      <a:pt x="6654" y="5377"/>
                    </a:cubicBezTo>
                    <a:cubicBezTo>
                      <a:pt x="6778" y="4117"/>
                      <a:pt x="5732" y="3549"/>
                      <a:pt x="4933" y="3265"/>
                    </a:cubicBezTo>
                    <a:cubicBezTo>
                      <a:pt x="3762" y="2875"/>
                      <a:pt x="2928" y="2360"/>
                      <a:pt x="2325" y="1278"/>
                    </a:cubicBezTo>
                    <a:cubicBezTo>
                      <a:pt x="2023" y="746"/>
                      <a:pt x="1367" y="426"/>
                      <a:pt x="87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43" name="Google Shape;3143;p70"/>
              <p:cNvSpPr/>
              <p:nvPr/>
            </p:nvSpPr>
            <p:spPr>
              <a:xfrm>
                <a:off x="6304793" y="3747169"/>
                <a:ext cx="25088" cy="13311"/>
              </a:xfrm>
              <a:custGeom>
                <a:avLst/>
                <a:gdLst/>
                <a:ahLst/>
                <a:cxnLst/>
                <a:rect l="l" t="t" r="r" b="b"/>
                <a:pathLst>
                  <a:path w="4348" h="2308" extrusionOk="0">
                    <a:moveTo>
                      <a:pt x="3957" y="1"/>
                    </a:moveTo>
                    <a:cubicBezTo>
                      <a:pt x="2680" y="355"/>
                      <a:pt x="1296" y="143"/>
                      <a:pt x="0" y="906"/>
                    </a:cubicBezTo>
                    <a:cubicBezTo>
                      <a:pt x="728" y="1651"/>
                      <a:pt x="728" y="1615"/>
                      <a:pt x="1544" y="1757"/>
                    </a:cubicBezTo>
                    <a:cubicBezTo>
                      <a:pt x="2147" y="1917"/>
                      <a:pt x="2733" y="2094"/>
                      <a:pt x="3318" y="2307"/>
                    </a:cubicBezTo>
                    <a:lnTo>
                      <a:pt x="4348" y="639"/>
                    </a:lnTo>
                    <a:lnTo>
                      <a:pt x="3957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44" name="Google Shape;3144;p70"/>
              <p:cNvSpPr/>
              <p:nvPr/>
            </p:nvSpPr>
            <p:spPr>
              <a:xfrm>
                <a:off x="6365182" y="3787492"/>
                <a:ext cx="18025" cy="16582"/>
              </a:xfrm>
              <a:custGeom>
                <a:avLst/>
                <a:gdLst/>
                <a:ahLst/>
                <a:cxnLst/>
                <a:rect l="l" t="t" r="r" b="b"/>
                <a:pathLst>
                  <a:path w="3124" h="2875" extrusionOk="0">
                    <a:moveTo>
                      <a:pt x="2095" y="1"/>
                    </a:moveTo>
                    <a:lnTo>
                      <a:pt x="1" y="1030"/>
                    </a:lnTo>
                    <a:cubicBezTo>
                      <a:pt x="498" y="1455"/>
                      <a:pt x="782" y="1615"/>
                      <a:pt x="941" y="1864"/>
                    </a:cubicBezTo>
                    <a:cubicBezTo>
                      <a:pt x="1119" y="2112"/>
                      <a:pt x="1154" y="2449"/>
                      <a:pt x="1279" y="2875"/>
                    </a:cubicBezTo>
                    <a:lnTo>
                      <a:pt x="3124" y="2467"/>
                    </a:lnTo>
                    <a:lnTo>
                      <a:pt x="2858" y="586"/>
                    </a:lnTo>
                    <a:lnTo>
                      <a:pt x="2095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45" name="Google Shape;3145;p70"/>
              <p:cNvSpPr/>
              <p:nvPr/>
            </p:nvSpPr>
            <p:spPr>
              <a:xfrm>
                <a:off x="6367131" y="3727108"/>
                <a:ext cx="198823" cy="438001"/>
              </a:xfrm>
              <a:custGeom>
                <a:avLst/>
                <a:gdLst/>
                <a:ahLst/>
                <a:cxnLst/>
                <a:rect l="l" t="t" r="r" b="b"/>
                <a:pathLst>
                  <a:path w="34458" h="75943" extrusionOk="0">
                    <a:moveTo>
                      <a:pt x="8836" y="6211"/>
                    </a:moveTo>
                    <a:cubicBezTo>
                      <a:pt x="10061" y="6371"/>
                      <a:pt x="10061" y="6371"/>
                      <a:pt x="12438" y="9352"/>
                    </a:cubicBezTo>
                    <a:lnTo>
                      <a:pt x="10930" y="10416"/>
                    </a:lnTo>
                    <a:cubicBezTo>
                      <a:pt x="10646" y="10044"/>
                      <a:pt x="9244" y="10079"/>
                      <a:pt x="10309" y="8997"/>
                    </a:cubicBezTo>
                    <a:lnTo>
                      <a:pt x="8836" y="6211"/>
                    </a:lnTo>
                    <a:close/>
                    <a:moveTo>
                      <a:pt x="13237" y="17585"/>
                    </a:moveTo>
                    <a:cubicBezTo>
                      <a:pt x="14213" y="18330"/>
                      <a:pt x="14976" y="19235"/>
                      <a:pt x="15951" y="19572"/>
                    </a:cubicBezTo>
                    <a:cubicBezTo>
                      <a:pt x="17034" y="19945"/>
                      <a:pt x="17548" y="20761"/>
                      <a:pt x="18294" y="21506"/>
                    </a:cubicBezTo>
                    <a:lnTo>
                      <a:pt x="16892" y="22216"/>
                    </a:lnTo>
                    <a:lnTo>
                      <a:pt x="19092" y="23440"/>
                    </a:lnTo>
                    <a:lnTo>
                      <a:pt x="18826" y="19359"/>
                    </a:lnTo>
                    <a:lnTo>
                      <a:pt x="18826" y="19359"/>
                    </a:lnTo>
                    <a:cubicBezTo>
                      <a:pt x="19500" y="20264"/>
                      <a:pt x="19890" y="20867"/>
                      <a:pt x="20352" y="21382"/>
                    </a:cubicBezTo>
                    <a:cubicBezTo>
                      <a:pt x="20813" y="21914"/>
                      <a:pt x="21328" y="22340"/>
                      <a:pt x="22091" y="23050"/>
                    </a:cubicBezTo>
                    <a:lnTo>
                      <a:pt x="22587" y="21346"/>
                    </a:lnTo>
                    <a:lnTo>
                      <a:pt x="25267" y="23742"/>
                    </a:lnTo>
                    <a:lnTo>
                      <a:pt x="26402" y="22713"/>
                    </a:lnTo>
                    <a:lnTo>
                      <a:pt x="27999" y="26261"/>
                    </a:lnTo>
                    <a:cubicBezTo>
                      <a:pt x="27384" y="26597"/>
                      <a:pt x="26823" y="26720"/>
                      <a:pt x="26292" y="26720"/>
                    </a:cubicBezTo>
                    <a:cubicBezTo>
                      <a:pt x="24969" y="26720"/>
                      <a:pt x="23833" y="25957"/>
                      <a:pt x="22516" y="25818"/>
                    </a:cubicBezTo>
                    <a:cubicBezTo>
                      <a:pt x="22516" y="26527"/>
                      <a:pt x="22499" y="27131"/>
                      <a:pt x="22499" y="27787"/>
                    </a:cubicBezTo>
                    <a:cubicBezTo>
                      <a:pt x="22392" y="27787"/>
                      <a:pt x="22270" y="27819"/>
                      <a:pt x="22169" y="27819"/>
                    </a:cubicBezTo>
                    <a:cubicBezTo>
                      <a:pt x="22118" y="27819"/>
                      <a:pt x="22073" y="27811"/>
                      <a:pt x="22037" y="27787"/>
                    </a:cubicBezTo>
                    <a:cubicBezTo>
                      <a:pt x="21133" y="27288"/>
                      <a:pt x="20502" y="26308"/>
                      <a:pt x="19338" y="26308"/>
                    </a:cubicBezTo>
                    <a:cubicBezTo>
                      <a:pt x="19178" y="26308"/>
                      <a:pt x="19008" y="26327"/>
                      <a:pt x="18826" y="26368"/>
                    </a:cubicBezTo>
                    <a:cubicBezTo>
                      <a:pt x="18808" y="26372"/>
                      <a:pt x="18788" y="26375"/>
                      <a:pt x="18768" y="26375"/>
                    </a:cubicBezTo>
                    <a:cubicBezTo>
                      <a:pt x="18417" y="26375"/>
                      <a:pt x="17797" y="25667"/>
                      <a:pt x="17495" y="25197"/>
                    </a:cubicBezTo>
                    <a:cubicBezTo>
                      <a:pt x="16998" y="24416"/>
                      <a:pt x="16661" y="23529"/>
                      <a:pt x="16360" y="22925"/>
                    </a:cubicBezTo>
                    <a:cubicBezTo>
                      <a:pt x="16129" y="22764"/>
                      <a:pt x="15928" y="22701"/>
                      <a:pt x="15748" y="22701"/>
                    </a:cubicBezTo>
                    <a:cubicBezTo>
                      <a:pt x="15114" y="22701"/>
                      <a:pt x="14724" y="23479"/>
                      <a:pt x="14110" y="23479"/>
                    </a:cubicBezTo>
                    <a:cubicBezTo>
                      <a:pt x="13959" y="23479"/>
                      <a:pt x="13794" y="23432"/>
                      <a:pt x="13609" y="23316"/>
                    </a:cubicBezTo>
                    <a:cubicBezTo>
                      <a:pt x="13398" y="23182"/>
                      <a:pt x="13213" y="23127"/>
                      <a:pt x="13048" y="23127"/>
                    </a:cubicBezTo>
                    <a:cubicBezTo>
                      <a:pt x="12310" y="23127"/>
                      <a:pt x="11952" y="24236"/>
                      <a:pt x="11285" y="24540"/>
                    </a:cubicBezTo>
                    <a:cubicBezTo>
                      <a:pt x="10309" y="24984"/>
                      <a:pt x="9475" y="24913"/>
                      <a:pt x="8357" y="25126"/>
                    </a:cubicBezTo>
                    <a:cubicBezTo>
                      <a:pt x="8712" y="23440"/>
                      <a:pt x="10007" y="23263"/>
                      <a:pt x="10877" y="22588"/>
                    </a:cubicBezTo>
                    <a:cubicBezTo>
                      <a:pt x="9333" y="21453"/>
                      <a:pt x="11161" y="20583"/>
                      <a:pt x="11107" y="19732"/>
                    </a:cubicBezTo>
                    <a:cubicBezTo>
                      <a:pt x="10966" y="17815"/>
                      <a:pt x="13183" y="19075"/>
                      <a:pt x="13237" y="17585"/>
                    </a:cubicBezTo>
                    <a:close/>
                    <a:moveTo>
                      <a:pt x="444" y="1"/>
                    </a:moveTo>
                    <a:lnTo>
                      <a:pt x="444" y="1"/>
                    </a:lnTo>
                    <a:cubicBezTo>
                      <a:pt x="373" y="746"/>
                      <a:pt x="0" y="1438"/>
                      <a:pt x="1278" y="1758"/>
                    </a:cubicBezTo>
                    <a:cubicBezTo>
                      <a:pt x="2147" y="1953"/>
                      <a:pt x="2662" y="2929"/>
                      <a:pt x="2857" y="3869"/>
                    </a:cubicBezTo>
                    <a:cubicBezTo>
                      <a:pt x="3034" y="4756"/>
                      <a:pt x="3123" y="5643"/>
                      <a:pt x="3247" y="6530"/>
                    </a:cubicBezTo>
                    <a:lnTo>
                      <a:pt x="3549" y="6140"/>
                    </a:lnTo>
                    <a:lnTo>
                      <a:pt x="5412" y="8145"/>
                    </a:lnTo>
                    <a:lnTo>
                      <a:pt x="6654" y="6903"/>
                    </a:lnTo>
                    <a:lnTo>
                      <a:pt x="8393" y="10505"/>
                    </a:lnTo>
                    <a:lnTo>
                      <a:pt x="6654" y="14426"/>
                    </a:lnTo>
                    <a:lnTo>
                      <a:pt x="5944" y="14036"/>
                    </a:lnTo>
                    <a:cubicBezTo>
                      <a:pt x="5678" y="14338"/>
                      <a:pt x="5447" y="14657"/>
                      <a:pt x="5252" y="14976"/>
                    </a:cubicBezTo>
                    <a:cubicBezTo>
                      <a:pt x="5163" y="15154"/>
                      <a:pt x="5217" y="15402"/>
                      <a:pt x="5199" y="15615"/>
                    </a:cubicBezTo>
                    <a:cubicBezTo>
                      <a:pt x="7346" y="16591"/>
                      <a:pt x="7701" y="17017"/>
                      <a:pt x="8162" y="19004"/>
                    </a:cubicBezTo>
                    <a:lnTo>
                      <a:pt x="4471" y="18827"/>
                    </a:lnTo>
                    <a:lnTo>
                      <a:pt x="4471" y="18827"/>
                    </a:lnTo>
                    <a:cubicBezTo>
                      <a:pt x="4755" y="21754"/>
                      <a:pt x="5057" y="22606"/>
                      <a:pt x="6193" y="24114"/>
                    </a:cubicBezTo>
                    <a:lnTo>
                      <a:pt x="7754" y="24061"/>
                    </a:lnTo>
                    <a:lnTo>
                      <a:pt x="7754" y="24061"/>
                    </a:lnTo>
                    <a:cubicBezTo>
                      <a:pt x="8073" y="25480"/>
                      <a:pt x="7914" y="26740"/>
                      <a:pt x="6920" y="27379"/>
                    </a:cubicBezTo>
                    <a:cubicBezTo>
                      <a:pt x="5518" y="28319"/>
                      <a:pt x="7026" y="29703"/>
                      <a:pt x="5962" y="30857"/>
                    </a:cubicBezTo>
                    <a:cubicBezTo>
                      <a:pt x="4241" y="32720"/>
                      <a:pt x="3850" y="35399"/>
                      <a:pt x="2644" y="37812"/>
                    </a:cubicBezTo>
                    <a:lnTo>
                      <a:pt x="4471" y="38380"/>
                    </a:lnTo>
                    <a:cubicBezTo>
                      <a:pt x="4400" y="39161"/>
                      <a:pt x="4436" y="40012"/>
                      <a:pt x="4259" y="40829"/>
                    </a:cubicBezTo>
                    <a:cubicBezTo>
                      <a:pt x="3939" y="42319"/>
                      <a:pt x="4329" y="43579"/>
                      <a:pt x="5252" y="44732"/>
                    </a:cubicBezTo>
                    <a:cubicBezTo>
                      <a:pt x="5838" y="45460"/>
                      <a:pt x="6370" y="46240"/>
                      <a:pt x="7026" y="46932"/>
                    </a:cubicBezTo>
                    <a:cubicBezTo>
                      <a:pt x="7789" y="47731"/>
                      <a:pt x="9209" y="47678"/>
                      <a:pt x="9670" y="48920"/>
                    </a:cubicBezTo>
                    <a:cubicBezTo>
                      <a:pt x="9723" y="49026"/>
                      <a:pt x="9812" y="49097"/>
                      <a:pt x="9919" y="49132"/>
                    </a:cubicBezTo>
                    <a:cubicBezTo>
                      <a:pt x="10191" y="49213"/>
                      <a:pt x="10478" y="49350"/>
                      <a:pt x="10740" y="49350"/>
                    </a:cubicBezTo>
                    <a:cubicBezTo>
                      <a:pt x="10768" y="49350"/>
                      <a:pt x="10796" y="49349"/>
                      <a:pt x="10824" y="49345"/>
                    </a:cubicBezTo>
                    <a:cubicBezTo>
                      <a:pt x="11569" y="49257"/>
                      <a:pt x="12279" y="49257"/>
                      <a:pt x="12917" y="48547"/>
                    </a:cubicBezTo>
                    <a:cubicBezTo>
                      <a:pt x="12958" y="48500"/>
                      <a:pt x="13033" y="48481"/>
                      <a:pt x="13131" y="48481"/>
                    </a:cubicBezTo>
                    <a:cubicBezTo>
                      <a:pt x="13526" y="48481"/>
                      <a:pt x="14291" y="48790"/>
                      <a:pt x="14670" y="48790"/>
                    </a:cubicBezTo>
                    <a:cubicBezTo>
                      <a:pt x="14764" y="48790"/>
                      <a:pt x="14834" y="48771"/>
                      <a:pt x="14869" y="48724"/>
                    </a:cubicBezTo>
                    <a:cubicBezTo>
                      <a:pt x="15721" y="47642"/>
                      <a:pt x="16892" y="47944"/>
                      <a:pt x="17921" y="47695"/>
                    </a:cubicBezTo>
                    <a:cubicBezTo>
                      <a:pt x="17948" y="47687"/>
                      <a:pt x="17976" y="47684"/>
                      <a:pt x="18005" y="47684"/>
                    </a:cubicBezTo>
                    <a:cubicBezTo>
                      <a:pt x="18165" y="47684"/>
                      <a:pt x="18357" y="47795"/>
                      <a:pt x="18613" y="47855"/>
                    </a:cubicBezTo>
                    <a:cubicBezTo>
                      <a:pt x="18550" y="48716"/>
                      <a:pt x="18847" y="48890"/>
                      <a:pt x="19260" y="48890"/>
                    </a:cubicBezTo>
                    <a:cubicBezTo>
                      <a:pt x="19540" y="48890"/>
                      <a:pt x="19874" y="48810"/>
                      <a:pt x="20185" y="48810"/>
                    </a:cubicBezTo>
                    <a:cubicBezTo>
                      <a:pt x="20457" y="48810"/>
                      <a:pt x="20713" y="48871"/>
                      <a:pt x="20902" y="49097"/>
                    </a:cubicBezTo>
                    <a:cubicBezTo>
                      <a:pt x="20831" y="49558"/>
                      <a:pt x="20902" y="50233"/>
                      <a:pt x="20636" y="50765"/>
                    </a:cubicBezTo>
                    <a:cubicBezTo>
                      <a:pt x="20228" y="51546"/>
                      <a:pt x="21150" y="52592"/>
                      <a:pt x="20068" y="53178"/>
                    </a:cubicBezTo>
                    <a:cubicBezTo>
                      <a:pt x="21771" y="55112"/>
                      <a:pt x="20955" y="57649"/>
                      <a:pt x="21594" y="59424"/>
                    </a:cubicBezTo>
                    <a:cubicBezTo>
                      <a:pt x="20742" y="61713"/>
                      <a:pt x="19589" y="63327"/>
                      <a:pt x="19624" y="65776"/>
                    </a:cubicBezTo>
                    <a:cubicBezTo>
                      <a:pt x="19678" y="68597"/>
                      <a:pt x="18453" y="71436"/>
                      <a:pt x="17406" y="74168"/>
                    </a:cubicBezTo>
                    <a:cubicBezTo>
                      <a:pt x="17247" y="74577"/>
                      <a:pt x="17158" y="75002"/>
                      <a:pt x="16910" y="75943"/>
                    </a:cubicBezTo>
                    <a:cubicBezTo>
                      <a:pt x="28177" y="66379"/>
                      <a:pt x="34458" y="51617"/>
                      <a:pt x="32258" y="36144"/>
                    </a:cubicBezTo>
                    <a:cubicBezTo>
                      <a:pt x="29756" y="18472"/>
                      <a:pt x="16874" y="4756"/>
                      <a:pt x="444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46" name="Google Shape;3146;p70"/>
              <p:cNvSpPr/>
              <p:nvPr/>
            </p:nvSpPr>
            <p:spPr>
              <a:xfrm>
                <a:off x="6036094" y="3734681"/>
                <a:ext cx="181628" cy="303024"/>
              </a:xfrm>
              <a:custGeom>
                <a:avLst/>
                <a:gdLst/>
                <a:ahLst/>
                <a:cxnLst/>
                <a:rect l="l" t="t" r="r" b="b"/>
                <a:pathLst>
                  <a:path w="31478" h="52540" extrusionOk="0">
                    <a:moveTo>
                      <a:pt x="28337" y="1"/>
                    </a:moveTo>
                    <a:cubicBezTo>
                      <a:pt x="13326" y="5785"/>
                      <a:pt x="2556" y="18986"/>
                      <a:pt x="1" y="34405"/>
                    </a:cubicBezTo>
                    <a:cubicBezTo>
                      <a:pt x="516" y="36961"/>
                      <a:pt x="764" y="39569"/>
                      <a:pt x="1154" y="42159"/>
                    </a:cubicBezTo>
                    <a:cubicBezTo>
                      <a:pt x="1172" y="42266"/>
                      <a:pt x="1438" y="42355"/>
                      <a:pt x="1687" y="42496"/>
                    </a:cubicBezTo>
                    <a:cubicBezTo>
                      <a:pt x="1687" y="41574"/>
                      <a:pt x="1704" y="40704"/>
                      <a:pt x="1704" y="39835"/>
                    </a:cubicBezTo>
                    <a:lnTo>
                      <a:pt x="2112" y="39817"/>
                    </a:lnTo>
                    <a:lnTo>
                      <a:pt x="3905" y="45513"/>
                    </a:lnTo>
                    <a:cubicBezTo>
                      <a:pt x="4490" y="45956"/>
                      <a:pt x="5289" y="46595"/>
                      <a:pt x="6122" y="47145"/>
                    </a:cubicBezTo>
                    <a:cubicBezTo>
                      <a:pt x="6548" y="47465"/>
                      <a:pt x="7045" y="47678"/>
                      <a:pt x="7560" y="47784"/>
                    </a:cubicBezTo>
                    <a:cubicBezTo>
                      <a:pt x="9813" y="48068"/>
                      <a:pt x="12492" y="48884"/>
                      <a:pt x="13557" y="50481"/>
                    </a:cubicBezTo>
                    <a:cubicBezTo>
                      <a:pt x="14515" y="51971"/>
                      <a:pt x="15810" y="52202"/>
                      <a:pt x="16751" y="52539"/>
                    </a:cubicBezTo>
                    <a:lnTo>
                      <a:pt x="18827" y="51652"/>
                    </a:lnTo>
                    <a:cubicBezTo>
                      <a:pt x="18720" y="51475"/>
                      <a:pt x="18632" y="51155"/>
                      <a:pt x="18525" y="51138"/>
                    </a:cubicBezTo>
                    <a:cubicBezTo>
                      <a:pt x="15367" y="50960"/>
                      <a:pt x="15367" y="50978"/>
                      <a:pt x="14905" y="48015"/>
                    </a:cubicBezTo>
                    <a:cubicBezTo>
                      <a:pt x="14870" y="47695"/>
                      <a:pt x="14799" y="47376"/>
                      <a:pt x="14675" y="46755"/>
                    </a:cubicBezTo>
                    <a:lnTo>
                      <a:pt x="11818" y="46152"/>
                    </a:lnTo>
                    <a:lnTo>
                      <a:pt x="12031" y="42461"/>
                    </a:lnTo>
                    <a:cubicBezTo>
                      <a:pt x="12009" y="42460"/>
                      <a:pt x="11988" y="42460"/>
                      <a:pt x="11967" y="42460"/>
                    </a:cubicBezTo>
                    <a:cubicBezTo>
                      <a:pt x="9761" y="42460"/>
                      <a:pt x="10756" y="45214"/>
                      <a:pt x="9157" y="45531"/>
                    </a:cubicBezTo>
                    <a:cubicBezTo>
                      <a:pt x="7577" y="44537"/>
                      <a:pt x="7577" y="44537"/>
                      <a:pt x="6832" y="39036"/>
                    </a:cubicBezTo>
                    <a:cubicBezTo>
                      <a:pt x="7471" y="36162"/>
                      <a:pt x="10807" y="37120"/>
                      <a:pt x="11570" y="34867"/>
                    </a:cubicBezTo>
                    <a:lnTo>
                      <a:pt x="13876" y="35683"/>
                    </a:lnTo>
                    <a:cubicBezTo>
                      <a:pt x="13930" y="37014"/>
                      <a:pt x="14213" y="38274"/>
                      <a:pt x="15651" y="39090"/>
                    </a:cubicBezTo>
                    <a:lnTo>
                      <a:pt x="14870" y="33554"/>
                    </a:lnTo>
                    <a:cubicBezTo>
                      <a:pt x="15012" y="33305"/>
                      <a:pt x="15189" y="33092"/>
                      <a:pt x="15367" y="32880"/>
                    </a:cubicBezTo>
                    <a:cubicBezTo>
                      <a:pt x="16733" y="31584"/>
                      <a:pt x="18720" y="30662"/>
                      <a:pt x="18277" y="28231"/>
                    </a:cubicBezTo>
                    <a:cubicBezTo>
                      <a:pt x="19217" y="27148"/>
                      <a:pt x="19501" y="25569"/>
                      <a:pt x="20903" y="24824"/>
                    </a:cubicBezTo>
                    <a:cubicBezTo>
                      <a:pt x="21169" y="24664"/>
                      <a:pt x="21701" y="24540"/>
                      <a:pt x="21701" y="24416"/>
                    </a:cubicBezTo>
                    <a:cubicBezTo>
                      <a:pt x="21701" y="22606"/>
                      <a:pt x="23298" y="22375"/>
                      <a:pt x="24345" y="21453"/>
                    </a:cubicBezTo>
                    <a:cubicBezTo>
                      <a:pt x="24698" y="21969"/>
                      <a:pt x="25002" y="22149"/>
                      <a:pt x="25280" y="22149"/>
                    </a:cubicBezTo>
                    <a:cubicBezTo>
                      <a:pt x="25925" y="22149"/>
                      <a:pt x="26432" y="21185"/>
                      <a:pt x="27082" y="21185"/>
                    </a:cubicBezTo>
                    <a:cubicBezTo>
                      <a:pt x="27098" y="21185"/>
                      <a:pt x="27114" y="21185"/>
                      <a:pt x="27131" y="21187"/>
                    </a:cubicBezTo>
                    <a:cubicBezTo>
                      <a:pt x="27184" y="21187"/>
                      <a:pt x="27237" y="20867"/>
                      <a:pt x="27255" y="20832"/>
                    </a:cubicBezTo>
                    <a:lnTo>
                      <a:pt x="25250" y="19909"/>
                    </a:lnTo>
                    <a:lnTo>
                      <a:pt x="25835" y="18348"/>
                    </a:lnTo>
                    <a:lnTo>
                      <a:pt x="24274" y="17851"/>
                    </a:lnTo>
                    <a:cubicBezTo>
                      <a:pt x="25161" y="17514"/>
                      <a:pt x="26048" y="17727"/>
                      <a:pt x="26829" y="17531"/>
                    </a:cubicBezTo>
                    <a:cubicBezTo>
                      <a:pt x="27610" y="17336"/>
                      <a:pt x="28266" y="16751"/>
                      <a:pt x="28976" y="16325"/>
                    </a:cubicBezTo>
                    <a:cubicBezTo>
                      <a:pt x="29774" y="15846"/>
                      <a:pt x="30573" y="15349"/>
                      <a:pt x="31478" y="14781"/>
                    </a:cubicBezTo>
                    <a:cubicBezTo>
                      <a:pt x="30466" y="12723"/>
                      <a:pt x="27769" y="12049"/>
                      <a:pt x="27698" y="9565"/>
                    </a:cubicBezTo>
                    <a:lnTo>
                      <a:pt x="25143" y="11836"/>
                    </a:lnTo>
                    <a:cubicBezTo>
                      <a:pt x="25764" y="8571"/>
                      <a:pt x="23600" y="8908"/>
                      <a:pt x="22269" y="8465"/>
                    </a:cubicBezTo>
                    <a:cubicBezTo>
                      <a:pt x="21932" y="8855"/>
                      <a:pt x="21559" y="9032"/>
                      <a:pt x="21027" y="9316"/>
                    </a:cubicBezTo>
                    <a:lnTo>
                      <a:pt x="21825" y="10132"/>
                    </a:lnTo>
                    <a:lnTo>
                      <a:pt x="20353" y="11197"/>
                    </a:lnTo>
                    <a:cubicBezTo>
                      <a:pt x="21772" y="12244"/>
                      <a:pt x="20956" y="13628"/>
                      <a:pt x="20690" y="13734"/>
                    </a:cubicBezTo>
                    <a:cubicBezTo>
                      <a:pt x="18756" y="14444"/>
                      <a:pt x="19217" y="16396"/>
                      <a:pt x="18401" y="17620"/>
                    </a:cubicBezTo>
                    <a:lnTo>
                      <a:pt x="17460" y="16910"/>
                    </a:lnTo>
                    <a:cubicBezTo>
                      <a:pt x="17052" y="16502"/>
                      <a:pt x="17886" y="16360"/>
                      <a:pt x="17851" y="16023"/>
                    </a:cubicBezTo>
                    <a:cubicBezTo>
                      <a:pt x="17833" y="15580"/>
                      <a:pt x="17744" y="15136"/>
                      <a:pt x="17673" y="14639"/>
                    </a:cubicBezTo>
                    <a:lnTo>
                      <a:pt x="14781" y="13805"/>
                    </a:lnTo>
                    <a:cubicBezTo>
                      <a:pt x="14391" y="10558"/>
                      <a:pt x="17727" y="10026"/>
                      <a:pt x="19075" y="8056"/>
                    </a:cubicBezTo>
                    <a:cubicBezTo>
                      <a:pt x="19476" y="8451"/>
                      <a:pt x="19895" y="8555"/>
                      <a:pt x="20323" y="8555"/>
                    </a:cubicBezTo>
                    <a:cubicBezTo>
                      <a:pt x="20808" y="8555"/>
                      <a:pt x="21305" y="8420"/>
                      <a:pt x="21802" y="8420"/>
                    </a:cubicBezTo>
                    <a:cubicBezTo>
                      <a:pt x="21952" y="8420"/>
                      <a:pt x="22102" y="8433"/>
                      <a:pt x="22251" y="8465"/>
                    </a:cubicBezTo>
                    <a:cubicBezTo>
                      <a:pt x="22127" y="7702"/>
                      <a:pt x="22056" y="7152"/>
                      <a:pt x="21967" y="6495"/>
                    </a:cubicBezTo>
                    <a:cubicBezTo>
                      <a:pt x="23198" y="6481"/>
                      <a:pt x="23566" y="4540"/>
                      <a:pt x="24952" y="4540"/>
                    </a:cubicBezTo>
                    <a:cubicBezTo>
                      <a:pt x="25264" y="4540"/>
                      <a:pt x="25629" y="4639"/>
                      <a:pt x="26066" y="4880"/>
                    </a:cubicBezTo>
                    <a:cubicBezTo>
                      <a:pt x="25374" y="5963"/>
                      <a:pt x="24274" y="6335"/>
                      <a:pt x="23458" y="7010"/>
                    </a:cubicBezTo>
                    <a:lnTo>
                      <a:pt x="26243" y="8376"/>
                    </a:lnTo>
                    <a:lnTo>
                      <a:pt x="28089" y="7205"/>
                    </a:lnTo>
                    <a:lnTo>
                      <a:pt x="28160" y="5324"/>
                    </a:lnTo>
                    <a:cubicBezTo>
                      <a:pt x="28332" y="5383"/>
                      <a:pt x="28506" y="5414"/>
                      <a:pt x="28690" y="5414"/>
                    </a:cubicBezTo>
                    <a:cubicBezTo>
                      <a:pt x="29226" y="5414"/>
                      <a:pt x="29853" y="5151"/>
                      <a:pt x="30804" y="4543"/>
                    </a:cubicBezTo>
                    <a:lnTo>
                      <a:pt x="29029" y="3621"/>
                    </a:lnTo>
                    <a:lnTo>
                      <a:pt x="29561" y="2733"/>
                    </a:lnTo>
                    <a:lnTo>
                      <a:pt x="28231" y="1722"/>
                    </a:lnTo>
                    <a:cubicBezTo>
                      <a:pt x="28355" y="1190"/>
                      <a:pt x="28692" y="586"/>
                      <a:pt x="28515" y="232"/>
                    </a:cubicBezTo>
                    <a:cubicBezTo>
                      <a:pt x="28479" y="161"/>
                      <a:pt x="28408" y="72"/>
                      <a:pt x="28337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47" name="Google Shape;3147;p70"/>
              <p:cNvSpPr/>
              <p:nvPr/>
            </p:nvSpPr>
            <p:spPr>
              <a:xfrm>
                <a:off x="6143575" y="4010833"/>
                <a:ext cx="186233" cy="216616"/>
              </a:xfrm>
              <a:custGeom>
                <a:avLst/>
                <a:gdLst/>
                <a:ahLst/>
                <a:cxnLst/>
                <a:rect l="l" t="t" r="r" b="b"/>
                <a:pathLst>
                  <a:path w="32276" h="37558" extrusionOk="0">
                    <a:moveTo>
                      <a:pt x="3376" y="1"/>
                    </a:moveTo>
                    <a:cubicBezTo>
                      <a:pt x="3358" y="1"/>
                      <a:pt x="3345" y="4"/>
                      <a:pt x="3336" y="12"/>
                    </a:cubicBezTo>
                    <a:cubicBezTo>
                      <a:pt x="905" y="2621"/>
                      <a:pt x="905" y="2621"/>
                      <a:pt x="1243" y="6400"/>
                    </a:cubicBezTo>
                    <a:cubicBezTo>
                      <a:pt x="1260" y="6595"/>
                      <a:pt x="1118" y="6790"/>
                      <a:pt x="1065" y="7003"/>
                    </a:cubicBezTo>
                    <a:cubicBezTo>
                      <a:pt x="693" y="8405"/>
                      <a:pt x="338" y="9807"/>
                      <a:pt x="1" y="11155"/>
                    </a:cubicBezTo>
                    <a:lnTo>
                      <a:pt x="1118" y="14012"/>
                    </a:lnTo>
                    <a:cubicBezTo>
                      <a:pt x="2147" y="15148"/>
                      <a:pt x="3106" y="16283"/>
                      <a:pt x="4188" y="17330"/>
                    </a:cubicBezTo>
                    <a:cubicBezTo>
                      <a:pt x="5271" y="18413"/>
                      <a:pt x="5677" y="20424"/>
                      <a:pt x="7592" y="20424"/>
                    </a:cubicBezTo>
                    <a:cubicBezTo>
                      <a:pt x="7779" y="20424"/>
                      <a:pt x="7980" y="20405"/>
                      <a:pt x="8198" y="20364"/>
                    </a:cubicBezTo>
                    <a:cubicBezTo>
                      <a:pt x="9263" y="21234"/>
                      <a:pt x="10735" y="21553"/>
                      <a:pt x="11179" y="23221"/>
                    </a:cubicBezTo>
                    <a:cubicBezTo>
                      <a:pt x="11587" y="24711"/>
                      <a:pt x="12669" y="26024"/>
                      <a:pt x="13024" y="27515"/>
                    </a:cubicBezTo>
                    <a:cubicBezTo>
                      <a:pt x="13361" y="28863"/>
                      <a:pt x="14461" y="29662"/>
                      <a:pt x="14834" y="30780"/>
                    </a:cubicBezTo>
                    <a:cubicBezTo>
                      <a:pt x="15278" y="32128"/>
                      <a:pt x="15970" y="33246"/>
                      <a:pt x="16573" y="34470"/>
                    </a:cubicBezTo>
                    <a:cubicBezTo>
                      <a:pt x="17070" y="35428"/>
                      <a:pt x="18223" y="35038"/>
                      <a:pt x="18525" y="36191"/>
                    </a:cubicBezTo>
                    <a:cubicBezTo>
                      <a:pt x="18631" y="36564"/>
                      <a:pt x="18844" y="36901"/>
                      <a:pt x="19146" y="37185"/>
                    </a:cubicBezTo>
                    <a:cubicBezTo>
                      <a:pt x="20299" y="37345"/>
                      <a:pt x="21470" y="37469"/>
                      <a:pt x="22659" y="37558"/>
                    </a:cubicBezTo>
                    <a:cubicBezTo>
                      <a:pt x="22559" y="37158"/>
                      <a:pt x="22490" y="36790"/>
                      <a:pt x="21808" y="36790"/>
                    </a:cubicBezTo>
                    <a:cubicBezTo>
                      <a:pt x="21763" y="36790"/>
                      <a:pt x="21716" y="36791"/>
                      <a:pt x="21665" y="36795"/>
                    </a:cubicBezTo>
                    <a:cubicBezTo>
                      <a:pt x="21645" y="36796"/>
                      <a:pt x="21626" y="36796"/>
                      <a:pt x="21608" y="36796"/>
                    </a:cubicBezTo>
                    <a:cubicBezTo>
                      <a:pt x="20725" y="36796"/>
                      <a:pt x="22437" y="35547"/>
                      <a:pt x="21115" y="35251"/>
                    </a:cubicBezTo>
                    <a:cubicBezTo>
                      <a:pt x="20388" y="35073"/>
                      <a:pt x="22109" y="33707"/>
                      <a:pt x="20725" y="33246"/>
                    </a:cubicBezTo>
                    <a:lnTo>
                      <a:pt x="20920" y="32980"/>
                    </a:lnTo>
                    <a:lnTo>
                      <a:pt x="22783" y="32394"/>
                    </a:lnTo>
                    <a:lnTo>
                      <a:pt x="21860" y="30017"/>
                    </a:lnTo>
                    <a:lnTo>
                      <a:pt x="23191" y="29839"/>
                    </a:lnTo>
                    <a:cubicBezTo>
                      <a:pt x="23599" y="29041"/>
                      <a:pt x="24007" y="28313"/>
                      <a:pt x="24380" y="27550"/>
                    </a:cubicBezTo>
                    <a:cubicBezTo>
                      <a:pt x="24646" y="26982"/>
                      <a:pt x="25178" y="26308"/>
                      <a:pt x="25036" y="25829"/>
                    </a:cubicBezTo>
                    <a:cubicBezTo>
                      <a:pt x="24451" y="23718"/>
                      <a:pt x="26083" y="22972"/>
                      <a:pt x="27343" y="22529"/>
                    </a:cubicBezTo>
                    <a:cubicBezTo>
                      <a:pt x="28603" y="22068"/>
                      <a:pt x="29082" y="21482"/>
                      <a:pt x="29242" y="20311"/>
                    </a:cubicBezTo>
                    <a:cubicBezTo>
                      <a:pt x="29419" y="19069"/>
                      <a:pt x="29809" y="17862"/>
                      <a:pt x="29898" y="16620"/>
                    </a:cubicBezTo>
                    <a:cubicBezTo>
                      <a:pt x="29987" y="15467"/>
                      <a:pt x="30005" y="14438"/>
                      <a:pt x="31087" y="13675"/>
                    </a:cubicBezTo>
                    <a:cubicBezTo>
                      <a:pt x="31442" y="13444"/>
                      <a:pt x="31531" y="12788"/>
                      <a:pt x="31655" y="12309"/>
                    </a:cubicBezTo>
                    <a:cubicBezTo>
                      <a:pt x="32276" y="10144"/>
                      <a:pt x="31868" y="9612"/>
                      <a:pt x="29490" y="9133"/>
                    </a:cubicBezTo>
                    <a:cubicBezTo>
                      <a:pt x="29100" y="9062"/>
                      <a:pt x="28816" y="8494"/>
                      <a:pt x="28266" y="7926"/>
                    </a:cubicBezTo>
                    <a:lnTo>
                      <a:pt x="24895" y="8778"/>
                    </a:lnTo>
                    <a:cubicBezTo>
                      <a:pt x="24522" y="7678"/>
                      <a:pt x="23315" y="7678"/>
                      <a:pt x="22215" y="7465"/>
                    </a:cubicBezTo>
                    <a:lnTo>
                      <a:pt x="21647" y="8157"/>
                    </a:lnTo>
                    <a:lnTo>
                      <a:pt x="18063" y="3597"/>
                    </a:lnTo>
                    <a:cubicBezTo>
                      <a:pt x="16840" y="3528"/>
                      <a:pt x="15905" y="3374"/>
                      <a:pt x="15067" y="3374"/>
                    </a:cubicBezTo>
                    <a:cubicBezTo>
                      <a:pt x="14823" y="3374"/>
                      <a:pt x="14587" y="3387"/>
                      <a:pt x="14355" y="3419"/>
                    </a:cubicBezTo>
                    <a:cubicBezTo>
                      <a:pt x="14295" y="3427"/>
                      <a:pt x="14238" y="3430"/>
                      <a:pt x="14183" y="3430"/>
                    </a:cubicBezTo>
                    <a:cubicBezTo>
                      <a:pt x="13092" y="3430"/>
                      <a:pt x="13035" y="1981"/>
                      <a:pt x="11835" y="1964"/>
                    </a:cubicBezTo>
                    <a:cubicBezTo>
                      <a:pt x="11108" y="1964"/>
                      <a:pt x="9901" y="1467"/>
                      <a:pt x="9582" y="438"/>
                    </a:cubicBezTo>
                    <a:cubicBezTo>
                      <a:pt x="8677" y="793"/>
                      <a:pt x="7914" y="1361"/>
                      <a:pt x="7133" y="1361"/>
                    </a:cubicBezTo>
                    <a:cubicBezTo>
                      <a:pt x="7119" y="1361"/>
                      <a:pt x="7105" y="1361"/>
                      <a:pt x="7091" y="1361"/>
                    </a:cubicBezTo>
                    <a:cubicBezTo>
                      <a:pt x="6288" y="1361"/>
                      <a:pt x="5470" y="877"/>
                      <a:pt x="4703" y="616"/>
                    </a:cubicBezTo>
                    <a:lnTo>
                      <a:pt x="4170" y="1184"/>
                    </a:lnTo>
                    <a:lnTo>
                      <a:pt x="3585" y="48"/>
                    </a:lnTo>
                    <a:cubicBezTo>
                      <a:pt x="3517" y="34"/>
                      <a:pt x="3429" y="1"/>
                      <a:pt x="3376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48" name="Google Shape;3148;p70"/>
              <p:cNvSpPr/>
              <p:nvPr/>
            </p:nvSpPr>
            <p:spPr>
              <a:xfrm>
                <a:off x="6110513" y="3969114"/>
                <a:ext cx="33997" cy="13957"/>
              </a:xfrm>
              <a:custGeom>
                <a:avLst/>
                <a:gdLst/>
                <a:ahLst/>
                <a:cxnLst/>
                <a:rect l="l" t="t" r="r" b="b"/>
                <a:pathLst>
                  <a:path w="5892" h="2420" extrusionOk="0">
                    <a:moveTo>
                      <a:pt x="2076" y="1"/>
                    </a:moveTo>
                    <a:cubicBezTo>
                      <a:pt x="1454" y="1"/>
                      <a:pt x="791" y="230"/>
                      <a:pt x="0" y="592"/>
                    </a:cubicBezTo>
                    <a:cubicBezTo>
                      <a:pt x="564" y="957"/>
                      <a:pt x="1113" y="1415"/>
                      <a:pt x="1254" y="1415"/>
                    </a:cubicBezTo>
                    <a:cubicBezTo>
                      <a:pt x="1264" y="1415"/>
                      <a:pt x="1272" y="1412"/>
                      <a:pt x="1278" y="1408"/>
                    </a:cubicBezTo>
                    <a:cubicBezTo>
                      <a:pt x="1606" y="1108"/>
                      <a:pt x="1874" y="952"/>
                      <a:pt x="2167" y="952"/>
                    </a:cubicBezTo>
                    <a:cubicBezTo>
                      <a:pt x="2429" y="952"/>
                      <a:pt x="2710" y="1077"/>
                      <a:pt x="3070" y="1337"/>
                    </a:cubicBezTo>
                    <a:cubicBezTo>
                      <a:pt x="3815" y="1869"/>
                      <a:pt x="4773" y="2011"/>
                      <a:pt x="5838" y="2419"/>
                    </a:cubicBezTo>
                    <a:lnTo>
                      <a:pt x="5891" y="1071"/>
                    </a:lnTo>
                    <a:cubicBezTo>
                      <a:pt x="5040" y="893"/>
                      <a:pt x="4170" y="964"/>
                      <a:pt x="3656" y="574"/>
                    </a:cubicBezTo>
                    <a:cubicBezTo>
                      <a:pt x="3121" y="171"/>
                      <a:pt x="2614" y="1"/>
                      <a:pt x="2076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49" name="Google Shape;3149;p70"/>
              <p:cNvSpPr/>
              <p:nvPr/>
            </p:nvSpPr>
            <p:spPr>
              <a:xfrm>
                <a:off x="6151865" y="3979381"/>
                <a:ext cx="35739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2059" extrusionOk="0">
                    <a:moveTo>
                      <a:pt x="6193" y="0"/>
                    </a:moveTo>
                    <a:lnTo>
                      <a:pt x="6193" y="0"/>
                    </a:lnTo>
                    <a:cubicBezTo>
                      <a:pt x="4801" y="195"/>
                      <a:pt x="3970" y="433"/>
                      <a:pt x="3202" y="433"/>
                    </a:cubicBezTo>
                    <a:cubicBezTo>
                      <a:pt x="3128" y="433"/>
                      <a:pt x="3055" y="431"/>
                      <a:pt x="2982" y="426"/>
                    </a:cubicBezTo>
                    <a:cubicBezTo>
                      <a:pt x="2453" y="395"/>
                      <a:pt x="1944" y="74"/>
                      <a:pt x="1353" y="74"/>
                    </a:cubicBezTo>
                    <a:cubicBezTo>
                      <a:pt x="951" y="74"/>
                      <a:pt x="511" y="222"/>
                      <a:pt x="1" y="710"/>
                    </a:cubicBezTo>
                    <a:lnTo>
                      <a:pt x="1473" y="2059"/>
                    </a:lnTo>
                    <a:cubicBezTo>
                      <a:pt x="2432" y="409"/>
                      <a:pt x="4472" y="1526"/>
                      <a:pt x="6193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50" name="Google Shape;3150;p70"/>
              <p:cNvSpPr/>
              <p:nvPr/>
            </p:nvSpPr>
            <p:spPr>
              <a:xfrm>
                <a:off x="6203762" y="3831292"/>
                <a:ext cx="19768" cy="12285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2130" extrusionOk="0">
                    <a:moveTo>
                      <a:pt x="1473" y="1"/>
                    </a:moveTo>
                    <a:lnTo>
                      <a:pt x="1" y="1828"/>
                    </a:lnTo>
                    <a:lnTo>
                      <a:pt x="3372" y="2130"/>
                    </a:lnTo>
                    <a:cubicBezTo>
                      <a:pt x="3407" y="1917"/>
                      <a:pt x="3425" y="1704"/>
                      <a:pt x="3425" y="1509"/>
                    </a:cubicBezTo>
                    <a:cubicBezTo>
                      <a:pt x="3390" y="1172"/>
                      <a:pt x="3301" y="870"/>
                      <a:pt x="3248" y="586"/>
                    </a:cubicBezTo>
                    <a:lnTo>
                      <a:pt x="1473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51" name="Google Shape;3151;p70"/>
          <p:cNvGrpSpPr/>
          <p:nvPr/>
        </p:nvGrpSpPr>
        <p:grpSpPr>
          <a:xfrm>
            <a:off x="8856021" y="3891538"/>
            <a:ext cx="768403" cy="682495"/>
            <a:chOff x="6644304" y="3073628"/>
            <a:chExt cx="576302" cy="511871"/>
          </a:xfrm>
        </p:grpSpPr>
        <p:sp>
          <p:nvSpPr>
            <p:cNvPr id="3152" name="Google Shape;3152;p70"/>
            <p:cNvSpPr/>
            <p:nvPr/>
          </p:nvSpPr>
          <p:spPr>
            <a:xfrm>
              <a:off x="6644304" y="3073628"/>
              <a:ext cx="576302" cy="511871"/>
            </a:xfrm>
            <a:custGeom>
              <a:avLst/>
              <a:gdLst/>
              <a:ahLst/>
              <a:cxnLst/>
              <a:rect l="l" t="t" r="r" b="b"/>
              <a:pathLst>
                <a:path w="99879" h="88751" extrusionOk="0">
                  <a:moveTo>
                    <a:pt x="50483" y="1"/>
                  </a:moveTo>
                  <a:cubicBezTo>
                    <a:pt x="46751" y="1"/>
                    <a:pt x="42953" y="456"/>
                    <a:pt x="39160" y="1409"/>
                  </a:cubicBezTo>
                  <a:cubicBezTo>
                    <a:pt x="14870" y="7513"/>
                    <a:pt x="1" y="31697"/>
                    <a:pt x="5963" y="55420"/>
                  </a:cubicBezTo>
                  <a:cubicBezTo>
                    <a:pt x="10993" y="75452"/>
                    <a:pt x="29236" y="88750"/>
                    <a:pt x="49406" y="88750"/>
                  </a:cubicBezTo>
                  <a:cubicBezTo>
                    <a:pt x="53141" y="88750"/>
                    <a:pt x="56941" y="88294"/>
                    <a:pt x="60736" y="87341"/>
                  </a:cubicBezTo>
                  <a:cubicBezTo>
                    <a:pt x="85027" y="81237"/>
                    <a:pt x="99878" y="57053"/>
                    <a:pt x="93917" y="33330"/>
                  </a:cubicBezTo>
                  <a:cubicBezTo>
                    <a:pt x="88901" y="13311"/>
                    <a:pt x="70655" y="1"/>
                    <a:pt x="5048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3153" name="Google Shape;3153;p70"/>
            <p:cNvGrpSpPr/>
            <p:nvPr/>
          </p:nvGrpSpPr>
          <p:grpSpPr>
            <a:xfrm>
              <a:off x="6712169" y="3085440"/>
              <a:ext cx="481622" cy="494913"/>
              <a:chOff x="6712169" y="3085440"/>
              <a:chExt cx="481622" cy="494913"/>
            </a:xfrm>
          </p:grpSpPr>
          <p:sp>
            <p:nvSpPr>
              <p:cNvPr id="3154" name="Google Shape;3154;p70"/>
              <p:cNvSpPr/>
              <p:nvPr/>
            </p:nvSpPr>
            <p:spPr>
              <a:xfrm>
                <a:off x="6712169" y="3085440"/>
                <a:ext cx="238757" cy="315615"/>
              </a:xfrm>
              <a:custGeom>
                <a:avLst/>
                <a:gdLst/>
                <a:ahLst/>
                <a:cxnLst/>
                <a:rect l="l" t="t" r="r" b="b"/>
                <a:pathLst>
                  <a:path w="41379" h="54723" extrusionOk="0">
                    <a:moveTo>
                      <a:pt x="20938" y="3904"/>
                    </a:moveTo>
                    <a:lnTo>
                      <a:pt x="22677" y="6583"/>
                    </a:lnTo>
                    <a:lnTo>
                      <a:pt x="22091" y="7097"/>
                    </a:lnTo>
                    <a:lnTo>
                      <a:pt x="18951" y="4400"/>
                    </a:lnTo>
                    <a:lnTo>
                      <a:pt x="20938" y="3904"/>
                    </a:lnTo>
                    <a:close/>
                    <a:moveTo>
                      <a:pt x="25072" y="0"/>
                    </a:moveTo>
                    <a:lnTo>
                      <a:pt x="25072" y="0"/>
                    </a:lnTo>
                    <a:cubicBezTo>
                      <a:pt x="24433" y="195"/>
                      <a:pt x="23812" y="408"/>
                      <a:pt x="23191" y="621"/>
                    </a:cubicBezTo>
                    <a:lnTo>
                      <a:pt x="23493" y="1047"/>
                    </a:lnTo>
                    <a:lnTo>
                      <a:pt x="21861" y="1136"/>
                    </a:lnTo>
                    <a:cubicBezTo>
                      <a:pt x="20920" y="1491"/>
                      <a:pt x="19980" y="1899"/>
                      <a:pt x="19075" y="2307"/>
                    </a:cubicBezTo>
                    <a:lnTo>
                      <a:pt x="17709" y="4489"/>
                    </a:lnTo>
                    <a:lnTo>
                      <a:pt x="19341" y="6778"/>
                    </a:lnTo>
                    <a:lnTo>
                      <a:pt x="19341" y="6778"/>
                    </a:lnTo>
                    <a:lnTo>
                      <a:pt x="16697" y="6086"/>
                    </a:lnTo>
                    <a:lnTo>
                      <a:pt x="17017" y="4542"/>
                    </a:lnTo>
                    <a:lnTo>
                      <a:pt x="15473" y="4205"/>
                    </a:lnTo>
                    <a:cubicBezTo>
                      <a:pt x="14124" y="4968"/>
                      <a:pt x="12811" y="5820"/>
                      <a:pt x="11552" y="6725"/>
                    </a:cubicBezTo>
                    <a:lnTo>
                      <a:pt x="12581" y="6920"/>
                    </a:lnTo>
                    <a:lnTo>
                      <a:pt x="11836" y="8091"/>
                    </a:lnTo>
                    <a:cubicBezTo>
                      <a:pt x="11392" y="7967"/>
                      <a:pt x="10842" y="7772"/>
                      <a:pt x="10363" y="7612"/>
                    </a:cubicBezTo>
                    <a:cubicBezTo>
                      <a:pt x="6300" y="10753"/>
                      <a:pt x="2804" y="14567"/>
                      <a:pt x="1" y="18897"/>
                    </a:cubicBezTo>
                    <a:cubicBezTo>
                      <a:pt x="356" y="19536"/>
                      <a:pt x="498" y="20299"/>
                      <a:pt x="373" y="21026"/>
                    </a:cubicBezTo>
                    <a:cubicBezTo>
                      <a:pt x="285" y="21895"/>
                      <a:pt x="870" y="22800"/>
                      <a:pt x="977" y="23723"/>
                    </a:cubicBezTo>
                    <a:cubicBezTo>
                      <a:pt x="1101" y="24681"/>
                      <a:pt x="835" y="25710"/>
                      <a:pt x="1048" y="26633"/>
                    </a:cubicBezTo>
                    <a:cubicBezTo>
                      <a:pt x="1580" y="28922"/>
                      <a:pt x="1651" y="28904"/>
                      <a:pt x="1314" y="30696"/>
                    </a:cubicBezTo>
                    <a:cubicBezTo>
                      <a:pt x="1260" y="30998"/>
                      <a:pt x="1243" y="31335"/>
                      <a:pt x="1189" y="31654"/>
                    </a:cubicBezTo>
                    <a:cubicBezTo>
                      <a:pt x="906" y="33943"/>
                      <a:pt x="852" y="36090"/>
                      <a:pt x="2378" y="38184"/>
                    </a:cubicBezTo>
                    <a:cubicBezTo>
                      <a:pt x="3194" y="39302"/>
                      <a:pt x="4490" y="39461"/>
                      <a:pt x="5217" y="40473"/>
                    </a:cubicBezTo>
                    <a:cubicBezTo>
                      <a:pt x="5377" y="41147"/>
                      <a:pt x="5679" y="41821"/>
                      <a:pt x="5679" y="42496"/>
                    </a:cubicBezTo>
                    <a:cubicBezTo>
                      <a:pt x="5679" y="43170"/>
                      <a:pt x="7311" y="43347"/>
                      <a:pt x="6406" y="44146"/>
                    </a:cubicBezTo>
                    <a:lnTo>
                      <a:pt x="8429" y="45122"/>
                    </a:lnTo>
                    <a:lnTo>
                      <a:pt x="8429" y="45122"/>
                    </a:lnTo>
                    <a:lnTo>
                      <a:pt x="8269" y="43170"/>
                    </a:lnTo>
                    <a:lnTo>
                      <a:pt x="8269" y="43170"/>
                    </a:lnTo>
                    <a:cubicBezTo>
                      <a:pt x="8872" y="43613"/>
                      <a:pt x="9298" y="43826"/>
                      <a:pt x="9600" y="44146"/>
                    </a:cubicBezTo>
                    <a:cubicBezTo>
                      <a:pt x="10345" y="44909"/>
                      <a:pt x="10948" y="45849"/>
                      <a:pt x="11765" y="46523"/>
                    </a:cubicBezTo>
                    <a:cubicBezTo>
                      <a:pt x="12652" y="47251"/>
                      <a:pt x="13734" y="47730"/>
                      <a:pt x="13255" y="49167"/>
                    </a:cubicBezTo>
                    <a:cubicBezTo>
                      <a:pt x="15142" y="50239"/>
                      <a:pt x="17068" y="51273"/>
                      <a:pt x="19240" y="51273"/>
                    </a:cubicBezTo>
                    <a:cubicBezTo>
                      <a:pt x="19621" y="51273"/>
                      <a:pt x="20009" y="51241"/>
                      <a:pt x="20406" y="51172"/>
                    </a:cubicBezTo>
                    <a:cubicBezTo>
                      <a:pt x="21066" y="51051"/>
                      <a:pt x="21687" y="50867"/>
                      <a:pt x="22299" y="50867"/>
                    </a:cubicBezTo>
                    <a:cubicBezTo>
                      <a:pt x="22856" y="50867"/>
                      <a:pt x="23406" y="51019"/>
                      <a:pt x="23972" y="51509"/>
                    </a:cubicBezTo>
                    <a:cubicBezTo>
                      <a:pt x="24575" y="52042"/>
                      <a:pt x="25551" y="52219"/>
                      <a:pt x="26403" y="52414"/>
                    </a:cubicBezTo>
                    <a:cubicBezTo>
                      <a:pt x="26412" y="52417"/>
                      <a:pt x="26421" y="52418"/>
                      <a:pt x="26431" y="52418"/>
                    </a:cubicBezTo>
                    <a:cubicBezTo>
                      <a:pt x="26612" y="52418"/>
                      <a:pt x="26911" y="51958"/>
                      <a:pt x="27130" y="51722"/>
                    </a:cubicBezTo>
                    <a:cubicBezTo>
                      <a:pt x="29563" y="53875"/>
                      <a:pt x="30553" y="54722"/>
                      <a:pt x="31970" y="54722"/>
                    </a:cubicBezTo>
                    <a:cubicBezTo>
                      <a:pt x="32888" y="54722"/>
                      <a:pt x="33985" y="54367"/>
                      <a:pt x="35771" y="53780"/>
                    </a:cubicBezTo>
                    <a:cubicBezTo>
                      <a:pt x="35754" y="53674"/>
                      <a:pt x="35736" y="53568"/>
                      <a:pt x="35700" y="53461"/>
                    </a:cubicBezTo>
                    <a:cubicBezTo>
                      <a:pt x="35026" y="53479"/>
                      <a:pt x="34387" y="53550"/>
                      <a:pt x="33731" y="53568"/>
                    </a:cubicBezTo>
                    <a:cubicBezTo>
                      <a:pt x="33590" y="53572"/>
                      <a:pt x="33456" y="53574"/>
                      <a:pt x="33329" y="53574"/>
                    </a:cubicBezTo>
                    <a:cubicBezTo>
                      <a:pt x="31461" y="53574"/>
                      <a:pt x="31079" y="53047"/>
                      <a:pt x="30697" y="50871"/>
                    </a:cubicBezTo>
                    <a:cubicBezTo>
                      <a:pt x="30590" y="50179"/>
                      <a:pt x="30005" y="49575"/>
                      <a:pt x="29650" y="48972"/>
                    </a:cubicBezTo>
                    <a:lnTo>
                      <a:pt x="26030" y="49628"/>
                    </a:lnTo>
                    <a:lnTo>
                      <a:pt x="26030" y="49628"/>
                    </a:lnTo>
                    <a:lnTo>
                      <a:pt x="26385" y="45406"/>
                    </a:lnTo>
                    <a:lnTo>
                      <a:pt x="24167" y="45956"/>
                    </a:lnTo>
                    <a:cubicBezTo>
                      <a:pt x="23812" y="46931"/>
                      <a:pt x="24007" y="48085"/>
                      <a:pt x="22553" y="48564"/>
                    </a:cubicBezTo>
                    <a:cubicBezTo>
                      <a:pt x="22259" y="48659"/>
                      <a:pt x="21992" y="48700"/>
                      <a:pt x="21745" y="48700"/>
                    </a:cubicBezTo>
                    <a:cubicBezTo>
                      <a:pt x="20706" y="48700"/>
                      <a:pt x="20016" y="47976"/>
                      <a:pt x="19199" y="47517"/>
                    </a:cubicBezTo>
                    <a:lnTo>
                      <a:pt x="17851" y="42123"/>
                    </a:lnTo>
                    <a:cubicBezTo>
                      <a:pt x="19459" y="40109"/>
                      <a:pt x="19754" y="39740"/>
                      <a:pt x="21393" y="39740"/>
                    </a:cubicBezTo>
                    <a:cubicBezTo>
                      <a:pt x="21761" y="39740"/>
                      <a:pt x="22197" y="39758"/>
                      <a:pt x="22730" y="39781"/>
                    </a:cubicBezTo>
                    <a:lnTo>
                      <a:pt x="22890" y="38237"/>
                    </a:lnTo>
                    <a:lnTo>
                      <a:pt x="27042" y="38113"/>
                    </a:lnTo>
                    <a:lnTo>
                      <a:pt x="30324" y="41786"/>
                    </a:lnTo>
                    <a:cubicBezTo>
                      <a:pt x="30679" y="39550"/>
                      <a:pt x="29064" y="38290"/>
                      <a:pt x="28532" y="36374"/>
                    </a:cubicBezTo>
                    <a:cubicBezTo>
                      <a:pt x="29366" y="35363"/>
                      <a:pt x="30324" y="34280"/>
                      <a:pt x="31229" y="33163"/>
                    </a:cubicBezTo>
                    <a:cubicBezTo>
                      <a:pt x="32045" y="32133"/>
                      <a:pt x="31974" y="31885"/>
                      <a:pt x="30644" y="30359"/>
                    </a:cubicBezTo>
                    <a:cubicBezTo>
                      <a:pt x="31105" y="29916"/>
                      <a:pt x="31886" y="29490"/>
                      <a:pt x="31957" y="28993"/>
                    </a:cubicBezTo>
                    <a:cubicBezTo>
                      <a:pt x="32152" y="27378"/>
                      <a:pt x="33411" y="26757"/>
                      <a:pt x="34441" y="25906"/>
                    </a:cubicBezTo>
                    <a:lnTo>
                      <a:pt x="34245" y="24273"/>
                    </a:lnTo>
                    <a:lnTo>
                      <a:pt x="36588" y="22996"/>
                    </a:lnTo>
                    <a:lnTo>
                      <a:pt x="37120" y="24096"/>
                    </a:lnTo>
                    <a:lnTo>
                      <a:pt x="40438" y="20849"/>
                    </a:lnTo>
                    <a:lnTo>
                      <a:pt x="40048" y="20387"/>
                    </a:lnTo>
                    <a:lnTo>
                      <a:pt x="38184" y="21700"/>
                    </a:lnTo>
                    <a:lnTo>
                      <a:pt x="36410" y="20547"/>
                    </a:lnTo>
                    <a:cubicBezTo>
                      <a:pt x="37315" y="19429"/>
                      <a:pt x="38309" y="18631"/>
                      <a:pt x="38752" y="17584"/>
                    </a:cubicBezTo>
                    <a:cubicBezTo>
                      <a:pt x="39285" y="16377"/>
                      <a:pt x="40686" y="16271"/>
                      <a:pt x="41378" y="15295"/>
                    </a:cubicBezTo>
                    <a:cubicBezTo>
                      <a:pt x="40314" y="14177"/>
                      <a:pt x="39285" y="13663"/>
                      <a:pt x="37989" y="13521"/>
                    </a:cubicBezTo>
                    <a:cubicBezTo>
                      <a:pt x="37031" y="13467"/>
                      <a:pt x="36162" y="12971"/>
                      <a:pt x="35647" y="12154"/>
                    </a:cubicBezTo>
                    <a:cubicBezTo>
                      <a:pt x="35257" y="11622"/>
                      <a:pt x="34813" y="11161"/>
                      <a:pt x="34281" y="10770"/>
                    </a:cubicBezTo>
                    <a:cubicBezTo>
                      <a:pt x="34068" y="10593"/>
                      <a:pt x="33678" y="10628"/>
                      <a:pt x="33323" y="10557"/>
                    </a:cubicBezTo>
                    <a:lnTo>
                      <a:pt x="32773" y="12509"/>
                    </a:lnTo>
                    <a:cubicBezTo>
                      <a:pt x="31022" y="12013"/>
                      <a:pt x="29978" y="9739"/>
                      <a:pt x="28235" y="9739"/>
                    </a:cubicBezTo>
                    <a:cubicBezTo>
                      <a:pt x="27735" y="9739"/>
                      <a:pt x="27176" y="9927"/>
                      <a:pt x="26527" y="10398"/>
                    </a:cubicBezTo>
                    <a:cubicBezTo>
                      <a:pt x="26793" y="11711"/>
                      <a:pt x="25942" y="13290"/>
                      <a:pt x="27343" y="14479"/>
                    </a:cubicBezTo>
                    <a:cubicBezTo>
                      <a:pt x="27538" y="14638"/>
                      <a:pt x="27609" y="15295"/>
                      <a:pt x="27485" y="15419"/>
                    </a:cubicBezTo>
                    <a:cubicBezTo>
                      <a:pt x="26154" y="16590"/>
                      <a:pt x="27095" y="18169"/>
                      <a:pt x="26935" y="19447"/>
                    </a:cubicBezTo>
                    <a:cubicBezTo>
                      <a:pt x="26757" y="19471"/>
                      <a:pt x="26594" y="19483"/>
                      <a:pt x="26444" y="19483"/>
                    </a:cubicBezTo>
                    <a:cubicBezTo>
                      <a:pt x="24534" y="19483"/>
                      <a:pt x="24803" y="17604"/>
                      <a:pt x="24309" y="16732"/>
                    </a:cubicBezTo>
                    <a:cubicBezTo>
                      <a:pt x="23538" y="16756"/>
                      <a:pt x="22881" y="16829"/>
                      <a:pt x="22272" y="16829"/>
                    </a:cubicBezTo>
                    <a:cubicBezTo>
                      <a:pt x="21985" y="16829"/>
                      <a:pt x="21708" y="16813"/>
                      <a:pt x="21435" y="16768"/>
                    </a:cubicBezTo>
                    <a:cubicBezTo>
                      <a:pt x="20583" y="16626"/>
                      <a:pt x="19767" y="16235"/>
                      <a:pt x="18968" y="15880"/>
                    </a:cubicBezTo>
                    <a:cubicBezTo>
                      <a:pt x="18099" y="15508"/>
                      <a:pt x="17904" y="14745"/>
                      <a:pt x="18117" y="13929"/>
                    </a:cubicBezTo>
                    <a:cubicBezTo>
                      <a:pt x="18489" y="12562"/>
                      <a:pt x="19820" y="11799"/>
                      <a:pt x="20317" y="10433"/>
                    </a:cubicBezTo>
                    <a:cubicBezTo>
                      <a:pt x="20420" y="10159"/>
                      <a:pt x="20643" y="10069"/>
                      <a:pt x="20926" y="10069"/>
                    </a:cubicBezTo>
                    <a:cubicBezTo>
                      <a:pt x="21466" y="10069"/>
                      <a:pt x="22224" y="10398"/>
                      <a:pt x="22783" y="10398"/>
                    </a:cubicBezTo>
                    <a:cubicBezTo>
                      <a:pt x="23422" y="10398"/>
                      <a:pt x="24078" y="10114"/>
                      <a:pt x="25445" y="9777"/>
                    </a:cubicBezTo>
                    <a:lnTo>
                      <a:pt x="22925" y="8836"/>
                    </a:lnTo>
                    <a:cubicBezTo>
                      <a:pt x="23351" y="8002"/>
                      <a:pt x="23759" y="7435"/>
                      <a:pt x="23972" y="6796"/>
                    </a:cubicBezTo>
                    <a:cubicBezTo>
                      <a:pt x="24489" y="5333"/>
                      <a:pt x="24808" y="4715"/>
                      <a:pt x="25467" y="4715"/>
                    </a:cubicBezTo>
                    <a:cubicBezTo>
                      <a:pt x="25870" y="4715"/>
                      <a:pt x="26401" y="4947"/>
                      <a:pt x="27184" y="5359"/>
                    </a:cubicBezTo>
                    <a:cubicBezTo>
                      <a:pt x="27485" y="5518"/>
                      <a:pt x="27787" y="5713"/>
                      <a:pt x="28177" y="5944"/>
                    </a:cubicBezTo>
                    <a:lnTo>
                      <a:pt x="26012" y="8694"/>
                    </a:lnTo>
                    <a:cubicBezTo>
                      <a:pt x="26754" y="8600"/>
                      <a:pt x="27262" y="8535"/>
                      <a:pt x="27696" y="8535"/>
                    </a:cubicBezTo>
                    <a:cubicBezTo>
                      <a:pt x="28642" y="8535"/>
                      <a:pt x="29231" y="8844"/>
                      <a:pt x="31105" y="9830"/>
                    </a:cubicBezTo>
                    <a:lnTo>
                      <a:pt x="32844" y="8304"/>
                    </a:lnTo>
                    <a:lnTo>
                      <a:pt x="31886" y="7346"/>
                    </a:lnTo>
                    <a:lnTo>
                      <a:pt x="32861" y="5341"/>
                    </a:lnTo>
                    <a:lnTo>
                      <a:pt x="25232" y="2005"/>
                    </a:lnTo>
                    <a:lnTo>
                      <a:pt x="21577" y="2733"/>
                    </a:lnTo>
                    <a:lnTo>
                      <a:pt x="21452" y="2218"/>
                    </a:lnTo>
                    <a:lnTo>
                      <a:pt x="24540" y="1437"/>
                    </a:lnTo>
                    <a:lnTo>
                      <a:pt x="25072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55" name="Google Shape;3155;p70"/>
              <p:cNvSpPr/>
              <p:nvPr/>
            </p:nvSpPr>
            <p:spPr>
              <a:xfrm>
                <a:off x="6913100" y="3367694"/>
                <a:ext cx="190537" cy="212659"/>
              </a:xfrm>
              <a:custGeom>
                <a:avLst/>
                <a:gdLst/>
                <a:ahLst/>
                <a:cxnLst/>
                <a:rect l="l" t="t" r="r" b="b"/>
                <a:pathLst>
                  <a:path w="33022" h="36872" extrusionOk="0">
                    <a:moveTo>
                      <a:pt x="11233" y="0"/>
                    </a:moveTo>
                    <a:cubicBezTo>
                      <a:pt x="10639" y="505"/>
                      <a:pt x="10418" y="1084"/>
                      <a:pt x="9687" y="1084"/>
                    </a:cubicBezTo>
                    <a:cubicBezTo>
                      <a:pt x="9544" y="1084"/>
                      <a:pt x="9381" y="1061"/>
                      <a:pt x="9192" y="1012"/>
                    </a:cubicBezTo>
                    <a:cubicBezTo>
                      <a:pt x="8542" y="845"/>
                      <a:pt x="7805" y="576"/>
                      <a:pt x="7089" y="576"/>
                    </a:cubicBezTo>
                    <a:cubicBezTo>
                      <a:pt x="6437" y="576"/>
                      <a:pt x="5804" y="799"/>
                      <a:pt x="5271" y="1526"/>
                    </a:cubicBezTo>
                    <a:lnTo>
                      <a:pt x="4632" y="231"/>
                    </a:lnTo>
                    <a:cubicBezTo>
                      <a:pt x="3940" y="1030"/>
                      <a:pt x="3780" y="2165"/>
                      <a:pt x="2591" y="2325"/>
                    </a:cubicBezTo>
                    <a:cubicBezTo>
                      <a:pt x="1208" y="2502"/>
                      <a:pt x="2538" y="4649"/>
                      <a:pt x="959" y="4844"/>
                    </a:cubicBezTo>
                    <a:lnTo>
                      <a:pt x="2006" y="8961"/>
                    </a:lnTo>
                    <a:lnTo>
                      <a:pt x="1" y="12190"/>
                    </a:lnTo>
                    <a:cubicBezTo>
                      <a:pt x="1190" y="12935"/>
                      <a:pt x="143" y="14302"/>
                      <a:pt x="640" y="15153"/>
                    </a:cubicBezTo>
                    <a:cubicBezTo>
                      <a:pt x="1882" y="15987"/>
                      <a:pt x="3071" y="16697"/>
                      <a:pt x="4135" y="17531"/>
                    </a:cubicBezTo>
                    <a:cubicBezTo>
                      <a:pt x="5058" y="18276"/>
                      <a:pt x="5732" y="19359"/>
                      <a:pt x="6726" y="19980"/>
                    </a:cubicBezTo>
                    <a:cubicBezTo>
                      <a:pt x="7808" y="20654"/>
                      <a:pt x="9121" y="20973"/>
                      <a:pt x="10044" y="21364"/>
                    </a:cubicBezTo>
                    <a:cubicBezTo>
                      <a:pt x="11250" y="25161"/>
                      <a:pt x="11587" y="28638"/>
                      <a:pt x="10878" y="32152"/>
                    </a:cubicBezTo>
                    <a:cubicBezTo>
                      <a:pt x="11091" y="32506"/>
                      <a:pt x="11623" y="32968"/>
                      <a:pt x="11605" y="33394"/>
                    </a:cubicBezTo>
                    <a:cubicBezTo>
                      <a:pt x="11552" y="34405"/>
                      <a:pt x="11605" y="35416"/>
                      <a:pt x="11783" y="36428"/>
                    </a:cubicBezTo>
                    <a:cubicBezTo>
                      <a:pt x="11800" y="36587"/>
                      <a:pt x="11836" y="36729"/>
                      <a:pt x="11871" y="36871"/>
                    </a:cubicBezTo>
                    <a:cubicBezTo>
                      <a:pt x="12634" y="36712"/>
                      <a:pt x="13379" y="36552"/>
                      <a:pt x="14125" y="36357"/>
                    </a:cubicBezTo>
                    <a:lnTo>
                      <a:pt x="14568" y="36233"/>
                    </a:lnTo>
                    <a:cubicBezTo>
                      <a:pt x="15172" y="34139"/>
                      <a:pt x="15828" y="32045"/>
                      <a:pt x="17798" y="30785"/>
                    </a:cubicBezTo>
                    <a:cubicBezTo>
                      <a:pt x="18543" y="30324"/>
                      <a:pt x="18951" y="29845"/>
                      <a:pt x="19235" y="29117"/>
                    </a:cubicBezTo>
                    <a:cubicBezTo>
                      <a:pt x="19377" y="28763"/>
                      <a:pt x="19465" y="28230"/>
                      <a:pt x="19732" y="28124"/>
                    </a:cubicBezTo>
                    <a:cubicBezTo>
                      <a:pt x="22233" y="27059"/>
                      <a:pt x="23334" y="24930"/>
                      <a:pt x="24008" y="22535"/>
                    </a:cubicBezTo>
                    <a:cubicBezTo>
                      <a:pt x="24345" y="21346"/>
                      <a:pt x="25232" y="20423"/>
                      <a:pt x="26403" y="20051"/>
                    </a:cubicBezTo>
                    <a:cubicBezTo>
                      <a:pt x="28550" y="19447"/>
                      <a:pt x="29065" y="17904"/>
                      <a:pt x="29615" y="16147"/>
                    </a:cubicBezTo>
                    <a:cubicBezTo>
                      <a:pt x="30449" y="13503"/>
                      <a:pt x="30999" y="10735"/>
                      <a:pt x="32844" y="8517"/>
                    </a:cubicBezTo>
                    <a:cubicBezTo>
                      <a:pt x="32933" y="8429"/>
                      <a:pt x="32986" y="8340"/>
                      <a:pt x="33021" y="8216"/>
                    </a:cubicBezTo>
                    <a:cubicBezTo>
                      <a:pt x="33021" y="7683"/>
                      <a:pt x="33021" y="7133"/>
                      <a:pt x="33021" y="6424"/>
                    </a:cubicBezTo>
                    <a:cubicBezTo>
                      <a:pt x="32898" y="6449"/>
                      <a:pt x="32778" y="6461"/>
                      <a:pt x="32662" y="6461"/>
                    </a:cubicBezTo>
                    <a:cubicBezTo>
                      <a:pt x="31610" y="6461"/>
                      <a:pt x="30838" y="5512"/>
                      <a:pt x="29835" y="5512"/>
                    </a:cubicBezTo>
                    <a:cubicBezTo>
                      <a:pt x="29647" y="5512"/>
                      <a:pt x="29450" y="5546"/>
                      <a:pt x="29242" y="5625"/>
                    </a:cubicBezTo>
                    <a:cubicBezTo>
                      <a:pt x="28763" y="5810"/>
                      <a:pt x="28295" y="5881"/>
                      <a:pt x="27833" y="5881"/>
                    </a:cubicBezTo>
                    <a:cubicBezTo>
                      <a:pt x="27010" y="5881"/>
                      <a:pt x="26203" y="5659"/>
                      <a:pt x="25374" y="5465"/>
                    </a:cubicBezTo>
                    <a:cubicBezTo>
                      <a:pt x="25322" y="5454"/>
                      <a:pt x="25270" y="5449"/>
                      <a:pt x="25215" y="5449"/>
                    </a:cubicBezTo>
                    <a:cubicBezTo>
                      <a:pt x="24767" y="5449"/>
                      <a:pt x="24231" y="5812"/>
                      <a:pt x="23582" y="6033"/>
                    </a:cubicBezTo>
                    <a:lnTo>
                      <a:pt x="20637" y="2112"/>
                    </a:lnTo>
                    <a:lnTo>
                      <a:pt x="16467" y="2201"/>
                    </a:lnTo>
                    <a:lnTo>
                      <a:pt x="11233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56" name="Google Shape;3156;p70"/>
              <p:cNvSpPr/>
              <p:nvPr/>
            </p:nvSpPr>
            <p:spPr>
              <a:xfrm>
                <a:off x="7135734" y="3186037"/>
                <a:ext cx="58058" cy="152383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26421" extrusionOk="0">
                    <a:moveTo>
                      <a:pt x="2520" y="1"/>
                    </a:moveTo>
                    <a:lnTo>
                      <a:pt x="2254" y="19"/>
                    </a:lnTo>
                    <a:cubicBezTo>
                      <a:pt x="2077" y="515"/>
                      <a:pt x="2041" y="1474"/>
                      <a:pt x="1545" y="1864"/>
                    </a:cubicBezTo>
                    <a:cubicBezTo>
                      <a:pt x="107" y="3035"/>
                      <a:pt x="214" y="4401"/>
                      <a:pt x="586" y="5927"/>
                    </a:cubicBezTo>
                    <a:cubicBezTo>
                      <a:pt x="746" y="6566"/>
                      <a:pt x="1012" y="7311"/>
                      <a:pt x="835" y="7897"/>
                    </a:cubicBezTo>
                    <a:cubicBezTo>
                      <a:pt x="1" y="10523"/>
                      <a:pt x="799" y="13202"/>
                      <a:pt x="72" y="15917"/>
                    </a:cubicBezTo>
                    <a:lnTo>
                      <a:pt x="1686" y="15846"/>
                    </a:lnTo>
                    <a:cubicBezTo>
                      <a:pt x="1811" y="17177"/>
                      <a:pt x="2698" y="18241"/>
                      <a:pt x="1970" y="19590"/>
                    </a:cubicBezTo>
                    <a:cubicBezTo>
                      <a:pt x="1740" y="20051"/>
                      <a:pt x="2024" y="21293"/>
                      <a:pt x="2414" y="21506"/>
                    </a:cubicBezTo>
                    <a:cubicBezTo>
                      <a:pt x="4596" y="22642"/>
                      <a:pt x="4632" y="25587"/>
                      <a:pt x="6885" y="26421"/>
                    </a:cubicBezTo>
                    <a:lnTo>
                      <a:pt x="10061" y="24079"/>
                    </a:lnTo>
                    <a:cubicBezTo>
                      <a:pt x="9973" y="15491"/>
                      <a:pt x="7364" y="7098"/>
                      <a:pt x="252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57" name="Google Shape;3157;p70"/>
              <p:cNvSpPr/>
              <p:nvPr/>
            </p:nvSpPr>
            <p:spPr>
              <a:xfrm>
                <a:off x="6870416" y="3332822"/>
                <a:ext cx="47510" cy="11685"/>
              </a:xfrm>
              <a:custGeom>
                <a:avLst/>
                <a:gdLst/>
                <a:ahLst/>
                <a:cxnLst/>
                <a:rect l="l" t="t" r="r" b="b"/>
                <a:pathLst>
                  <a:path w="8234" h="2026" extrusionOk="0">
                    <a:moveTo>
                      <a:pt x="3405" y="1"/>
                    </a:moveTo>
                    <a:cubicBezTo>
                      <a:pt x="2255" y="1"/>
                      <a:pt x="1201" y="655"/>
                      <a:pt x="1" y="919"/>
                    </a:cubicBezTo>
                    <a:cubicBezTo>
                      <a:pt x="371" y="1711"/>
                      <a:pt x="675" y="1974"/>
                      <a:pt x="943" y="1974"/>
                    </a:cubicBezTo>
                    <a:cubicBezTo>
                      <a:pt x="1419" y="1974"/>
                      <a:pt x="1781" y="1142"/>
                      <a:pt x="2201" y="972"/>
                    </a:cubicBezTo>
                    <a:cubicBezTo>
                      <a:pt x="2266" y="967"/>
                      <a:pt x="2330" y="964"/>
                      <a:pt x="2394" y="964"/>
                    </a:cubicBezTo>
                    <a:cubicBezTo>
                      <a:pt x="3717" y="964"/>
                      <a:pt x="4976" y="2025"/>
                      <a:pt x="6356" y="2025"/>
                    </a:cubicBezTo>
                    <a:cubicBezTo>
                      <a:pt x="6954" y="2025"/>
                      <a:pt x="7575" y="1826"/>
                      <a:pt x="8234" y="1256"/>
                    </a:cubicBezTo>
                    <a:cubicBezTo>
                      <a:pt x="7932" y="936"/>
                      <a:pt x="7684" y="440"/>
                      <a:pt x="7400" y="422"/>
                    </a:cubicBezTo>
                    <a:cubicBezTo>
                      <a:pt x="7374" y="421"/>
                      <a:pt x="7348" y="420"/>
                      <a:pt x="7322" y="420"/>
                    </a:cubicBezTo>
                    <a:cubicBezTo>
                      <a:pt x="6763" y="420"/>
                      <a:pt x="6090" y="679"/>
                      <a:pt x="5591" y="679"/>
                    </a:cubicBezTo>
                    <a:cubicBezTo>
                      <a:pt x="5418" y="679"/>
                      <a:pt x="5266" y="648"/>
                      <a:pt x="5147" y="564"/>
                    </a:cubicBezTo>
                    <a:cubicBezTo>
                      <a:pt x="4527" y="150"/>
                      <a:pt x="3955" y="1"/>
                      <a:pt x="3405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58" name="Google Shape;3158;p70"/>
              <p:cNvSpPr/>
              <p:nvPr/>
            </p:nvSpPr>
            <p:spPr>
              <a:xfrm>
                <a:off x="6925590" y="3336277"/>
                <a:ext cx="38094" cy="14228"/>
              </a:xfrm>
              <a:custGeom>
                <a:avLst/>
                <a:gdLst/>
                <a:ahLst/>
                <a:cxnLst/>
                <a:rect l="l" t="t" r="r" b="b"/>
                <a:pathLst>
                  <a:path w="6602" h="2467" extrusionOk="0">
                    <a:moveTo>
                      <a:pt x="6601" y="0"/>
                    </a:moveTo>
                    <a:cubicBezTo>
                      <a:pt x="4188" y="231"/>
                      <a:pt x="2254" y="391"/>
                      <a:pt x="338" y="604"/>
                    </a:cubicBezTo>
                    <a:cubicBezTo>
                      <a:pt x="231" y="621"/>
                      <a:pt x="160" y="976"/>
                      <a:pt x="1" y="1384"/>
                    </a:cubicBezTo>
                    <a:lnTo>
                      <a:pt x="1438" y="2467"/>
                    </a:lnTo>
                    <a:cubicBezTo>
                      <a:pt x="2573" y="621"/>
                      <a:pt x="4862" y="1491"/>
                      <a:pt x="660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59" name="Google Shape;3159;p70"/>
            <p:cNvSpPr/>
            <p:nvPr/>
          </p:nvSpPr>
          <p:spPr>
            <a:xfrm>
              <a:off x="6867451" y="3073651"/>
              <a:ext cx="102383" cy="56919"/>
            </a:xfrm>
            <a:custGeom>
              <a:avLst/>
              <a:gdLst/>
              <a:ahLst/>
              <a:cxnLst/>
              <a:rect l="l" t="t" r="r" b="b"/>
              <a:pathLst>
                <a:path w="17744" h="9869" extrusionOk="0">
                  <a:moveTo>
                    <a:pt x="11775" y="1"/>
                  </a:moveTo>
                  <a:cubicBezTo>
                    <a:pt x="7969" y="1"/>
                    <a:pt x="4175" y="474"/>
                    <a:pt x="479" y="1405"/>
                  </a:cubicBezTo>
                  <a:lnTo>
                    <a:pt x="0" y="1530"/>
                  </a:lnTo>
                  <a:cubicBezTo>
                    <a:pt x="266" y="1749"/>
                    <a:pt x="570" y="1886"/>
                    <a:pt x="955" y="1886"/>
                  </a:cubicBezTo>
                  <a:cubicBezTo>
                    <a:pt x="1161" y="1886"/>
                    <a:pt x="1391" y="1847"/>
                    <a:pt x="1651" y="1760"/>
                  </a:cubicBezTo>
                  <a:cubicBezTo>
                    <a:pt x="2029" y="1630"/>
                    <a:pt x="2392" y="1564"/>
                    <a:pt x="2739" y="1564"/>
                  </a:cubicBezTo>
                  <a:cubicBezTo>
                    <a:pt x="3580" y="1564"/>
                    <a:pt x="4337" y="1950"/>
                    <a:pt x="5040" y="2754"/>
                  </a:cubicBezTo>
                  <a:cubicBezTo>
                    <a:pt x="5749" y="3588"/>
                    <a:pt x="7204" y="3428"/>
                    <a:pt x="7967" y="4422"/>
                  </a:cubicBezTo>
                  <a:cubicBezTo>
                    <a:pt x="8017" y="4486"/>
                    <a:pt x="8125" y="4504"/>
                    <a:pt x="8257" y="4504"/>
                  </a:cubicBezTo>
                  <a:cubicBezTo>
                    <a:pt x="8429" y="4504"/>
                    <a:pt x="8642" y="4473"/>
                    <a:pt x="8821" y="4473"/>
                  </a:cubicBezTo>
                  <a:cubicBezTo>
                    <a:pt x="8844" y="4473"/>
                    <a:pt x="8868" y="4474"/>
                    <a:pt x="8890" y="4475"/>
                  </a:cubicBezTo>
                  <a:lnTo>
                    <a:pt x="8233" y="6054"/>
                  </a:lnTo>
                  <a:cubicBezTo>
                    <a:pt x="9475" y="6533"/>
                    <a:pt x="11019" y="6640"/>
                    <a:pt x="11605" y="7420"/>
                  </a:cubicBezTo>
                  <a:cubicBezTo>
                    <a:pt x="13095" y="9479"/>
                    <a:pt x="15065" y="9745"/>
                    <a:pt x="17744" y="9869"/>
                  </a:cubicBezTo>
                  <a:cubicBezTo>
                    <a:pt x="17105" y="8982"/>
                    <a:pt x="16271" y="8325"/>
                    <a:pt x="16342" y="7828"/>
                  </a:cubicBezTo>
                  <a:cubicBezTo>
                    <a:pt x="16502" y="6888"/>
                    <a:pt x="16892" y="6125"/>
                    <a:pt x="15632" y="5717"/>
                  </a:cubicBezTo>
                  <a:lnTo>
                    <a:pt x="16857" y="4706"/>
                  </a:lnTo>
                  <a:lnTo>
                    <a:pt x="16484" y="3215"/>
                  </a:lnTo>
                  <a:cubicBezTo>
                    <a:pt x="16786" y="3073"/>
                    <a:pt x="17123" y="3002"/>
                    <a:pt x="17336" y="2772"/>
                  </a:cubicBezTo>
                  <a:cubicBezTo>
                    <a:pt x="17531" y="2559"/>
                    <a:pt x="17549" y="2222"/>
                    <a:pt x="17744" y="1689"/>
                  </a:cubicBezTo>
                  <a:cubicBezTo>
                    <a:pt x="16928" y="1441"/>
                    <a:pt x="16218" y="1281"/>
                    <a:pt x="15579" y="660"/>
                  </a:cubicBezTo>
                  <a:cubicBezTo>
                    <a:pt x="15384" y="465"/>
                    <a:pt x="15171" y="270"/>
                    <a:pt x="14940" y="110"/>
                  </a:cubicBezTo>
                  <a:cubicBezTo>
                    <a:pt x="13885" y="37"/>
                    <a:pt x="12830" y="1"/>
                    <a:pt x="1177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60" name="Google Shape;3160;p70"/>
            <p:cNvSpPr/>
            <p:nvPr/>
          </p:nvSpPr>
          <p:spPr>
            <a:xfrm>
              <a:off x="7069097" y="3119476"/>
              <a:ext cx="78535" cy="76898"/>
            </a:xfrm>
            <a:custGeom>
              <a:avLst/>
              <a:gdLst/>
              <a:ahLst/>
              <a:cxnLst/>
              <a:rect l="l" t="t" r="r" b="b"/>
              <a:pathLst>
                <a:path w="13611" h="13333" extrusionOk="0">
                  <a:moveTo>
                    <a:pt x="1947" y="1"/>
                  </a:moveTo>
                  <a:cubicBezTo>
                    <a:pt x="1321" y="1"/>
                    <a:pt x="678" y="263"/>
                    <a:pt x="1" y="842"/>
                  </a:cubicBezTo>
                  <a:lnTo>
                    <a:pt x="1420" y="2634"/>
                  </a:lnTo>
                  <a:lnTo>
                    <a:pt x="5856" y="2829"/>
                  </a:lnTo>
                  <a:lnTo>
                    <a:pt x="5342" y="5224"/>
                  </a:lnTo>
                  <a:lnTo>
                    <a:pt x="8802" y="7105"/>
                  </a:lnTo>
                  <a:lnTo>
                    <a:pt x="7453" y="8702"/>
                  </a:lnTo>
                  <a:lnTo>
                    <a:pt x="9884" y="12925"/>
                  </a:lnTo>
                  <a:lnTo>
                    <a:pt x="12386" y="13333"/>
                  </a:lnTo>
                  <a:cubicBezTo>
                    <a:pt x="11889" y="12109"/>
                    <a:pt x="13610" y="10813"/>
                    <a:pt x="11694" y="9891"/>
                  </a:cubicBezTo>
                  <a:cubicBezTo>
                    <a:pt x="11605" y="9181"/>
                    <a:pt x="11232" y="8436"/>
                    <a:pt x="11179" y="7726"/>
                  </a:cubicBezTo>
                  <a:cubicBezTo>
                    <a:pt x="8713" y="4852"/>
                    <a:pt x="5892" y="2297"/>
                    <a:pt x="2769" y="150"/>
                  </a:cubicBezTo>
                  <a:cubicBezTo>
                    <a:pt x="2497" y="52"/>
                    <a:pt x="2224" y="1"/>
                    <a:pt x="1947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61" name="Google Shape;3161;p70"/>
            <p:cNvSpPr/>
            <p:nvPr/>
          </p:nvSpPr>
          <p:spPr>
            <a:xfrm>
              <a:off x="6946266" y="3181844"/>
              <a:ext cx="21095" cy="14742"/>
            </a:xfrm>
            <a:custGeom>
              <a:avLst/>
              <a:gdLst/>
              <a:ahLst/>
              <a:cxnLst/>
              <a:rect l="l" t="t" r="r" b="b"/>
              <a:pathLst>
                <a:path w="3656" h="2556" extrusionOk="0">
                  <a:moveTo>
                    <a:pt x="498" y="0"/>
                  </a:moveTo>
                  <a:cubicBezTo>
                    <a:pt x="444" y="426"/>
                    <a:pt x="373" y="852"/>
                    <a:pt x="302" y="1278"/>
                  </a:cubicBezTo>
                  <a:cubicBezTo>
                    <a:pt x="231" y="1686"/>
                    <a:pt x="107" y="2076"/>
                    <a:pt x="1" y="2555"/>
                  </a:cubicBezTo>
                  <a:lnTo>
                    <a:pt x="3656" y="2467"/>
                  </a:lnTo>
                  <a:lnTo>
                    <a:pt x="3319" y="1100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162" name="Google Shape;3162;p70"/>
          <p:cNvSpPr/>
          <p:nvPr/>
        </p:nvSpPr>
        <p:spPr>
          <a:xfrm>
            <a:off x="9314735" y="3913708"/>
            <a:ext cx="32359" cy="14672"/>
          </a:xfrm>
          <a:custGeom>
            <a:avLst/>
            <a:gdLst/>
            <a:ahLst/>
            <a:cxnLst/>
            <a:rect l="l" t="t" r="r" b="b"/>
            <a:pathLst>
              <a:path w="4206" h="1908" extrusionOk="0">
                <a:moveTo>
                  <a:pt x="2533" y="1"/>
                </a:moveTo>
                <a:cubicBezTo>
                  <a:pt x="1985" y="1"/>
                  <a:pt x="1354" y="226"/>
                  <a:pt x="0" y="709"/>
                </a:cubicBezTo>
                <a:cubicBezTo>
                  <a:pt x="1204" y="1500"/>
                  <a:pt x="1825" y="1908"/>
                  <a:pt x="2340" y="1908"/>
                </a:cubicBezTo>
                <a:cubicBezTo>
                  <a:pt x="2889" y="1908"/>
                  <a:pt x="3319" y="1447"/>
                  <a:pt x="4206" y="496"/>
                </a:cubicBezTo>
                <a:cubicBezTo>
                  <a:pt x="3427" y="173"/>
                  <a:pt x="3012" y="1"/>
                  <a:pt x="2533" y="1"/>
                </a:cubicBezTo>
                <a:close/>
              </a:path>
            </a:pathLst>
          </a:custGeom>
          <a:solidFill>
            <a:srgbClr val="869FB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3163" name="Google Shape;3163;p70"/>
          <p:cNvGrpSpPr/>
          <p:nvPr/>
        </p:nvGrpSpPr>
        <p:grpSpPr>
          <a:xfrm>
            <a:off x="8866490" y="4748864"/>
            <a:ext cx="747508" cy="681803"/>
            <a:chOff x="6652154" y="3716623"/>
            <a:chExt cx="560631" cy="511352"/>
          </a:xfrm>
        </p:grpSpPr>
        <p:sp>
          <p:nvSpPr>
            <p:cNvPr id="3164" name="Google Shape;3164;p70"/>
            <p:cNvSpPr/>
            <p:nvPr/>
          </p:nvSpPr>
          <p:spPr>
            <a:xfrm>
              <a:off x="6652154" y="3716623"/>
              <a:ext cx="560631" cy="511352"/>
            </a:xfrm>
            <a:custGeom>
              <a:avLst/>
              <a:gdLst/>
              <a:ahLst/>
              <a:cxnLst/>
              <a:rect l="l" t="t" r="r" b="b"/>
              <a:pathLst>
                <a:path w="97163" h="88661" extrusionOk="0">
                  <a:moveTo>
                    <a:pt x="48942" y="1"/>
                  </a:moveTo>
                  <a:cubicBezTo>
                    <a:pt x="46560" y="1"/>
                    <a:pt x="44145" y="185"/>
                    <a:pt x="41715" y="565"/>
                  </a:cubicBezTo>
                  <a:cubicBezTo>
                    <a:pt x="16981" y="4433"/>
                    <a:pt x="0" y="27180"/>
                    <a:pt x="3779" y="51346"/>
                  </a:cubicBezTo>
                  <a:cubicBezTo>
                    <a:pt x="7187" y="73133"/>
                    <a:pt x="26312" y="88661"/>
                    <a:pt x="48182" y="88661"/>
                  </a:cubicBezTo>
                  <a:cubicBezTo>
                    <a:pt x="50571" y="88661"/>
                    <a:pt x="52993" y="88476"/>
                    <a:pt x="55431" y="88093"/>
                  </a:cubicBezTo>
                  <a:cubicBezTo>
                    <a:pt x="80165" y="84225"/>
                    <a:pt x="97163" y="61496"/>
                    <a:pt x="93366" y="37311"/>
                  </a:cubicBezTo>
                  <a:cubicBezTo>
                    <a:pt x="89958" y="15517"/>
                    <a:pt x="70820" y="1"/>
                    <a:pt x="4894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3165" name="Google Shape;3165;p70"/>
            <p:cNvGrpSpPr/>
            <p:nvPr/>
          </p:nvGrpSpPr>
          <p:grpSpPr>
            <a:xfrm>
              <a:off x="6669657" y="3716715"/>
              <a:ext cx="466779" cy="464290"/>
              <a:chOff x="6669657" y="3716715"/>
              <a:chExt cx="466779" cy="464290"/>
            </a:xfrm>
          </p:grpSpPr>
          <p:sp>
            <p:nvSpPr>
              <p:cNvPr id="3166" name="Google Shape;3166;p70"/>
              <p:cNvSpPr/>
              <p:nvPr/>
            </p:nvSpPr>
            <p:spPr>
              <a:xfrm>
                <a:off x="6669657" y="3716715"/>
                <a:ext cx="386382" cy="464290"/>
              </a:xfrm>
              <a:custGeom>
                <a:avLst/>
                <a:gdLst/>
                <a:ahLst/>
                <a:cxnLst/>
                <a:rect l="l" t="t" r="r" b="b"/>
                <a:pathLst>
                  <a:path w="66964" h="80501" extrusionOk="0">
                    <a:moveTo>
                      <a:pt x="45863" y="0"/>
                    </a:moveTo>
                    <a:cubicBezTo>
                      <a:pt x="43461" y="0"/>
                      <a:pt x="41054" y="188"/>
                      <a:pt x="38663" y="566"/>
                    </a:cubicBezTo>
                    <a:cubicBezTo>
                      <a:pt x="20352" y="3441"/>
                      <a:pt x="6281" y="16660"/>
                      <a:pt x="1757" y="33161"/>
                    </a:cubicBezTo>
                    <a:lnTo>
                      <a:pt x="4081" y="32487"/>
                    </a:lnTo>
                    <a:lnTo>
                      <a:pt x="4081" y="32487"/>
                    </a:lnTo>
                    <a:cubicBezTo>
                      <a:pt x="4756" y="33871"/>
                      <a:pt x="3939" y="34971"/>
                      <a:pt x="3496" y="36213"/>
                    </a:cubicBezTo>
                    <a:cubicBezTo>
                      <a:pt x="3088" y="37384"/>
                      <a:pt x="2129" y="37207"/>
                      <a:pt x="1384" y="37295"/>
                    </a:cubicBezTo>
                    <a:cubicBezTo>
                      <a:pt x="1207" y="37313"/>
                      <a:pt x="1012" y="37348"/>
                      <a:pt x="816" y="37366"/>
                    </a:cubicBezTo>
                    <a:cubicBezTo>
                      <a:pt x="36" y="41997"/>
                      <a:pt x="0" y="46717"/>
                      <a:pt x="728" y="51348"/>
                    </a:cubicBezTo>
                    <a:cubicBezTo>
                      <a:pt x="2644" y="63591"/>
                      <a:pt x="9528" y="73847"/>
                      <a:pt x="19057" y="80501"/>
                    </a:cubicBezTo>
                    <a:cubicBezTo>
                      <a:pt x="18897" y="80217"/>
                      <a:pt x="18737" y="79950"/>
                      <a:pt x="18560" y="79684"/>
                    </a:cubicBezTo>
                    <a:cubicBezTo>
                      <a:pt x="18099" y="79010"/>
                      <a:pt x="17069" y="77928"/>
                      <a:pt x="17194" y="77768"/>
                    </a:cubicBezTo>
                    <a:cubicBezTo>
                      <a:pt x="18081" y="76703"/>
                      <a:pt x="16094" y="76632"/>
                      <a:pt x="16626" y="75834"/>
                    </a:cubicBezTo>
                    <a:cubicBezTo>
                      <a:pt x="15206" y="74876"/>
                      <a:pt x="14816" y="73652"/>
                      <a:pt x="15277" y="71948"/>
                    </a:cubicBezTo>
                    <a:cubicBezTo>
                      <a:pt x="15455" y="71292"/>
                      <a:pt x="15100" y="70529"/>
                      <a:pt x="14426" y="69854"/>
                    </a:cubicBezTo>
                    <a:cubicBezTo>
                      <a:pt x="13468" y="68896"/>
                      <a:pt x="12811" y="67601"/>
                      <a:pt x="12101" y="66394"/>
                    </a:cubicBezTo>
                    <a:cubicBezTo>
                      <a:pt x="11782" y="65862"/>
                      <a:pt x="11338" y="65152"/>
                      <a:pt x="11463" y="64620"/>
                    </a:cubicBezTo>
                    <a:cubicBezTo>
                      <a:pt x="11871" y="62739"/>
                      <a:pt x="12172" y="60734"/>
                      <a:pt x="13095" y="59102"/>
                    </a:cubicBezTo>
                    <a:cubicBezTo>
                      <a:pt x="14337" y="56919"/>
                      <a:pt x="14284" y="54914"/>
                      <a:pt x="13343" y="51969"/>
                    </a:cubicBezTo>
                    <a:lnTo>
                      <a:pt x="13343" y="51969"/>
                    </a:lnTo>
                    <a:cubicBezTo>
                      <a:pt x="12811" y="53619"/>
                      <a:pt x="11888" y="53229"/>
                      <a:pt x="11090" y="53353"/>
                    </a:cubicBezTo>
                    <a:cubicBezTo>
                      <a:pt x="10814" y="53401"/>
                      <a:pt x="10612" y="53439"/>
                      <a:pt x="10447" y="53439"/>
                    </a:cubicBezTo>
                    <a:cubicBezTo>
                      <a:pt x="9997" y="53439"/>
                      <a:pt x="9823" y="53151"/>
                      <a:pt x="9174" y="51969"/>
                    </a:cubicBezTo>
                    <a:cubicBezTo>
                      <a:pt x="7861" y="50763"/>
                      <a:pt x="6619" y="49485"/>
                      <a:pt x="5447" y="48136"/>
                    </a:cubicBezTo>
                    <a:cubicBezTo>
                      <a:pt x="5270" y="47853"/>
                      <a:pt x="5146" y="47551"/>
                      <a:pt x="5110" y="47214"/>
                    </a:cubicBezTo>
                    <a:cubicBezTo>
                      <a:pt x="4862" y="45759"/>
                      <a:pt x="4649" y="44304"/>
                      <a:pt x="4773" y="42796"/>
                    </a:cubicBezTo>
                    <a:lnTo>
                      <a:pt x="4773" y="42796"/>
                    </a:lnTo>
                    <a:lnTo>
                      <a:pt x="9653" y="51756"/>
                    </a:lnTo>
                    <a:cubicBezTo>
                      <a:pt x="11924" y="50745"/>
                      <a:pt x="13680" y="49201"/>
                      <a:pt x="15650" y="47995"/>
                    </a:cubicBezTo>
                    <a:cubicBezTo>
                      <a:pt x="17034" y="47161"/>
                      <a:pt x="17584" y="45954"/>
                      <a:pt x="18045" y="44606"/>
                    </a:cubicBezTo>
                    <a:cubicBezTo>
                      <a:pt x="18205" y="44109"/>
                      <a:pt x="18329" y="43594"/>
                      <a:pt x="18436" y="43080"/>
                    </a:cubicBezTo>
                    <a:lnTo>
                      <a:pt x="15597" y="40542"/>
                    </a:lnTo>
                    <a:lnTo>
                      <a:pt x="15224" y="41749"/>
                    </a:lnTo>
                    <a:cubicBezTo>
                      <a:pt x="14000" y="41092"/>
                      <a:pt x="12793" y="40507"/>
                      <a:pt x="11640" y="39833"/>
                    </a:cubicBezTo>
                    <a:cubicBezTo>
                      <a:pt x="10593" y="39212"/>
                      <a:pt x="10433" y="38395"/>
                      <a:pt x="11374" y="37082"/>
                    </a:cubicBezTo>
                    <a:lnTo>
                      <a:pt x="11374" y="37082"/>
                    </a:lnTo>
                    <a:cubicBezTo>
                      <a:pt x="12448" y="38789"/>
                      <a:pt x="13681" y="39825"/>
                      <a:pt x="15346" y="39825"/>
                    </a:cubicBezTo>
                    <a:cubicBezTo>
                      <a:pt x="15689" y="39825"/>
                      <a:pt x="16049" y="39781"/>
                      <a:pt x="16431" y="39691"/>
                    </a:cubicBezTo>
                    <a:cubicBezTo>
                      <a:pt x="16437" y="39689"/>
                      <a:pt x="16444" y="39688"/>
                      <a:pt x="16450" y="39688"/>
                    </a:cubicBezTo>
                    <a:cubicBezTo>
                      <a:pt x="16592" y="39688"/>
                      <a:pt x="16795" y="40029"/>
                      <a:pt x="16998" y="40063"/>
                    </a:cubicBezTo>
                    <a:cubicBezTo>
                      <a:pt x="17810" y="40257"/>
                      <a:pt x="18605" y="40492"/>
                      <a:pt x="19428" y="40492"/>
                    </a:cubicBezTo>
                    <a:cubicBezTo>
                      <a:pt x="19811" y="40492"/>
                      <a:pt x="20200" y="40441"/>
                      <a:pt x="20600" y="40312"/>
                    </a:cubicBezTo>
                    <a:cubicBezTo>
                      <a:pt x="21150" y="40152"/>
                      <a:pt x="21718" y="40045"/>
                      <a:pt x="22304" y="40010"/>
                    </a:cubicBezTo>
                    <a:cubicBezTo>
                      <a:pt x="24003" y="41489"/>
                      <a:pt x="25144" y="42940"/>
                      <a:pt x="27015" y="42940"/>
                    </a:cubicBezTo>
                    <a:cubicBezTo>
                      <a:pt x="27253" y="42940"/>
                      <a:pt x="27504" y="42917"/>
                      <a:pt x="27769" y="42867"/>
                    </a:cubicBezTo>
                    <a:cubicBezTo>
                      <a:pt x="27999" y="44251"/>
                      <a:pt x="27875" y="45564"/>
                      <a:pt x="28407" y="46486"/>
                    </a:cubicBezTo>
                    <a:cubicBezTo>
                      <a:pt x="29614" y="48616"/>
                      <a:pt x="31158" y="50532"/>
                      <a:pt x="32701" y="52732"/>
                    </a:cubicBezTo>
                    <a:lnTo>
                      <a:pt x="34600" y="50425"/>
                    </a:lnTo>
                    <a:lnTo>
                      <a:pt x="34103" y="47196"/>
                    </a:lnTo>
                    <a:cubicBezTo>
                      <a:pt x="34972" y="46096"/>
                      <a:pt x="36268" y="45173"/>
                      <a:pt x="36286" y="44251"/>
                    </a:cubicBezTo>
                    <a:cubicBezTo>
                      <a:pt x="36303" y="42707"/>
                      <a:pt x="38503" y="42955"/>
                      <a:pt x="38202" y="41394"/>
                    </a:cubicBezTo>
                    <a:cubicBezTo>
                      <a:pt x="38184" y="41305"/>
                      <a:pt x="39604" y="40986"/>
                      <a:pt x="40313" y="40702"/>
                    </a:cubicBezTo>
                    <a:cubicBezTo>
                      <a:pt x="40650" y="40560"/>
                      <a:pt x="40899" y="40223"/>
                      <a:pt x="41378" y="39797"/>
                    </a:cubicBezTo>
                    <a:lnTo>
                      <a:pt x="44785" y="44978"/>
                    </a:lnTo>
                    <a:lnTo>
                      <a:pt x="46630" y="43914"/>
                    </a:lnTo>
                    <a:cubicBezTo>
                      <a:pt x="47553" y="45102"/>
                      <a:pt x="46754" y="46699"/>
                      <a:pt x="48067" y="47480"/>
                    </a:cubicBezTo>
                    <a:cubicBezTo>
                      <a:pt x="47020" y="50124"/>
                      <a:pt x="48741" y="51508"/>
                      <a:pt x="50445" y="52980"/>
                    </a:cubicBezTo>
                    <a:cubicBezTo>
                      <a:pt x="50764" y="53247"/>
                      <a:pt x="50640" y="54010"/>
                      <a:pt x="50746" y="54684"/>
                    </a:cubicBezTo>
                    <a:cubicBezTo>
                      <a:pt x="49546" y="54279"/>
                      <a:pt x="48739" y="53108"/>
                      <a:pt x="47515" y="53108"/>
                    </a:cubicBezTo>
                    <a:cubicBezTo>
                      <a:pt x="47074" y="53108"/>
                      <a:pt x="46579" y="53260"/>
                      <a:pt x="45991" y="53655"/>
                    </a:cubicBezTo>
                    <a:cubicBezTo>
                      <a:pt x="46130" y="53637"/>
                      <a:pt x="46261" y="53629"/>
                      <a:pt x="46385" y="53629"/>
                    </a:cubicBezTo>
                    <a:cubicBezTo>
                      <a:pt x="47902" y="53629"/>
                      <a:pt x="48314" y="54868"/>
                      <a:pt x="48954" y="55606"/>
                    </a:cubicBezTo>
                    <a:cubicBezTo>
                      <a:pt x="49646" y="56387"/>
                      <a:pt x="51119" y="56937"/>
                      <a:pt x="50782" y="58712"/>
                    </a:cubicBezTo>
                    <a:cubicBezTo>
                      <a:pt x="50925" y="58653"/>
                      <a:pt x="51063" y="58628"/>
                      <a:pt x="51196" y="58628"/>
                    </a:cubicBezTo>
                    <a:cubicBezTo>
                      <a:pt x="52116" y="58628"/>
                      <a:pt x="52822" y="59846"/>
                      <a:pt x="53828" y="59846"/>
                    </a:cubicBezTo>
                    <a:cubicBezTo>
                      <a:pt x="54135" y="59846"/>
                      <a:pt x="54469" y="59733"/>
                      <a:pt x="54845" y="59439"/>
                    </a:cubicBezTo>
                    <a:lnTo>
                      <a:pt x="55431" y="57026"/>
                    </a:lnTo>
                    <a:cubicBezTo>
                      <a:pt x="55147" y="56955"/>
                      <a:pt x="54863" y="56902"/>
                      <a:pt x="54579" y="56849"/>
                    </a:cubicBezTo>
                    <a:cubicBezTo>
                      <a:pt x="53053" y="56760"/>
                      <a:pt x="51385" y="55819"/>
                      <a:pt x="51793" y="55269"/>
                    </a:cubicBezTo>
                    <a:lnTo>
                      <a:pt x="52787" y="54844"/>
                    </a:lnTo>
                    <a:lnTo>
                      <a:pt x="52414" y="52501"/>
                    </a:lnTo>
                    <a:cubicBezTo>
                      <a:pt x="48866" y="49893"/>
                      <a:pt x="48440" y="48917"/>
                      <a:pt x="49770" y="46291"/>
                    </a:cubicBezTo>
                    <a:lnTo>
                      <a:pt x="49770" y="46291"/>
                    </a:lnTo>
                    <a:cubicBezTo>
                      <a:pt x="50462" y="46859"/>
                      <a:pt x="51208" y="47338"/>
                      <a:pt x="51775" y="47977"/>
                    </a:cubicBezTo>
                    <a:cubicBezTo>
                      <a:pt x="52326" y="48562"/>
                      <a:pt x="52698" y="49325"/>
                      <a:pt x="53088" y="49929"/>
                    </a:cubicBezTo>
                    <a:lnTo>
                      <a:pt x="55821" y="46948"/>
                    </a:lnTo>
                    <a:lnTo>
                      <a:pt x="55200" y="42955"/>
                    </a:lnTo>
                    <a:lnTo>
                      <a:pt x="52805" y="41447"/>
                    </a:lnTo>
                    <a:lnTo>
                      <a:pt x="53585" y="38253"/>
                    </a:lnTo>
                    <a:lnTo>
                      <a:pt x="55111" y="39229"/>
                    </a:lnTo>
                    <a:cubicBezTo>
                      <a:pt x="55111" y="40045"/>
                      <a:pt x="55111" y="40542"/>
                      <a:pt x="55111" y="41039"/>
                    </a:cubicBezTo>
                    <a:lnTo>
                      <a:pt x="56300" y="41021"/>
                    </a:lnTo>
                    <a:lnTo>
                      <a:pt x="56034" y="38466"/>
                    </a:lnTo>
                    <a:cubicBezTo>
                      <a:pt x="59778" y="37011"/>
                      <a:pt x="60754" y="35876"/>
                      <a:pt x="62546" y="30925"/>
                    </a:cubicBezTo>
                    <a:lnTo>
                      <a:pt x="59370" y="25407"/>
                    </a:lnTo>
                    <a:lnTo>
                      <a:pt x="60754" y="24609"/>
                    </a:lnTo>
                    <a:cubicBezTo>
                      <a:pt x="60620" y="24079"/>
                      <a:pt x="60336" y="23926"/>
                      <a:pt x="59999" y="23926"/>
                    </a:cubicBezTo>
                    <a:cubicBezTo>
                      <a:pt x="59536" y="23926"/>
                      <a:pt x="58975" y="24215"/>
                      <a:pt x="58567" y="24215"/>
                    </a:cubicBezTo>
                    <a:cubicBezTo>
                      <a:pt x="58326" y="24215"/>
                      <a:pt x="58138" y="24114"/>
                      <a:pt x="58057" y="23792"/>
                    </a:cubicBezTo>
                    <a:lnTo>
                      <a:pt x="59316" y="21344"/>
                    </a:lnTo>
                    <a:lnTo>
                      <a:pt x="60062" y="22692"/>
                    </a:lnTo>
                    <a:lnTo>
                      <a:pt x="61286" y="21858"/>
                    </a:lnTo>
                    <a:lnTo>
                      <a:pt x="63504" y="23775"/>
                    </a:lnTo>
                    <a:lnTo>
                      <a:pt x="64178" y="27040"/>
                    </a:lnTo>
                    <a:cubicBezTo>
                      <a:pt x="64959" y="25993"/>
                      <a:pt x="65598" y="25478"/>
                      <a:pt x="65775" y="24822"/>
                    </a:cubicBezTo>
                    <a:cubicBezTo>
                      <a:pt x="66201" y="23367"/>
                      <a:pt x="64356" y="23225"/>
                      <a:pt x="64089" y="22515"/>
                    </a:cubicBezTo>
                    <a:lnTo>
                      <a:pt x="64444" y="18647"/>
                    </a:lnTo>
                    <a:cubicBezTo>
                      <a:pt x="66520" y="17955"/>
                      <a:pt x="66538" y="17902"/>
                      <a:pt x="66609" y="16305"/>
                    </a:cubicBezTo>
                    <a:cubicBezTo>
                      <a:pt x="66698" y="14229"/>
                      <a:pt x="66840" y="12171"/>
                      <a:pt x="66964" y="10059"/>
                    </a:cubicBezTo>
                    <a:cubicBezTo>
                      <a:pt x="65951" y="8994"/>
                      <a:pt x="64617" y="8884"/>
                      <a:pt x="63235" y="8884"/>
                    </a:cubicBezTo>
                    <a:cubicBezTo>
                      <a:pt x="62876" y="8884"/>
                      <a:pt x="62514" y="8891"/>
                      <a:pt x="62153" y="8891"/>
                    </a:cubicBezTo>
                    <a:cubicBezTo>
                      <a:pt x="62029" y="8891"/>
                      <a:pt x="61906" y="8890"/>
                      <a:pt x="61783" y="8888"/>
                    </a:cubicBezTo>
                    <a:cubicBezTo>
                      <a:pt x="61978" y="8001"/>
                      <a:pt x="62209" y="7362"/>
                      <a:pt x="62262" y="6741"/>
                    </a:cubicBezTo>
                    <a:cubicBezTo>
                      <a:pt x="62297" y="6102"/>
                      <a:pt x="62173" y="5464"/>
                      <a:pt x="62120" y="4701"/>
                    </a:cubicBezTo>
                    <a:lnTo>
                      <a:pt x="65119" y="4239"/>
                    </a:lnTo>
                    <a:cubicBezTo>
                      <a:pt x="59052" y="1427"/>
                      <a:pt x="52479" y="0"/>
                      <a:pt x="45863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67" name="Google Shape;3167;p70"/>
              <p:cNvSpPr/>
              <p:nvPr/>
            </p:nvSpPr>
            <p:spPr>
              <a:xfrm>
                <a:off x="7010819" y="4061082"/>
                <a:ext cx="117645" cy="102137"/>
              </a:xfrm>
              <a:custGeom>
                <a:avLst/>
                <a:gdLst/>
                <a:ahLst/>
                <a:cxnLst/>
                <a:rect l="l" t="t" r="r" b="b"/>
                <a:pathLst>
                  <a:path w="20389" h="17709" extrusionOk="0">
                    <a:moveTo>
                      <a:pt x="17567" y="0"/>
                    </a:moveTo>
                    <a:lnTo>
                      <a:pt x="17567" y="0"/>
                    </a:lnTo>
                    <a:cubicBezTo>
                      <a:pt x="17070" y="1331"/>
                      <a:pt x="16644" y="2697"/>
                      <a:pt x="16307" y="4081"/>
                    </a:cubicBezTo>
                    <a:cubicBezTo>
                      <a:pt x="16278" y="4199"/>
                      <a:pt x="16114" y="4268"/>
                      <a:pt x="16100" y="4268"/>
                    </a:cubicBezTo>
                    <a:cubicBezTo>
                      <a:pt x="16097" y="4268"/>
                      <a:pt x="16100" y="4265"/>
                      <a:pt x="16112" y="4259"/>
                    </a:cubicBezTo>
                    <a:lnTo>
                      <a:pt x="13912" y="3034"/>
                    </a:lnTo>
                    <a:lnTo>
                      <a:pt x="14391" y="1437"/>
                    </a:lnTo>
                    <a:lnTo>
                      <a:pt x="12617" y="337"/>
                    </a:lnTo>
                    <a:cubicBezTo>
                      <a:pt x="12563" y="2112"/>
                      <a:pt x="10416" y="1970"/>
                      <a:pt x="10523" y="3655"/>
                    </a:cubicBezTo>
                    <a:cubicBezTo>
                      <a:pt x="10523" y="3709"/>
                      <a:pt x="10239" y="3797"/>
                      <a:pt x="10079" y="3815"/>
                    </a:cubicBezTo>
                    <a:cubicBezTo>
                      <a:pt x="8287" y="4028"/>
                      <a:pt x="8553" y="4418"/>
                      <a:pt x="7276" y="5305"/>
                    </a:cubicBezTo>
                    <a:cubicBezTo>
                      <a:pt x="5785" y="6352"/>
                      <a:pt x="5466" y="8730"/>
                      <a:pt x="3017" y="8765"/>
                    </a:cubicBezTo>
                    <a:cubicBezTo>
                      <a:pt x="2166" y="8783"/>
                      <a:pt x="1154" y="9919"/>
                      <a:pt x="569" y="10770"/>
                    </a:cubicBezTo>
                    <a:cubicBezTo>
                      <a:pt x="178" y="11356"/>
                      <a:pt x="1" y="12705"/>
                      <a:pt x="374" y="13095"/>
                    </a:cubicBezTo>
                    <a:cubicBezTo>
                      <a:pt x="1687" y="14443"/>
                      <a:pt x="746" y="15810"/>
                      <a:pt x="569" y="17708"/>
                    </a:cubicBezTo>
                    <a:cubicBezTo>
                      <a:pt x="3337" y="16519"/>
                      <a:pt x="5839" y="15668"/>
                      <a:pt x="8074" y="14213"/>
                    </a:cubicBezTo>
                    <a:lnTo>
                      <a:pt x="10558" y="15934"/>
                    </a:lnTo>
                    <a:lnTo>
                      <a:pt x="9866" y="17336"/>
                    </a:lnTo>
                    <a:cubicBezTo>
                      <a:pt x="11960" y="17300"/>
                      <a:pt x="13592" y="16998"/>
                      <a:pt x="14710" y="15508"/>
                    </a:cubicBezTo>
                    <a:cubicBezTo>
                      <a:pt x="16094" y="13645"/>
                      <a:pt x="17585" y="11835"/>
                      <a:pt x="18773" y="9866"/>
                    </a:cubicBezTo>
                    <a:cubicBezTo>
                      <a:pt x="19590" y="8482"/>
                      <a:pt x="20388" y="6885"/>
                      <a:pt x="18862" y="5305"/>
                    </a:cubicBezTo>
                    <a:cubicBezTo>
                      <a:pt x="18596" y="5039"/>
                      <a:pt x="18330" y="4330"/>
                      <a:pt x="18472" y="4099"/>
                    </a:cubicBezTo>
                    <a:cubicBezTo>
                      <a:pt x="19732" y="2307"/>
                      <a:pt x="17372" y="1491"/>
                      <a:pt x="17567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68" name="Google Shape;3168;p70"/>
              <p:cNvSpPr/>
              <p:nvPr/>
            </p:nvSpPr>
            <p:spPr>
              <a:xfrm>
                <a:off x="6995058" y="4000087"/>
                <a:ext cx="41059" cy="51071"/>
              </a:xfrm>
              <a:custGeom>
                <a:avLst/>
                <a:gdLst/>
                <a:ahLst/>
                <a:cxnLst/>
                <a:rect l="l" t="t" r="r" b="b"/>
                <a:pathLst>
                  <a:path w="7116" h="8855" extrusionOk="0">
                    <a:moveTo>
                      <a:pt x="5359" y="0"/>
                    </a:moveTo>
                    <a:cubicBezTo>
                      <a:pt x="4649" y="976"/>
                      <a:pt x="3993" y="1774"/>
                      <a:pt x="3460" y="2644"/>
                    </a:cubicBezTo>
                    <a:cubicBezTo>
                      <a:pt x="2910" y="3513"/>
                      <a:pt x="1455" y="3638"/>
                      <a:pt x="1828" y="5181"/>
                    </a:cubicBezTo>
                    <a:cubicBezTo>
                      <a:pt x="1354" y="4803"/>
                      <a:pt x="1037" y="4660"/>
                      <a:pt x="815" y="4660"/>
                    </a:cubicBezTo>
                    <a:cubicBezTo>
                      <a:pt x="256" y="4660"/>
                      <a:pt x="305" y="5571"/>
                      <a:pt x="1" y="5926"/>
                    </a:cubicBezTo>
                    <a:cubicBezTo>
                      <a:pt x="1136" y="7417"/>
                      <a:pt x="1438" y="7577"/>
                      <a:pt x="5412" y="8854"/>
                    </a:cubicBezTo>
                    <a:cubicBezTo>
                      <a:pt x="5590" y="7896"/>
                      <a:pt x="5625" y="7239"/>
                      <a:pt x="5820" y="6636"/>
                    </a:cubicBezTo>
                    <a:cubicBezTo>
                      <a:pt x="6033" y="6015"/>
                      <a:pt x="6335" y="5430"/>
                      <a:pt x="6708" y="4880"/>
                    </a:cubicBezTo>
                    <a:cubicBezTo>
                      <a:pt x="7116" y="4294"/>
                      <a:pt x="5696" y="4170"/>
                      <a:pt x="6459" y="3354"/>
                    </a:cubicBezTo>
                    <a:cubicBezTo>
                      <a:pt x="6849" y="2928"/>
                      <a:pt x="6637" y="1686"/>
                      <a:pt x="6778" y="1384"/>
                    </a:cubicBezTo>
                    <a:cubicBezTo>
                      <a:pt x="6832" y="1224"/>
                      <a:pt x="6867" y="1047"/>
                      <a:pt x="6885" y="870"/>
                    </a:cubicBezTo>
                    <a:lnTo>
                      <a:pt x="5359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69" name="Google Shape;3169;p70"/>
              <p:cNvSpPr/>
              <p:nvPr/>
            </p:nvSpPr>
            <p:spPr>
              <a:xfrm>
                <a:off x="7078892" y="4018504"/>
                <a:ext cx="57544" cy="36030"/>
              </a:xfrm>
              <a:custGeom>
                <a:avLst/>
                <a:gdLst/>
                <a:ahLst/>
                <a:cxnLst/>
                <a:rect l="l" t="t" r="r" b="b"/>
                <a:pathLst>
                  <a:path w="9973" h="6247" extrusionOk="0">
                    <a:moveTo>
                      <a:pt x="0" y="1"/>
                    </a:moveTo>
                    <a:lnTo>
                      <a:pt x="266" y="1722"/>
                    </a:lnTo>
                    <a:lnTo>
                      <a:pt x="1668" y="1970"/>
                    </a:lnTo>
                    <a:lnTo>
                      <a:pt x="870" y="3177"/>
                    </a:lnTo>
                    <a:cubicBezTo>
                      <a:pt x="1300" y="3058"/>
                      <a:pt x="1704" y="3001"/>
                      <a:pt x="2079" y="3001"/>
                    </a:cubicBezTo>
                    <a:cubicBezTo>
                      <a:pt x="3221" y="3001"/>
                      <a:pt x="4106" y="3533"/>
                      <a:pt x="4720" y="4508"/>
                    </a:cubicBezTo>
                    <a:cubicBezTo>
                      <a:pt x="5319" y="5452"/>
                      <a:pt x="5558" y="5867"/>
                      <a:pt x="5945" y="5867"/>
                    </a:cubicBezTo>
                    <a:cubicBezTo>
                      <a:pt x="6235" y="5867"/>
                      <a:pt x="6607" y="5635"/>
                      <a:pt x="7275" y="5218"/>
                    </a:cubicBezTo>
                    <a:cubicBezTo>
                      <a:pt x="7453" y="5111"/>
                      <a:pt x="7648" y="5058"/>
                      <a:pt x="7861" y="5022"/>
                    </a:cubicBezTo>
                    <a:lnTo>
                      <a:pt x="9564" y="6247"/>
                    </a:lnTo>
                    <a:lnTo>
                      <a:pt x="9972" y="5679"/>
                    </a:lnTo>
                    <a:cubicBezTo>
                      <a:pt x="9582" y="4809"/>
                      <a:pt x="9262" y="3887"/>
                      <a:pt x="8819" y="3035"/>
                    </a:cubicBezTo>
                    <a:cubicBezTo>
                      <a:pt x="8151" y="1821"/>
                      <a:pt x="7070" y="1194"/>
                      <a:pt x="5857" y="1194"/>
                    </a:cubicBezTo>
                    <a:cubicBezTo>
                      <a:pt x="5138" y="1194"/>
                      <a:pt x="4373" y="1415"/>
                      <a:pt x="3620" y="1864"/>
                    </a:cubicBezTo>
                    <a:cubicBezTo>
                      <a:pt x="3336" y="2024"/>
                      <a:pt x="3052" y="2166"/>
                      <a:pt x="2644" y="2396"/>
                    </a:cubicBezTo>
                    <a:lnTo>
                      <a:pt x="1970" y="46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70" name="Google Shape;3170;p70"/>
              <p:cNvSpPr/>
              <p:nvPr/>
            </p:nvSpPr>
            <p:spPr>
              <a:xfrm>
                <a:off x="7051663" y="3806456"/>
                <a:ext cx="38503" cy="70819"/>
              </a:xfrm>
              <a:custGeom>
                <a:avLst/>
                <a:gdLst/>
                <a:ahLst/>
                <a:cxnLst/>
                <a:rect l="l" t="t" r="r" b="b"/>
                <a:pathLst>
                  <a:path w="6673" h="12279" extrusionOk="0">
                    <a:moveTo>
                      <a:pt x="6672" y="1"/>
                    </a:moveTo>
                    <a:lnTo>
                      <a:pt x="6672" y="1"/>
                    </a:lnTo>
                    <a:cubicBezTo>
                      <a:pt x="6223" y="198"/>
                      <a:pt x="5784" y="260"/>
                      <a:pt x="5357" y="260"/>
                    </a:cubicBezTo>
                    <a:cubicBezTo>
                      <a:pt x="4670" y="260"/>
                      <a:pt x="4013" y="100"/>
                      <a:pt x="3390" y="89"/>
                    </a:cubicBezTo>
                    <a:lnTo>
                      <a:pt x="3088" y="2786"/>
                    </a:lnTo>
                    <a:lnTo>
                      <a:pt x="4809" y="5164"/>
                    </a:lnTo>
                    <a:lnTo>
                      <a:pt x="1" y="10771"/>
                    </a:lnTo>
                    <a:lnTo>
                      <a:pt x="1083" y="12279"/>
                    </a:lnTo>
                    <a:lnTo>
                      <a:pt x="6388" y="7772"/>
                    </a:lnTo>
                    <a:cubicBezTo>
                      <a:pt x="4454" y="6495"/>
                      <a:pt x="6175" y="3709"/>
                      <a:pt x="4383" y="2502"/>
                    </a:cubicBezTo>
                    <a:lnTo>
                      <a:pt x="6672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71" name="Google Shape;3171;p70"/>
              <p:cNvSpPr/>
              <p:nvPr/>
            </p:nvSpPr>
            <p:spPr>
              <a:xfrm>
                <a:off x="6984824" y="4061618"/>
                <a:ext cx="42081" cy="8893"/>
              </a:xfrm>
              <a:custGeom>
                <a:avLst/>
                <a:gdLst/>
                <a:ahLst/>
                <a:cxnLst/>
                <a:rect l="l" t="t" r="r" b="b"/>
                <a:pathLst>
                  <a:path w="7293" h="1542" extrusionOk="0">
                    <a:moveTo>
                      <a:pt x="4286" y="0"/>
                    </a:moveTo>
                    <a:cubicBezTo>
                      <a:pt x="2949" y="0"/>
                      <a:pt x="1596" y="367"/>
                      <a:pt x="0" y="510"/>
                    </a:cubicBezTo>
                    <a:cubicBezTo>
                      <a:pt x="787" y="973"/>
                      <a:pt x="1302" y="1542"/>
                      <a:pt x="1738" y="1542"/>
                    </a:cubicBezTo>
                    <a:cubicBezTo>
                      <a:pt x="1970" y="1542"/>
                      <a:pt x="2179" y="1380"/>
                      <a:pt x="2396" y="954"/>
                    </a:cubicBezTo>
                    <a:cubicBezTo>
                      <a:pt x="2708" y="1325"/>
                      <a:pt x="3056" y="1432"/>
                      <a:pt x="3417" y="1432"/>
                    </a:cubicBezTo>
                    <a:cubicBezTo>
                      <a:pt x="3816" y="1432"/>
                      <a:pt x="4231" y="1302"/>
                      <a:pt x="4631" y="1256"/>
                    </a:cubicBezTo>
                    <a:cubicBezTo>
                      <a:pt x="5394" y="1149"/>
                      <a:pt x="6157" y="1025"/>
                      <a:pt x="7293" y="830"/>
                    </a:cubicBezTo>
                    <a:cubicBezTo>
                      <a:pt x="6240" y="198"/>
                      <a:pt x="5268" y="0"/>
                      <a:pt x="4286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72" name="Google Shape;3172;p70"/>
              <p:cNvSpPr/>
              <p:nvPr/>
            </p:nvSpPr>
            <p:spPr>
              <a:xfrm>
                <a:off x="7035181" y="4030478"/>
                <a:ext cx="15469" cy="21703"/>
              </a:xfrm>
              <a:custGeom>
                <a:avLst/>
                <a:gdLst/>
                <a:ahLst/>
                <a:cxnLst/>
                <a:rect l="l" t="t" r="r" b="b"/>
                <a:pathLst>
                  <a:path w="2681" h="3763" extrusionOk="0">
                    <a:moveTo>
                      <a:pt x="2662" y="1"/>
                    </a:moveTo>
                    <a:cubicBezTo>
                      <a:pt x="19" y="675"/>
                      <a:pt x="1" y="764"/>
                      <a:pt x="1012" y="3763"/>
                    </a:cubicBezTo>
                    <a:lnTo>
                      <a:pt x="1491" y="2148"/>
                    </a:lnTo>
                    <a:lnTo>
                      <a:pt x="2201" y="3408"/>
                    </a:lnTo>
                    <a:lnTo>
                      <a:pt x="2680" y="3372"/>
                    </a:lnTo>
                    <a:cubicBezTo>
                      <a:pt x="2574" y="2840"/>
                      <a:pt x="2485" y="2308"/>
                      <a:pt x="2450" y="1758"/>
                    </a:cubicBezTo>
                    <a:cubicBezTo>
                      <a:pt x="2485" y="1172"/>
                      <a:pt x="2556" y="586"/>
                      <a:pt x="2662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73" name="Google Shape;3173;p70"/>
              <p:cNvSpPr/>
              <p:nvPr/>
            </p:nvSpPr>
            <p:spPr>
              <a:xfrm>
                <a:off x="7045011" y="3983609"/>
                <a:ext cx="19047" cy="18121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3142" extrusionOk="0">
                    <a:moveTo>
                      <a:pt x="3301" y="0"/>
                    </a:moveTo>
                    <a:lnTo>
                      <a:pt x="0" y="1455"/>
                    </a:lnTo>
                    <a:lnTo>
                      <a:pt x="550" y="2520"/>
                    </a:lnTo>
                    <a:lnTo>
                      <a:pt x="1154" y="1793"/>
                    </a:lnTo>
                    <a:lnTo>
                      <a:pt x="2804" y="3141"/>
                    </a:lnTo>
                    <a:lnTo>
                      <a:pt x="3301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74" name="Google Shape;3174;p70"/>
              <p:cNvSpPr/>
              <p:nvPr/>
            </p:nvSpPr>
            <p:spPr>
              <a:xfrm>
                <a:off x="7034362" y="3943182"/>
                <a:ext cx="9734" cy="24570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4260" extrusionOk="0">
                    <a:moveTo>
                      <a:pt x="249" y="1"/>
                    </a:moveTo>
                    <a:cubicBezTo>
                      <a:pt x="1" y="2627"/>
                      <a:pt x="1" y="2627"/>
                      <a:pt x="977" y="4259"/>
                    </a:cubicBezTo>
                    <a:cubicBezTo>
                      <a:pt x="1687" y="1261"/>
                      <a:pt x="1687" y="1261"/>
                      <a:pt x="249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75" name="Google Shape;3175;p70"/>
              <p:cNvSpPr/>
              <p:nvPr/>
            </p:nvSpPr>
            <p:spPr>
              <a:xfrm>
                <a:off x="6724214" y="4015234"/>
                <a:ext cx="1131" cy="513"/>
              </a:xfrm>
              <a:custGeom>
                <a:avLst/>
                <a:gdLst/>
                <a:ahLst/>
                <a:cxnLst/>
                <a:rect l="l" t="t" r="r" b="b"/>
                <a:pathLst>
                  <a:path w="196" h="89" extrusionOk="0">
                    <a:moveTo>
                      <a:pt x="196" y="0"/>
                    </a:moveTo>
                    <a:lnTo>
                      <a:pt x="1" y="89"/>
                    </a:lnTo>
                    <a:lnTo>
                      <a:pt x="1" y="89"/>
                    </a:lnTo>
                    <a:lnTo>
                      <a:pt x="196" y="18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76" name="Google Shape;3176;p70"/>
              <p:cNvSpPr/>
              <p:nvPr/>
            </p:nvSpPr>
            <p:spPr>
              <a:xfrm>
                <a:off x="7071623" y="3755083"/>
                <a:ext cx="16589" cy="16380"/>
              </a:xfrm>
              <a:custGeom>
                <a:avLst/>
                <a:gdLst/>
                <a:ahLst/>
                <a:cxnLst/>
                <a:rect l="l" t="t" r="r" b="b"/>
                <a:pathLst>
                  <a:path w="2875" h="2840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5" y="1029"/>
                      <a:pt x="1739" y="1970"/>
                      <a:pt x="2733" y="2839"/>
                    </a:cubicBezTo>
                    <a:cubicBezTo>
                      <a:pt x="2840" y="2520"/>
                      <a:pt x="2875" y="2201"/>
                      <a:pt x="2822" y="1881"/>
                    </a:cubicBezTo>
                    <a:cubicBezTo>
                      <a:pt x="1899" y="1225"/>
                      <a:pt x="959" y="604"/>
                      <a:pt x="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77" name="Google Shape;3177;p70"/>
              <p:cNvSpPr/>
              <p:nvPr/>
            </p:nvSpPr>
            <p:spPr>
              <a:xfrm>
                <a:off x="6722575" y="4015741"/>
                <a:ext cx="1541" cy="727"/>
              </a:xfrm>
              <a:custGeom>
                <a:avLst/>
                <a:gdLst/>
                <a:ahLst/>
                <a:cxnLst/>
                <a:rect l="l" t="t" r="r" b="b"/>
                <a:pathLst>
                  <a:path w="267" h="126" extrusionOk="0">
                    <a:moveTo>
                      <a:pt x="267" y="1"/>
                    </a:moveTo>
                    <a:cubicBezTo>
                      <a:pt x="178" y="36"/>
                      <a:pt x="89" y="72"/>
                      <a:pt x="1" y="125"/>
                    </a:cubicBezTo>
                    <a:cubicBezTo>
                      <a:pt x="107" y="90"/>
                      <a:pt x="178" y="36"/>
                      <a:pt x="267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78" name="Google Shape;3178;p70"/>
              <p:cNvSpPr/>
              <p:nvPr/>
            </p:nvSpPr>
            <p:spPr>
              <a:xfrm>
                <a:off x="6772321" y="4116142"/>
                <a:ext cx="30927" cy="46769"/>
              </a:xfrm>
              <a:custGeom>
                <a:avLst/>
                <a:gdLst/>
                <a:ahLst/>
                <a:cxnLst/>
                <a:rect l="l" t="t" r="r" b="b"/>
                <a:pathLst>
                  <a:path w="5360" h="8109" extrusionOk="0">
                    <a:moveTo>
                      <a:pt x="1828" y="0"/>
                    </a:moveTo>
                    <a:lnTo>
                      <a:pt x="1" y="2946"/>
                    </a:lnTo>
                    <a:cubicBezTo>
                      <a:pt x="444" y="3762"/>
                      <a:pt x="1030" y="4738"/>
                      <a:pt x="1527" y="5785"/>
                    </a:cubicBezTo>
                    <a:cubicBezTo>
                      <a:pt x="2308" y="7328"/>
                      <a:pt x="3479" y="8091"/>
                      <a:pt x="5359" y="8109"/>
                    </a:cubicBezTo>
                    <a:cubicBezTo>
                      <a:pt x="4667" y="6689"/>
                      <a:pt x="3993" y="5625"/>
                      <a:pt x="3798" y="4205"/>
                    </a:cubicBezTo>
                    <a:cubicBezTo>
                      <a:pt x="3621" y="2768"/>
                      <a:pt x="2574" y="1491"/>
                      <a:pt x="1828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79" name="Google Shape;3179;p70"/>
          <p:cNvGrpSpPr/>
          <p:nvPr/>
        </p:nvGrpSpPr>
        <p:grpSpPr>
          <a:xfrm>
            <a:off x="10458611" y="5124075"/>
            <a:ext cx="250076" cy="250076"/>
            <a:chOff x="8565775" y="671075"/>
            <a:chExt cx="441000" cy="441000"/>
          </a:xfrm>
        </p:grpSpPr>
        <p:sp>
          <p:nvSpPr>
            <p:cNvPr id="3180" name="Google Shape;3180;p70"/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gradFill>
              <a:gsLst>
                <a:gs pos="0">
                  <a:srgbClr val="869FB1">
                    <a:alpha val="65920"/>
                  </a:srgbClr>
                </a:gs>
                <a:gs pos="100000">
                  <a:srgbClr val="FFFFFF">
                    <a:alpha val="0"/>
                    <a:alpha val="659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81" name="Google Shape;3181;p70"/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solidFill>
              <a:srgbClr val="D7DFE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182" name="Google Shape;3182;p70"/>
          <p:cNvSpPr/>
          <p:nvPr/>
        </p:nvSpPr>
        <p:spPr>
          <a:xfrm>
            <a:off x="10860230" y="5118636"/>
            <a:ext cx="258244" cy="260955"/>
          </a:xfrm>
          <a:custGeom>
            <a:avLst/>
            <a:gdLst/>
            <a:ahLst/>
            <a:cxnLst/>
            <a:rect l="l" t="t" r="r" b="b"/>
            <a:pathLst>
              <a:path w="194168" h="196207" extrusionOk="0">
                <a:moveTo>
                  <a:pt x="11576" y="0"/>
                </a:moveTo>
                <a:cubicBezTo>
                  <a:pt x="8883" y="0"/>
                  <a:pt x="6181" y="987"/>
                  <a:pt x="4103" y="3065"/>
                </a:cubicBezTo>
                <a:cubicBezTo>
                  <a:pt x="1026" y="5799"/>
                  <a:pt x="1" y="10243"/>
                  <a:pt x="1368" y="14004"/>
                </a:cubicBezTo>
                <a:lnTo>
                  <a:pt x="65293" y="189369"/>
                </a:lnTo>
                <a:cubicBezTo>
                  <a:pt x="67002" y="193471"/>
                  <a:pt x="70762" y="196206"/>
                  <a:pt x="74864" y="196206"/>
                </a:cubicBezTo>
                <a:cubicBezTo>
                  <a:pt x="79308" y="196206"/>
                  <a:pt x="83410" y="193813"/>
                  <a:pt x="85120" y="190053"/>
                </a:cubicBezTo>
                <a:lnTo>
                  <a:pt x="114176" y="124077"/>
                </a:lnTo>
                <a:cubicBezTo>
                  <a:pt x="115202" y="121342"/>
                  <a:pt x="117595" y="119291"/>
                  <a:pt x="119988" y="118266"/>
                </a:cubicBezTo>
                <a:lnTo>
                  <a:pt x="187331" y="92286"/>
                </a:lnTo>
                <a:cubicBezTo>
                  <a:pt x="191433" y="90577"/>
                  <a:pt x="193826" y="86816"/>
                  <a:pt x="193826" y="82714"/>
                </a:cubicBezTo>
                <a:cubicBezTo>
                  <a:pt x="194168" y="78270"/>
                  <a:pt x="191433" y="74510"/>
                  <a:pt x="187673" y="72801"/>
                </a:cubicBezTo>
                <a:lnTo>
                  <a:pt x="15384" y="672"/>
                </a:lnTo>
                <a:cubicBezTo>
                  <a:pt x="14163" y="228"/>
                  <a:pt x="12871" y="0"/>
                  <a:pt x="11576" y="0"/>
                </a:cubicBezTo>
                <a:close/>
              </a:path>
            </a:pathLst>
          </a:custGeom>
          <a:solidFill>
            <a:srgbClr val="7994A9">
              <a:alpha val="6470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183" name="Google Shape;3183;p70"/>
          <p:cNvSpPr/>
          <p:nvPr/>
        </p:nvSpPr>
        <p:spPr>
          <a:xfrm flipH="1">
            <a:off x="9804549" y="5073910"/>
            <a:ext cx="238119" cy="350407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rgbClr val="C9D4D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3184" name="Google Shape;3184;p70"/>
          <p:cNvGrpSpPr/>
          <p:nvPr/>
        </p:nvGrpSpPr>
        <p:grpSpPr>
          <a:xfrm>
            <a:off x="7997085" y="3895034"/>
            <a:ext cx="783828" cy="683164"/>
            <a:chOff x="6000100" y="3076250"/>
            <a:chExt cx="587871" cy="512373"/>
          </a:xfrm>
        </p:grpSpPr>
        <p:sp>
          <p:nvSpPr>
            <p:cNvPr id="3185" name="Google Shape;3185;p70"/>
            <p:cNvSpPr/>
            <p:nvPr/>
          </p:nvSpPr>
          <p:spPr>
            <a:xfrm>
              <a:off x="6000100" y="3076250"/>
              <a:ext cx="587871" cy="512373"/>
            </a:xfrm>
            <a:custGeom>
              <a:avLst/>
              <a:gdLst/>
              <a:ahLst/>
              <a:cxnLst/>
              <a:rect l="l" t="t" r="r" b="b"/>
              <a:pathLst>
                <a:path w="101884" h="88838" extrusionOk="0">
                  <a:moveTo>
                    <a:pt x="50272" y="0"/>
                  </a:moveTo>
                  <a:cubicBezTo>
                    <a:pt x="31897" y="0"/>
                    <a:pt x="14791" y="11087"/>
                    <a:pt x="8322" y="29000"/>
                  </a:cubicBezTo>
                  <a:cubicBezTo>
                    <a:pt x="1" y="51995"/>
                    <a:pt x="12332" y="77546"/>
                    <a:pt x="35878" y="86063"/>
                  </a:cubicBezTo>
                  <a:cubicBezTo>
                    <a:pt x="41078" y="87945"/>
                    <a:pt x="46391" y="88838"/>
                    <a:pt x="51602" y="88838"/>
                  </a:cubicBezTo>
                  <a:cubicBezTo>
                    <a:pt x="69970" y="88838"/>
                    <a:pt x="87079" y="77751"/>
                    <a:pt x="93562" y="59838"/>
                  </a:cubicBezTo>
                  <a:cubicBezTo>
                    <a:pt x="101883" y="36843"/>
                    <a:pt x="89534" y="11292"/>
                    <a:pt x="66006" y="2775"/>
                  </a:cubicBezTo>
                  <a:cubicBezTo>
                    <a:pt x="60802" y="893"/>
                    <a:pt x="55486" y="0"/>
                    <a:pt x="5027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3186" name="Google Shape;3186;p70"/>
            <p:cNvGrpSpPr/>
            <p:nvPr/>
          </p:nvGrpSpPr>
          <p:grpSpPr>
            <a:xfrm>
              <a:off x="6031360" y="3076713"/>
              <a:ext cx="539107" cy="480965"/>
              <a:chOff x="6031360" y="3076713"/>
              <a:chExt cx="539107" cy="480965"/>
            </a:xfrm>
          </p:grpSpPr>
          <p:sp>
            <p:nvSpPr>
              <p:cNvPr id="3187" name="Google Shape;3187;p70"/>
              <p:cNvSpPr/>
              <p:nvPr/>
            </p:nvSpPr>
            <p:spPr>
              <a:xfrm>
                <a:off x="6160232" y="3107767"/>
                <a:ext cx="410235" cy="449911"/>
              </a:xfrm>
              <a:custGeom>
                <a:avLst/>
                <a:gdLst/>
                <a:ahLst/>
                <a:cxnLst/>
                <a:rect l="l" t="t" r="r" b="b"/>
                <a:pathLst>
                  <a:path w="71098" h="78008" extrusionOk="0">
                    <a:moveTo>
                      <a:pt x="36108" y="3531"/>
                    </a:moveTo>
                    <a:lnTo>
                      <a:pt x="36835" y="4631"/>
                    </a:lnTo>
                    <a:cubicBezTo>
                      <a:pt x="36551" y="4826"/>
                      <a:pt x="36268" y="5039"/>
                      <a:pt x="35948" y="5217"/>
                    </a:cubicBezTo>
                    <a:cubicBezTo>
                      <a:pt x="35043" y="5749"/>
                      <a:pt x="34635" y="6459"/>
                      <a:pt x="35132" y="7488"/>
                    </a:cubicBezTo>
                    <a:cubicBezTo>
                      <a:pt x="35486" y="8208"/>
                      <a:pt x="35984" y="8561"/>
                      <a:pt x="36635" y="8561"/>
                    </a:cubicBezTo>
                    <a:cubicBezTo>
                      <a:pt x="36866" y="8561"/>
                      <a:pt x="37116" y="8517"/>
                      <a:pt x="37385" y="8428"/>
                    </a:cubicBezTo>
                    <a:cubicBezTo>
                      <a:pt x="37776" y="8304"/>
                      <a:pt x="38184" y="8198"/>
                      <a:pt x="38752" y="8056"/>
                    </a:cubicBezTo>
                    <a:lnTo>
                      <a:pt x="38752" y="8056"/>
                    </a:lnTo>
                    <a:cubicBezTo>
                      <a:pt x="38412" y="9075"/>
                      <a:pt x="37909" y="9331"/>
                      <a:pt x="37373" y="9331"/>
                    </a:cubicBezTo>
                    <a:cubicBezTo>
                      <a:pt x="36833" y="9331"/>
                      <a:pt x="36258" y="9072"/>
                      <a:pt x="35779" y="9072"/>
                    </a:cubicBezTo>
                    <a:cubicBezTo>
                      <a:pt x="35690" y="9072"/>
                      <a:pt x="35604" y="9081"/>
                      <a:pt x="35522" y="9102"/>
                    </a:cubicBezTo>
                    <a:lnTo>
                      <a:pt x="33162" y="11977"/>
                    </a:lnTo>
                    <a:lnTo>
                      <a:pt x="28585" y="11037"/>
                    </a:lnTo>
                    <a:lnTo>
                      <a:pt x="31832" y="10238"/>
                    </a:lnTo>
                    <a:cubicBezTo>
                      <a:pt x="32825" y="8162"/>
                      <a:pt x="33127" y="7062"/>
                      <a:pt x="32914" y="6228"/>
                    </a:cubicBezTo>
                    <a:lnTo>
                      <a:pt x="36108" y="3531"/>
                    </a:lnTo>
                    <a:close/>
                    <a:moveTo>
                      <a:pt x="38947" y="36232"/>
                    </a:moveTo>
                    <a:lnTo>
                      <a:pt x="38947" y="36232"/>
                    </a:lnTo>
                    <a:cubicBezTo>
                      <a:pt x="40402" y="36374"/>
                      <a:pt x="40561" y="37705"/>
                      <a:pt x="41253" y="38486"/>
                    </a:cubicBezTo>
                    <a:cubicBezTo>
                      <a:pt x="40278" y="40029"/>
                      <a:pt x="42194" y="41076"/>
                      <a:pt x="41963" y="42673"/>
                    </a:cubicBezTo>
                    <a:cubicBezTo>
                      <a:pt x="41786" y="43862"/>
                      <a:pt x="42833" y="45264"/>
                      <a:pt x="43241" y="46648"/>
                    </a:cubicBezTo>
                    <a:cubicBezTo>
                      <a:pt x="43560" y="47641"/>
                      <a:pt x="43507" y="48741"/>
                      <a:pt x="43046" y="49699"/>
                    </a:cubicBezTo>
                    <a:lnTo>
                      <a:pt x="40473" y="45760"/>
                    </a:lnTo>
                    <a:cubicBezTo>
                      <a:pt x="41449" y="42726"/>
                      <a:pt x="39160" y="39728"/>
                      <a:pt x="38947" y="36232"/>
                    </a:cubicBezTo>
                    <a:close/>
                    <a:moveTo>
                      <a:pt x="36430" y="1"/>
                    </a:moveTo>
                    <a:cubicBezTo>
                      <a:pt x="35873" y="1"/>
                      <a:pt x="35316" y="87"/>
                      <a:pt x="34759" y="284"/>
                    </a:cubicBezTo>
                    <a:cubicBezTo>
                      <a:pt x="33659" y="657"/>
                      <a:pt x="32346" y="870"/>
                      <a:pt x="31885" y="2005"/>
                    </a:cubicBezTo>
                    <a:cubicBezTo>
                      <a:pt x="31264" y="3567"/>
                      <a:pt x="29809" y="3549"/>
                      <a:pt x="28656" y="3992"/>
                    </a:cubicBezTo>
                    <a:cubicBezTo>
                      <a:pt x="26331" y="4826"/>
                      <a:pt x="26012" y="5465"/>
                      <a:pt x="27006" y="7683"/>
                    </a:cubicBezTo>
                    <a:lnTo>
                      <a:pt x="29791" y="7736"/>
                    </a:lnTo>
                    <a:lnTo>
                      <a:pt x="29046" y="10327"/>
                    </a:lnTo>
                    <a:lnTo>
                      <a:pt x="28425" y="7736"/>
                    </a:lnTo>
                    <a:lnTo>
                      <a:pt x="26633" y="11143"/>
                    </a:lnTo>
                    <a:cubicBezTo>
                      <a:pt x="25746" y="11374"/>
                      <a:pt x="24734" y="11391"/>
                      <a:pt x="24113" y="11870"/>
                    </a:cubicBezTo>
                    <a:cubicBezTo>
                      <a:pt x="22960" y="12775"/>
                      <a:pt x="21328" y="12509"/>
                      <a:pt x="20352" y="13680"/>
                    </a:cubicBezTo>
                    <a:lnTo>
                      <a:pt x="19695" y="12900"/>
                    </a:lnTo>
                    <a:lnTo>
                      <a:pt x="18808" y="14106"/>
                    </a:lnTo>
                    <a:cubicBezTo>
                      <a:pt x="18523" y="13971"/>
                      <a:pt x="18518" y="13452"/>
                      <a:pt x="18160" y="13452"/>
                    </a:cubicBezTo>
                    <a:cubicBezTo>
                      <a:pt x="18049" y="13452"/>
                      <a:pt x="17905" y="13501"/>
                      <a:pt x="17708" y="13627"/>
                    </a:cubicBezTo>
                    <a:lnTo>
                      <a:pt x="18560" y="17193"/>
                    </a:lnTo>
                    <a:cubicBezTo>
                      <a:pt x="17972" y="17718"/>
                      <a:pt x="17385" y="18062"/>
                      <a:pt x="16823" y="18062"/>
                    </a:cubicBezTo>
                    <a:cubicBezTo>
                      <a:pt x="16435" y="18062"/>
                      <a:pt x="16059" y="17897"/>
                      <a:pt x="15703" y="17513"/>
                    </a:cubicBezTo>
                    <a:cubicBezTo>
                      <a:pt x="14869" y="16626"/>
                      <a:pt x="13929" y="16750"/>
                      <a:pt x="13112" y="16643"/>
                    </a:cubicBezTo>
                    <a:lnTo>
                      <a:pt x="11196" y="21381"/>
                    </a:lnTo>
                    <a:cubicBezTo>
                      <a:pt x="11922" y="22616"/>
                      <a:pt x="12753" y="22986"/>
                      <a:pt x="13632" y="22986"/>
                    </a:cubicBezTo>
                    <a:cubicBezTo>
                      <a:pt x="14835" y="22986"/>
                      <a:pt x="16130" y="22292"/>
                      <a:pt x="17371" y="22179"/>
                    </a:cubicBezTo>
                    <a:lnTo>
                      <a:pt x="17868" y="20618"/>
                    </a:lnTo>
                    <a:cubicBezTo>
                      <a:pt x="19961" y="20600"/>
                      <a:pt x="19961" y="20600"/>
                      <a:pt x="21594" y="18879"/>
                    </a:cubicBezTo>
                    <a:lnTo>
                      <a:pt x="22587" y="19784"/>
                    </a:lnTo>
                    <a:lnTo>
                      <a:pt x="24646" y="19181"/>
                    </a:lnTo>
                    <a:lnTo>
                      <a:pt x="28762" y="24788"/>
                    </a:lnTo>
                    <a:lnTo>
                      <a:pt x="24930" y="23971"/>
                    </a:lnTo>
                    <a:lnTo>
                      <a:pt x="24930" y="23971"/>
                    </a:lnTo>
                    <a:lnTo>
                      <a:pt x="26544" y="25746"/>
                    </a:lnTo>
                    <a:cubicBezTo>
                      <a:pt x="28177" y="25604"/>
                      <a:pt x="29507" y="24930"/>
                      <a:pt x="30182" y="23209"/>
                    </a:cubicBezTo>
                    <a:cubicBezTo>
                      <a:pt x="29738" y="22747"/>
                      <a:pt x="29365" y="22321"/>
                      <a:pt x="28957" y="21949"/>
                    </a:cubicBezTo>
                    <a:cubicBezTo>
                      <a:pt x="28017" y="21150"/>
                      <a:pt x="27165" y="20352"/>
                      <a:pt x="27502" y="18400"/>
                    </a:cubicBezTo>
                    <a:lnTo>
                      <a:pt x="27502" y="18400"/>
                    </a:lnTo>
                    <a:cubicBezTo>
                      <a:pt x="28336" y="19678"/>
                      <a:pt x="28709" y="20902"/>
                      <a:pt x="29472" y="21239"/>
                    </a:cubicBezTo>
                    <a:cubicBezTo>
                      <a:pt x="30678" y="21771"/>
                      <a:pt x="30785" y="22641"/>
                      <a:pt x="30927" y="23617"/>
                    </a:cubicBezTo>
                    <a:cubicBezTo>
                      <a:pt x="31016" y="24255"/>
                      <a:pt x="30874" y="24965"/>
                      <a:pt x="31087" y="25551"/>
                    </a:cubicBezTo>
                    <a:cubicBezTo>
                      <a:pt x="31282" y="26083"/>
                      <a:pt x="31832" y="26473"/>
                      <a:pt x="32187" y="26952"/>
                    </a:cubicBezTo>
                    <a:cubicBezTo>
                      <a:pt x="32275" y="27077"/>
                      <a:pt x="32329" y="27236"/>
                      <a:pt x="32329" y="27396"/>
                    </a:cubicBezTo>
                    <a:lnTo>
                      <a:pt x="34369" y="26225"/>
                    </a:lnTo>
                    <a:cubicBezTo>
                      <a:pt x="33860" y="25322"/>
                      <a:pt x="33670" y="24632"/>
                      <a:pt x="34867" y="24632"/>
                    </a:cubicBezTo>
                    <a:cubicBezTo>
                      <a:pt x="34964" y="24632"/>
                      <a:pt x="35070" y="24636"/>
                      <a:pt x="35185" y="24646"/>
                    </a:cubicBezTo>
                    <a:cubicBezTo>
                      <a:pt x="35416" y="25462"/>
                      <a:pt x="35718" y="26189"/>
                      <a:pt x="35753" y="26917"/>
                    </a:cubicBezTo>
                    <a:cubicBezTo>
                      <a:pt x="35859" y="28390"/>
                      <a:pt x="37013" y="29011"/>
                      <a:pt x="38024" y="29224"/>
                    </a:cubicBezTo>
                    <a:cubicBezTo>
                      <a:pt x="38126" y="29247"/>
                      <a:pt x="38227" y="29254"/>
                      <a:pt x="38330" y="29254"/>
                    </a:cubicBezTo>
                    <a:cubicBezTo>
                      <a:pt x="38476" y="29254"/>
                      <a:pt x="38623" y="29240"/>
                      <a:pt x="38773" y="29240"/>
                    </a:cubicBezTo>
                    <a:cubicBezTo>
                      <a:pt x="39073" y="29240"/>
                      <a:pt x="39384" y="29296"/>
                      <a:pt x="39710" y="29632"/>
                    </a:cubicBezTo>
                    <a:cubicBezTo>
                      <a:pt x="39812" y="29734"/>
                      <a:pt x="39986" y="29769"/>
                      <a:pt x="40202" y="29769"/>
                    </a:cubicBezTo>
                    <a:cubicBezTo>
                      <a:pt x="40620" y="29769"/>
                      <a:pt x="41193" y="29637"/>
                      <a:pt x="41697" y="29614"/>
                    </a:cubicBezTo>
                    <a:lnTo>
                      <a:pt x="41697" y="29614"/>
                    </a:lnTo>
                    <a:cubicBezTo>
                      <a:pt x="41182" y="31175"/>
                      <a:pt x="41608" y="32825"/>
                      <a:pt x="39657" y="33517"/>
                    </a:cubicBezTo>
                    <a:cubicBezTo>
                      <a:pt x="37368" y="32683"/>
                      <a:pt x="34369" y="33198"/>
                      <a:pt x="32488" y="30608"/>
                    </a:cubicBezTo>
                    <a:cubicBezTo>
                      <a:pt x="32240" y="30253"/>
                      <a:pt x="31388" y="30306"/>
                      <a:pt x="30820" y="30217"/>
                    </a:cubicBezTo>
                    <a:cubicBezTo>
                      <a:pt x="30607" y="30217"/>
                      <a:pt x="30395" y="30270"/>
                      <a:pt x="30182" y="30324"/>
                    </a:cubicBezTo>
                    <a:lnTo>
                      <a:pt x="29507" y="32151"/>
                    </a:lnTo>
                    <a:cubicBezTo>
                      <a:pt x="27875" y="31246"/>
                      <a:pt x="26686" y="29969"/>
                      <a:pt x="25373" y="29259"/>
                    </a:cubicBezTo>
                    <a:cubicBezTo>
                      <a:pt x="23918" y="28496"/>
                      <a:pt x="23794" y="27431"/>
                      <a:pt x="23794" y="26456"/>
                    </a:cubicBezTo>
                    <a:cubicBezTo>
                      <a:pt x="23808" y="24745"/>
                      <a:pt x="23906" y="24354"/>
                      <a:pt x="23055" y="24354"/>
                    </a:cubicBezTo>
                    <a:cubicBezTo>
                      <a:pt x="22802" y="24354"/>
                      <a:pt x="22466" y="24388"/>
                      <a:pt x="22020" y="24433"/>
                    </a:cubicBezTo>
                    <a:cubicBezTo>
                      <a:pt x="21712" y="24458"/>
                      <a:pt x="21377" y="24558"/>
                      <a:pt x="21074" y="24558"/>
                    </a:cubicBezTo>
                    <a:cubicBezTo>
                      <a:pt x="20958" y="24558"/>
                      <a:pt x="20846" y="24543"/>
                      <a:pt x="20742" y="24504"/>
                    </a:cubicBezTo>
                    <a:cubicBezTo>
                      <a:pt x="20157" y="24291"/>
                      <a:pt x="19678" y="23670"/>
                      <a:pt x="19092" y="23546"/>
                    </a:cubicBezTo>
                    <a:cubicBezTo>
                      <a:pt x="19019" y="23530"/>
                      <a:pt x="18944" y="23524"/>
                      <a:pt x="18868" y="23524"/>
                    </a:cubicBezTo>
                    <a:cubicBezTo>
                      <a:pt x="18388" y="23524"/>
                      <a:pt x="17849" y="23788"/>
                      <a:pt x="17363" y="23788"/>
                    </a:cubicBezTo>
                    <a:cubicBezTo>
                      <a:pt x="17305" y="23788"/>
                      <a:pt x="17249" y="23784"/>
                      <a:pt x="17193" y="23776"/>
                    </a:cubicBezTo>
                    <a:cubicBezTo>
                      <a:pt x="17025" y="23751"/>
                      <a:pt x="16855" y="23741"/>
                      <a:pt x="16686" y="23741"/>
                    </a:cubicBezTo>
                    <a:cubicBezTo>
                      <a:pt x="15885" y="23741"/>
                      <a:pt x="15077" y="23971"/>
                      <a:pt x="14280" y="23971"/>
                    </a:cubicBezTo>
                    <a:cubicBezTo>
                      <a:pt x="13809" y="23971"/>
                      <a:pt x="13342" y="23890"/>
                      <a:pt x="12882" y="23634"/>
                    </a:cubicBezTo>
                    <a:cubicBezTo>
                      <a:pt x="12688" y="23891"/>
                      <a:pt x="12389" y="23939"/>
                      <a:pt x="12067" y="23939"/>
                    </a:cubicBezTo>
                    <a:cubicBezTo>
                      <a:pt x="11878" y="23939"/>
                      <a:pt x="11682" y="23923"/>
                      <a:pt x="11494" y="23923"/>
                    </a:cubicBezTo>
                    <a:cubicBezTo>
                      <a:pt x="11005" y="23923"/>
                      <a:pt x="10573" y="24032"/>
                      <a:pt x="10486" y="24823"/>
                    </a:cubicBezTo>
                    <a:cubicBezTo>
                      <a:pt x="8943" y="25125"/>
                      <a:pt x="8925" y="26935"/>
                      <a:pt x="7594" y="27644"/>
                    </a:cubicBezTo>
                    <a:cubicBezTo>
                      <a:pt x="6636" y="28159"/>
                      <a:pt x="5270" y="28461"/>
                      <a:pt x="4720" y="29365"/>
                    </a:cubicBezTo>
                    <a:cubicBezTo>
                      <a:pt x="3992" y="30554"/>
                      <a:pt x="2733" y="30874"/>
                      <a:pt x="1899" y="31779"/>
                    </a:cubicBezTo>
                    <a:cubicBezTo>
                      <a:pt x="1420" y="32311"/>
                      <a:pt x="1100" y="33021"/>
                      <a:pt x="692" y="33695"/>
                    </a:cubicBezTo>
                    <a:lnTo>
                      <a:pt x="2058" y="34529"/>
                    </a:lnTo>
                    <a:lnTo>
                      <a:pt x="0" y="40331"/>
                    </a:lnTo>
                    <a:cubicBezTo>
                      <a:pt x="568" y="41839"/>
                      <a:pt x="1828" y="42460"/>
                      <a:pt x="1579" y="43844"/>
                    </a:cubicBezTo>
                    <a:cubicBezTo>
                      <a:pt x="1526" y="44093"/>
                      <a:pt x="4542" y="47659"/>
                      <a:pt x="4720" y="47677"/>
                    </a:cubicBezTo>
                    <a:cubicBezTo>
                      <a:pt x="6407" y="47823"/>
                      <a:pt x="7973" y="48589"/>
                      <a:pt x="9698" y="48589"/>
                    </a:cubicBezTo>
                    <a:cubicBezTo>
                      <a:pt x="10059" y="48589"/>
                      <a:pt x="10428" y="48555"/>
                      <a:pt x="10806" y="48475"/>
                    </a:cubicBezTo>
                    <a:cubicBezTo>
                      <a:pt x="10987" y="48438"/>
                      <a:pt x="11194" y="48420"/>
                      <a:pt x="11413" y="48420"/>
                    </a:cubicBezTo>
                    <a:cubicBezTo>
                      <a:pt x="12352" y="48420"/>
                      <a:pt x="13516" y="48748"/>
                      <a:pt x="13875" y="49309"/>
                    </a:cubicBezTo>
                    <a:cubicBezTo>
                      <a:pt x="14692" y="50587"/>
                      <a:pt x="15916" y="50622"/>
                      <a:pt x="17140" y="51048"/>
                    </a:cubicBezTo>
                    <a:lnTo>
                      <a:pt x="16076" y="56140"/>
                    </a:lnTo>
                    <a:cubicBezTo>
                      <a:pt x="17477" y="57542"/>
                      <a:pt x="16874" y="59405"/>
                      <a:pt x="17513" y="60896"/>
                    </a:cubicBezTo>
                    <a:cubicBezTo>
                      <a:pt x="17939" y="61907"/>
                      <a:pt x="17566" y="62439"/>
                      <a:pt x="17105" y="63291"/>
                    </a:cubicBezTo>
                    <a:cubicBezTo>
                      <a:pt x="16484" y="64409"/>
                      <a:pt x="14922" y="65544"/>
                      <a:pt x="15526" y="66751"/>
                    </a:cubicBezTo>
                    <a:cubicBezTo>
                      <a:pt x="16359" y="68454"/>
                      <a:pt x="16218" y="70264"/>
                      <a:pt x="16218" y="71879"/>
                    </a:cubicBezTo>
                    <a:cubicBezTo>
                      <a:pt x="16218" y="73795"/>
                      <a:pt x="17726" y="75427"/>
                      <a:pt x="16697" y="77361"/>
                    </a:cubicBezTo>
                    <a:cubicBezTo>
                      <a:pt x="17566" y="77539"/>
                      <a:pt x="18134" y="77610"/>
                      <a:pt x="18684" y="77787"/>
                    </a:cubicBezTo>
                    <a:cubicBezTo>
                      <a:pt x="19160" y="77941"/>
                      <a:pt x="19615" y="78007"/>
                      <a:pt x="20054" y="78007"/>
                    </a:cubicBezTo>
                    <a:cubicBezTo>
                      <a:pt x="21942" y="78007"/>
                      <a:pt x="23543" y="76798"/>
                      <a:pt x="25284" y="76208"/>
                    </a:cubicBezTo>
                    <a:cubicBezTo>
                      <a:pt x="25497" y="74416"/>
                      <a:pt x="27183" y="74310"/>
                      <a:pt x="28336" y="73671"/>
                    </a:cubicBezTo>
                    <a:cubicBezTo>
                      <a:pt x="29472" y="73032"/>
                      <a:pt x="29064" y="71826"/>
                      <a:pt x="29436" y="71240"/>
                    </a:cubicBezTo>
                    <a:cubicBezTo>
                      <a:pt x="30359" y="70814"/>
                      <a:pt x="31051" y="70495"/>
                      <a:pt x="31761" y="70175"/>
                    </a:cubicBezTo>
                    <a:cubicBezTo>
                      <a:pt x="32701" y="69750"/>
                      <a:pt x="34032" y="69998"/>
                      <a:pt x="34351" y="68472"/>
                    </a:cubicBezTo>
                    <a:cubicBezTo>
                      <a:pt x="34564" y="67407"/>
                      <a:pt x="35593" y="66680"/>
                      <a:pt x="35682" y="65456"/>
                    </a:cubicBezTo>
                    <a:cubicBezTo>
                      <a:pt x="35789" y="64196"/>
                      <a:pt x="36179" y="62972"/>
                      <a:pt x="36427" y="61783"/>
                    </a:cubicBezTo>
                    <a:cubicBezTo>
                      <a:pt x="38255" y="60576"/>
                      <a:pt x="39869" y="58979"/>
                      <a:pt x="41786" y="58376"/>
                    </a:cubicBezTo>
                    <a:cubicBezTo>
                      <a:pt x="44997" y="57365"/>
                      <a:pt x="46843" y="55306"/>
                      <a:pt x="48156" y="52432"/>
                    </a:cubicBezTo>
                    <a:cubicBezTo>
                      <a:pt x="47847" y="52304"/>
                      <a:pt x="47534" y="52259"/>
                      <a:pt x="47221" y="52259"/>
                    </a:cubicBezTo>
                    <a:cubicBezTo>
                      <a:pt x="46487" y="52259"/>
                      <a:pt x="45750" y="52505"/>
                      <a:pt x="45050" y="52505"/>
                    </a:cubicBezTo>
                    <a:cubicBezTo>
                      <a:pt x="44519" y="52505"/>
                      <a:pt x="44011" y="52363"/>
                      <a:pt x="43542" y="51864"/>
                    </a:cubicBezTo>
                    <a:cubicBezTo>
                      <a:pt x="44838" y="50108"/>
                      <a:pt x="44909" y="50037"/>
                      <a:pt x="46293" y="49859"/>
                    </a:cubicBezTo>
                    <a:cubicBezTo>
                      <a:pt x="49646" y="49451"/>
                      <a:pt x="52822" y="48599"/>
                      <a:pt x="55395" y="46222"/>
                    </a:cubicBezTo>
                    <a:cubicBezTo>
                      <a:pt x="55484" y="45760"/>
                      <a:pt x="55697" y="45281"/>
                      <a:pt x="55643" y="44838"/>
                    </a:cubicBezTo>
                    <a:cubicBezTo>
                      <a:pt x="55519" y="44022"/>
                      <a:pt x="55359" y="43205"/>
                      <a:pt x="55164" y="42389"/>
                    </a:cubicBezTo>
                    <a:lnTo>
                      <a:pt x="54224" y="42886"/>
                    </a:lnTo>
                    <a:lnTo>
                      <a:pt x="53887" y="41254"/>
                    </a:lnTo>
                    <a:lnTo>
                      <a:pt x="53017" y="42655"/>
                    </a:lnTo>
                    <a:cubicBezTo>
                      <a:pt x="51775" y="40810"/>
                      <a:pt x="49327" y="39763"/>
                      <a:pt x="49735" y="36906"/>
                    </a:cubicBezTo>
                    <a:lnTo>
                      <a:pt x="49735" y="36906"/>
                    </a:lnTo>
                    <a:cubicBezTo>
                      <a:pt x="51738" y="37643"/>
                      <a:pt x="51709" y="40841"/>
                      <a:pt x="54224" y="40841"/>
                    </a:cubicBezTo>
                    <a:cubicBezTo>
                      <a:pt x="54315" y="40841"/>
                      <a:pt x="54410" y="40836"/>
                      <a:pt x="54508" y="40828"/>
                    </a:cubicBezTo>
                    <a:cubicBezTo>
                      <a:pt x="55927" y="42620"/>
                      <a:pt x="57968" y="43134"/>
                      <a:pt x="59831" y="43365"/>
                    </a:cubicBezTo>
                    <a:lnTo>
                      <a:pt x="61091" y="47286"/>
                    </a:lnTo>
                    <a:lnTo>
                      <a:pt x="62244" y="46683"/>
                    </a:lnTo>
                    <a:lnTo>
                      <a:pt x="61215" y="57010"/>
                    </a:lnTo>
                    <a:cubicBezTo>
                      <a:pt x="61641" y="57382"/>
                      <a:pt x="62102" y="57613"/>
                      <a:pt x="62208" y="57950"/>
                    </a:cubicBezTo>
                    <a:cubicBezTo>
                      <a:pt x="62350" y="58411"/>
                      <a:pt x="62226" y="58944"/>
                      <a:pt x="62226" y="59547"/>
                    </a:cubicBezTo>
                    <a:cubicBezTo>
                      <a:pt x="64054" y="58323"/>
                      <a:pt x="61783" y="56531"/>
                      <a:pt x="63397" y="55164"/>
                    </a:cubicBezTo>
                    <a:cubicBezTo>
                      <a:pt x="64338" y="54348"/>
                      <a:pt x="63894" y="52503"/>
                      <a:pt x="65420" y="51421"/>
                    </a:cubicBezTo>
                    <a:cubicBezTo>
                      <a:pt x="66236" y="50835"/>
                      <a:pt x="66627" y="49575"/>
                      <a:pt x="67407" y="48670"/>
                    </a:cubicBezTo>
                    <a:cubicBezTo>
                      <a:pt x="71098" y="31370"/>
                      <a:pt x="63805" y="13556"/>
                      <a:pt x="49451" y="3265"/>
                    </a:cubicBezTo>
                    <a:lnTo>
                      <a:pt x="47836" y="4223"/>
                    </a:lnTo>
                    <a:lnTo>
                      <a:pt x="47286" y="3425"/>
                    </a:lnTo>
                    <a:lnTo>
                      <a:pt x="45068" y="5465"/>
                    </a:lnTo>
                    <a:lnTo>
                      <a:pt x="44802" y="2963"/>
                    </a:lnTo>
                    <a:cubicBezTo>
                      <a:pt x="44483" y="4383"/>
                      <a:pt x="44412" y="5554"/>
                      <a:pt x="43383" y="6193"/>
                    </a:cubicBezTo>
                    <a:lnTo>
                      <a:pt x="41094" y="4844"/>
                    </a:lnTo>
                    <a:lnTo>
                      <a:pt x="41253" y="4702"/>
                    </a:lnTo>
                    <a:lnTo>
                      <a:pt x="43436" y="4525"/>
                    </a:lnTo>
                    <a:cubicBezTo>
                      <a:pt x="43312" y="3975"/>
                      <a:pt x="43329" y="3673"/>
                      <a:pt x="43205" y="3567"/>
                    </a:cubicBezTo>
                    <a:cubicBezTo>
                      <a:pt x="41857" y="2502"/>
                      <a:pt x="40153" y="1934"/>
                      <a:pt x="38929" y="657"/>
                    </a:cubicBezTo>
                    <a:cubicBezTo>
                      <a:pt x="38787" y="497"/>
                      <a:pt x="38592" y="390"/>
                      <a:pt x="38379" y="319"/>
                    </a:cubicBezTo>
                    <a:cubicBezTo>
                      <a:pt x="37729" y="119"/>
                      <a:pt x="37080" y="1"/>
                      <a:pt x="3643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88" name="Google Shape;3188;p70"/>
              <p:cNvSpPr/>
              <p:nvPr/>
            </p:nvSpPr>
            <p:spPr>
              <a:xfrm>
                <a:off x="6031360" y="3319580"/>
                <a:ext cx="62149" cy="151155"/>
              </a:xfrm>
              <a:custGeom>
                <a:avLst/>
                <a:gdLst/>
                <a:ahLst/>
                <a:cxnLst/>
                <a:rect l="l" t="t" r="r" b="b"/>
                <a:pathLst>
                  <a:path w="10771" h="26208" extrusionOk="0">
                    <a:moveTo>
                      <a:pt x="266" y="1"/>
                    </a:moveTo>
                    <a:lnTo>
                      <a:pt x="266" y="1"/>
                    </a:lnTo>
                    <a:cubicBezTo>
                      <a:pt x="0" y="9316"/>
                      <a:pt x="2679" y="18489"/>
                      <a:pt x="7914" y="26208"/>
                    </a:cubicBezTo>
                    <a:lnTo>
                      <a:pt x="9014" y="25995"/>
                    </a:lnTo>
                    <a:cubicBezTo>
                      <a:pt x="9954" y="24078"/>
                      <a:pt x="9617" y="22073"/>
                      <a:pt x="9475" y="20068"/>
                    </a:cubicBezTo>
                    <a:cubicBezTo>
                      <a:pt x="9422" y="19412"/>
                      <a:pt x="9120" y="18347"/>
                      <a:pt x="9386" y="18188"/>
                    </a:cubicBezTo>
                    <a:cubicBezTo>
                      <a:pt x="10753" y="17336"/>
                      <a:pt x="10274" y="15881"/>
                      <a:pt x="10770" y="14834"/>
                    </a:cubicBezTo>
                    <a:cubicBezTo>
                      <a:pt x="9777" y="13415"/>
                      <a:pt x="8890" y="12137"/>
                      <a:pt x="7328" y="11161"/>
                    </a:cubicBezTo>
                    <a:cubicBezTo>
                      <a:pt x="5270" y="9901"/>
                      <a:pt x="3194" y="8216"/>
                      <a:pt x="3247" y="5235"/>
                    </a:cubicBezTo>
                    <a:cubicBezTo>
                      <a:pt x="3265" y="4649"/>
                      <a:pt x="2999" y="3709"/>
                      <a:pt x="2591" y="3514"/>
                    </a:cubicBezTo>
                    <a:cubicBezTo>
                      <a:pt x="1295" y="2893"/>
                      <a:pt x="479" y="1562"/>
                      <a:pt x="408" y="604"/>
                    </a:cubicBezTo>
                    <a:cubicBezTo>
                      <a:pt x="373" y="391"/>
                      <a:pt x="337" y="196"/>
                      <a:pt x="266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89" name="Google Shape;3189;p70"/>
              <p:cNvSpPr/>
              <p:nvPr/>
            </p:nvSpPr>
            <p:spPr>
              <a:xfrm>
                <a:off x="6189159" y="3076713"/>
                <a:ext cx="117131" cy="35868"/>
              </a:xfrm>
              <a:custGeom>
                <a:avLst/>
                <a:gdLst/>
                <a:ahLst/>
                <a:cxnLst/>
                <a:rect l="l" t="t" r="r" b="b"/>
                <a:pathLst>
                  <a:path w="20300" h="6219" extrusionOk="0">
                    <a:moveTo>
                      <a:pt x="17629" y="0"/>
                    </a:moveTo>
                    <a:cubicBezTo>
                      <a:pt x="12187" y="0"/>
                      <a:pt x="6775" y="976"/>
                      <a:pt x="1651" y="2882"/>
                    </a:cubicBezTo>
                    <a:cubicBezTo>
                      <a:pt x="1207" y="3344"/>
                      <a:pt x="764" y="3823"/>
                      <a:pt x="302" y="4266"/>
                    </a:cubicBezTo>
                    <a:cubicBezTo>
                      <a:pt x="1" y="4568"/>
                      <a:pt x="231" y="5402"/>
                      <a:pt x="214" y="6218"/>
                    </a:cubicBezTo>
                    <a:cubicBezTo>
                      <a:pt x="1402" y="5473"/>
                      <a:pt x="2201" y="4834"/>
                      <a:pt x="3141" y="4408"/>
                    </a:cubicBezTo>
                    <a:cubicBezTo>
                      <a:pt x="5525" y="3347"/>
                      <a:pt x="8003" y="2632"/>
                      <a:pt x="10607" y="2632"/>
                    </a:cubicBezTo>
                    <a:cubicBezTo>
                      <a:pt x="11182" y="2632"/>
                      <a:pt x="11763" y="2666"/>
                      <a:pt x="12350" y="2740"/>
                    </a:cubicBezTo>
                    <a:cubicBezTo>
                      <a:pt x="12586" y="2362"/>
                      <a:pt x="12876" y="2257"/>
                      <a:pt x="13186" y="2257"/>
                    </a:cubicBezTo>
                    <a:cubicBezTo>
                      <a:pt x="13571" y="2257"/>
                      <a:pt x="13986" y="2419"/>
                      <a:pt x="14364" y="2419"/>
                    </a:cubicBezTo>
                    <a:cubicBezTo>
                      <a:pt x="14550" y="2419"/>
                      <a:pt x="14727" y="2379"/>
                      <a:pt x="14887" y="2261"/>
                    </a:cubicBezTo>
                    <a:cubicBezTo>
                      <a:pt x="16502" y="1072"/>
                      <a:pt x="18472" y="718"/>
                      <a:pt x="20299" y="79"/>
                    </a:cubicBezTo>
                    <a:cubicBezTo>
                      <a:pt x="19409" y="26"/>
                      <a:pt x="18519" y="0"/>
                      <a:pt x="17629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90" name="Google Shape;3190;p70"/>
              <p:cNvSpPr/>
              <p:nvPr/>
            </p:nvSpPr>
            <p:spPr>
              <a:xfrm>
                <a:off x="6350006" y="3503923"/>
                <a:ext cx="45156" cy="42581"/>
              </a:xfrm>
              <a:custGeom>
                <a:avLst/>
                <a:gdLst/>
                <a:ahLst/>
                <a:cxnLst/>
                <a:rect l="l" t="t" r="r" b="b"/>
                <a:pathLst>
                  <a:path w="7826" h="7383" extrusionOk="0">
                    <a:moveTo>
                      <a:pt x="7648" y="1"/>
                    </a:moveTo>
                    <a:lnTo>
                      <a:pt x="7648" y="1"/>
                    </a:lnTo>
                    <a:cubicBezTo>
                      <a:pt x="6488" y="417"/>
                      <a:pt x="5728" y="1543"/>
                      <a:pt x="4541" y="1543"/>
                    </a:cubicBezTo>
                    <a:cubicBezTo>
                      <a:pt x="4311" y="1543"/>
                      <a:pt x="4065" y="1501"/>
                      <a:pt x="3797" y="1403"/>
                    </a:cubicBezTo>
                    <a:cubicBezTo>
                      <a:pt x="3766" y="1397"/>
                      <a:pt x="3735" y="1395"/>
                      <a:pt x="3704" y="1395"/>
                    </a:cubicBezTo>
                    <a:cubicBezTo>
                      <a:pt x="3523" y="1395"/>
                      <a:pt x="3348" y="1482"/>
                      <a:pt x="3212" y="1633"/>
                    </a:cubicBezTo>
                    <a:cubicBezTo>
                      <a:pt x="2520" y="3567"/>
                      <a:pt x="142" y="4490"/>
                      <a:pt x="0" y="7045"/>
                    </a:cubicBezTo>
                    <a:lnTo>
                      <a:pt x="1633" y="7382"/>
                    </a:lnTo>
                    <a:cubicBezTo>
                      <a:pt x="2662" y="6353"/>
                      <a:pt x="3655" y="5306"/>
                      <a:pt x="4844" y="4419"/>
                    </a:cubicBezTo>
                    <a:cubicBezTo>
                      <a:pt x="6211" y="3390"/>
                      <a:pt x="7825" y="2219"/>
                      <a:pt x="764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91" name="Google Shape;3191;p70"/>
              <p:cNvSpPr/>
              <p:nvPr/>
            </p:nvSpPr>
            <p:spPr>
              <a:xfrm>
                <a:off x="6262180" y="3141947"/>
                <a:ext cx="28469" cy="38688"/>
              </a:xfrm>
              <a:custGeom>
                <a:avLst/>
                <a:gdLst/>
                <a:ahLst/>
                <a:cxnLst/>
                <a:rect l="l" t="t" r="r" b="b"/>
                <a:pathLst>
                  <a:path w="4934" h="6708" extrusionOk="0">
                    <a:moveTo>
                      <a:pt x="2094" y="0"/>
                    </a:moveTo>
                    <a:lnTo>
                      <a:pt x="2094" y="0"/>
                    </a:lnTo>
                    <a:cubicBezTo>
                      <a:pt x="0" y="1420"/>
                      <a:pt x="3052" y="2467"/>
                      <a:pt x="1988" y="4454"/>
                    </a:cubicBezTo>
                    <a:lnTo>
                      <a:pt x="817" y="4756"/>
                    </a:lnTo>
                    <a:cubicBezTo>
                      <a:pt x="1243" y="6707"/>
                      <a:pt x="2822" y="6228"/>
                      <a:pt x="3851" y="6619"/>
                    </a:cubicBezTo>
                    <a:lnTo>
                      <a:pt x="4933" y="5430"/>
                    </a:lnTo>
                    <a:cubicBezTo>
                      <a:pt x="4685" y="3993"/>
                      <a:pt x="2768" y="2875"/>
                      <a:pt x="4206" y="1207"/>
                    </a:cubicBezTo>
                    <a:cubicBezTo>
                      <a:pt x="3883" y="979"/>
                      <a:pt x="3846" y="221"/>
                      <a:pt x="3400" y="221"/>
                    </a:cubicBezTo>
                    <a:cubicBezTo>
                      <a:pt x="3257" y="221"/>
                      <a:pt x="3072" y="299"/>
                      <a:pt x="2822" y="497"/>
                    </a:cubicBezTo>
                    <a:cubicBezTo>
                      <a:pt x="2815" y="502"/>
                      <a:pt x="2807" y="505"/>
                      <a:pt x="2796" y="505"/>
                    </a:cubicBezTo>
                    <a:cubicBezTo>
                      <a:pt x="2667" y="505"/>
                      <a:pt x="2259" y="115"/>
                      <a:pt x="2094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92" name="Google Shape;3192;p70"/>
              <p:cNvSpPr/>
              <p:nvPr/>
            </p:nvSpPr>
            <p:spPr>
              <a:xfrm>
                <a:off x="6251907" y="3101042"/>
                <a:ext cx="26011" cy="13686"/>
              </a:xfrm>
              <a:custGeom>
                <a:avLst/>
                <a:gdLst/>
                <a:ahLst/>
                <a:cxnLst/>
                <a:rect l="l" t="t" r="r" b="b"/>
                <a:pathLst>
                  <a:path w="4508" h="2373" extrusionOk="0">
                    <a:moveTo>
                      <a:pt x="1606" y="0"/>
                    </a:moveTo>
                    <a:cubicBezTo>
                      <a:pt x="1091" y="0"/>
                      <a:pt x="558" y="171"/>
                      <a:pt x="0" y="723"/>
                    </a:cubicBezTo>
                    <a:cubicBezTo>
                      <a:pt x="430" y="1555"/>
                      <a:pt x="972" y="2195"/>
                      <a:pt x="1679" y="2195"/>
                    </a:cubicBezTo>
                    <a:cubicBezTo>
                      <a:pt x="1906" y="2195"/>
                      <a:pt x="2151" y="2129"/>
                      <a:pt x="2414" y="1982"/>
                    </a:cubicBezTo>
                    <a:cubicBezTo>
                      <a:pt x="2981" y="1663"/>
                      <a:pt x="4507" y="2373"/>
                      <a:pt x="4064" y="456"/>
                    </a:cubicBezTo>
                    <a:lnTo>
                      <a:pt x="4064" y="456"/>
                    </a:lnTo>
                    <a:cubicBezTo>
                      <a:pt x="4046" y="457"/>
                      <a:pt x="4028" y="457"/>
                      <a:pt x="4010" y="457"/>
                    </a:cubicBezTo>
                    <a:cubicBezTo>
                      <a:pt x="3239" y="457"/>
                      <a:pt x="2447" y="0"/>
                      <a:pt x="1606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93" name="Google Shape;3193;p70"/>
              <p:cNvSpPr/>
              <p:nvPr/>
            </p:nvSpPr>
            <p:spPr>
              <a:xfrm>
                <a:off x="6250613" y="3155645"/>
                <a:ext cx="21609" cy="17008"/>
              </a:xfrm>
              <a:custGeom>
                <a:avLst/>
                <a:gdLst/>
                <a:ahLst/>
                <a:cxnLst/>
                <a:rect l="l" t="t" r="r" b="b"/>
                <a:pathLst>
                  <a:path w="3745" h="2949" extrusionOk="0">
                    <a:moveTo>
                      <a:pt x="1345" y="1"/>
                    </a:moveTo>
                    <a:cubicBezTo>
                      <a:pt x="985" y="1"/>
                      <a:pt x="770" y="142"/>
                      <a:pt x="568" y="429"/>
                    </a:cubicBezTo>
                    <a:cubicBezTo>
                      <a:pt x="213" y="943"/>
                      <a:pt x="249" y="1706"/>
                      <a:pt x="0" y="2948"/>
                    </a:cubicBezTo>
                    <a:lnTo>
                      <a:pt x="3744" y="695"/>
                    </a:lnTo>
                    <a:cubicBezTo>
                      <a:pt x="2515" y="235"/>
                      <a:pt x="1810" y="1"/>
                      <a:pt x="1345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94" name="Google Shape;3194;p70"/>
          <p:cNvGrpSpPr/>
          <p:nvPr/>
        </p:nvGrpSpPr>
        <p:grpSpPr>
          <a:xfrm>
            <a:off x="4765697" y="3805743"/>
            <a:ext cx="2988459" cy="1774208"/>
            <a:chOff x="3597785" y="3065882"/>
            <a:chExt cx="2241344" cy="1330656"/>
          </a:xfrm>
        </p:grpSpPr>
        <p:grpSp>
          <p:nvGrpSpPr>
            <p:cNvPr id="3195" name="Google Shape;3195;p70"/>
            <p:cNvGrpSpPr/>
            <p:nvPr/>
          </p:nvGrpSpPr>
          <p:grpSpPr>
            <a:xfrm>
              <a:off x="5296908" y="3937355"/>
              <a:ext cx="143198" cy="32380"/>
              <a:chOff x="5296908" y="3937355"/>
              <a:chExt cx="143198" cy="32380"/>
            </a:xfrm>
          </p:grpSpPr>
          <p:sp>
            <p:nvSpPr>
              <p:cNvPr id="3196" name="Google Shape;3196;p70"/>
              <p:cNvSpPr/>
              <p:nvPr/>
            </p:nvSpPr>
            <p:spPr>
              <a:xfrm>
                <a:off x="5319457" y="3952794"/>
                <a:ext cx="111895" cy="8"/>
              </a:xfrm>
              <a:custGeom>
                <a:avLst/>
                <a:gdLst/>
                <a:ahLst/>
                <a:cxnLst/>
                <a:rect l="l" t="t" r="r" b="b"/>
                <a:pathLst>
                  <a:path w="14227" h="1" fill="none" extrusionOk="0">
                    <a:moveTo>
                      <a:pt x="1" y="0"/>
                    </a:moveTo>
                    <a:lnTo>
                      <a:pt x="14227" y="0"/>
                    </a:lnTo>
                  </a:path>
                </a:pathLst>
              </a:custGeom>
              <a:noFill/>
              <a:ln w="1825" cap="flat" cmpd="sng">
                <a:solidFill>
                  <a:srgbClr val="A5B7C5"/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3197" name="Google Shape;3197;p70"/>
              <p:cNvGrpSpPr/>
              <p:nvPr/>
            </p:nvGrpSpPr>
            <p:grpSpPr>
              <a:xfrm>
                <a:off x="5402331" y="3937355"/>
                <a:ext cx="37776" cy="32380"/>
                <a:chOff x="5402331" y="3937355"/>
                <a:chExt cx="37776" cy="32380"/>
              </a:xfrm>
            </p:grpSpPr>
            <p:sp>
              <p:nvSpPr>
                <p:cNvPr id="3198" name="Google Shape;3198;p70"/>
                <p:cNvSpPr/>
                <p:nvPr/>
              </p:nvSpPr>
              <p:spPr>
                <a:xfrm>
                  <a:off x="5402331" y="3937355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1"/>
                      </a:moveTo>
                      <a:cubicBezTo>
                        <a:pt x="2231" y="1"/>
                        <a:pt x="1714" y="189"/>
                        <a:pt x="1294" y="609"/>
                      </a:cubicBezTo>
                      <a:cubicBezTo>
                        <a:pt x="0" y="1903"/>
                        <a:pt x="919" y="4117"/>
                        <a:pt x="2746" y="4117"/>
                      </a:cubicBezTo>
                      <a:cubicBezTo>
                        <a:pt x="3883" y="4117"/>
                        <a:pt x="4802" y="3185"/>
                        <a:pt x="4802" y="2060"/>
                      </a:cubicBezTo>
                      <a:cubicBezTo>
                        <a:pt x="4802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9" name="Google Shape;3199;p70"/>
                <p:cNvSpPr/>
                <p:nvPr/>
              </p:nvSpPr>
              <p:spPr>
                <a:xfrm>
                  <a:off x="5415174" y="3946990"/>
                  <a:ext cx="15321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8" h="1661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32" y="1416"/>
                      </a:cubicBezTo>
                      <a:cubicBezTo>
                        <a:pt x="701" y="1585"/>
                        <a:pt x="910" y="1661"/>
                        <a:pt x="1114" y="1661"/>
                      </a:cubicBezTo>
                      <a:cubicBezTo>
                        <a:pt x="1540" y="1661"/>
                        <a:pt x="1948" y="1333"/>
                        <a:pt x="1948" y="835"/>
                      </a:cubicBezTo>
                      <a:cubicBezTo>
                        <a:pt x="1948" y="376"/>
                        <a:pt x="1573" y="1"/>
                        <a:pt x="111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00" name="Google Shape;3200;p70"/>
              <p:cNvGrpSpPr/>
              <p:nvPr/>
            </p:nvGrpSpPr>
            <p:grpSpPr>
              <a:xfrm>
                <a:off x="5296908" y="3937355"/>
                <a:ext cx="37783" cy="32380"/>
                <a:chOff x="5296908" y="3937355"/>
                <a:chExt cx="37783" cy="32380"/>
              </a:xfrm>
            </p:grpSpPr>
            <p:sp>
              <p:nvSpPr>
                <p:cNvPr id="3201" name="Google Shape;3201;p70"/>
                <p:cNvSpPr/>
                <p:nvPr/>
              </p:nvSpPr>
              <p:spPr>
                <a:xfrm>
                  <a:off x="5296908" y="3937355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8" y="1"/>
                      </a:moveTo>
                      <a:cubicBezTo>
                        <a:pt x="2231" y="1"/>
                        <a:pt x="1715" y="189"/>
                        <a:pt x="1295" y="609"/>
                      </a:cubicBezTo>
                      <a:cubicBezTo>
                        <a:pt x="1" y="1903"/>
                        <a:pt x="920" y="4117"/>
                        <a:pt x="2747" y="4117"/>
                      </a:cubicBezTo>
                      <a:cubicBezTo>
                        <a:pt x="3884" y="4117"/>
                        <a:pt x="4803" y="3185"/>
                        <a:pt x="4803" y="2060"/>
                      </a:cubicBezTo>
                      <a:cubicBezTo>
                        <a:pt x="4803" y="818"/>
                        <a:pt x="3792" y="1"/>
                        <a:pt x="273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2" name="Google Shape;3202;p70"/>
                <p:cNvSpPr/>
                <p:nvPr/>
              </p:nvSpPr>
              <p:spPr>
                <a:xfrm>
                  <a:off x="5309846" y="3946990"/>
                  <a:ext cx="15235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1" extrusionOk="0">
                      <a:moveTo>
                        <a:pt x="1102" y="1"/>
                      </a:moveTo>
                      <a:cubicBezTo>
                        <a:pt x="364" y="1"/>
                        <a:pt x="1" y="896"/>
                        <a:pt x="521" y="1416"/>
                      </a:cubicBezTo>
                      <a:cubicBezTo>
                        <a:pt x="690" y="1585"/>
                        <a:pt x="899" y="1661"/>
                        <a:pt x="1103" y="1661"/>
                      </a:cubicBezTo>
                      <a:cubicBezTo>
                        <a:pt x="1528" y="1661"/>
                        <a:pt x="1936" y="1333"/>
                        <a:pt x="1936" y="835"/>
                      </a:cubicBezTo>
                      <a:cubicBezTo>
                        <a:pt x="1936" y="376"/>
                        <a:pt x="1561" y="1"/>
                        <a:pt x="110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03" name="Google Shape;3203;p70"/>
            <p:cNvGrpSpPr/>
            <p:nvPr/>
          </p:nvGrpSpPr>
          <p:grpSpPr>
            <a:xfrm>
              <a:off x="4724163" y="3119631"/>
              <a:ext cx="120838" cy="84218"/>
              <a:chOff x="4724163" y="3119631"/>
              <a:chExt cx="120838" cy="84218"/>
            </a:xfrm>
          </p:grpSpPr>
          <p:grpSp>
            <p:nvGrpSpPr>
              <p:cNvPr id="3204" name="Google Shape;3204;p70"/>
              <p:cNvGrpSpPr/>
              <p:nvPr/>
            </p:nvGrpSpPr>
            <p:grpSpPr>
              <a:xfrm>
                <a:off x="4746712" y="3132773"/>
                <a:ext cx="86869" cy="56424"/>
                <a:chOff x="4746712" y="3132773"/>
                <a:chExt cx="86869" cy="56424"/>
              </a:xfrm>
            </p:grpSpPr>
            <p:sp>
              <p:nvSpPr>
                <p:cNvPr id="3205" name="Google Shape;3205;p70"/>
                <p:cNvSpPr/>
                <p:nvPr/>
              </p:nvSpPr>
              <p:spPr>
                <a:xfrm>
                  <a:off x="4746712" y="3132773"/>
                  <a:ext cx="86869" cy="56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5" h="7174" fill="none" extrusionOk="0">
                      <a:moveTo>
                        <a:pt x="0" y="1597"/>
                      </a:moveTo>
                      <a:cubicBezTo>
                        <a:pt x="242" y="1743"/>
                        <a:pt x="3532" y="7174"/>
                        <a:pt x="3532" y="7174"/>
                      </a:cubicBezTo>
                      <a:lnTo>
                        <a:pt x="6290" y="3315"/>
                      </a:lnTo>
                      <a:lnTo>
                        <a:pt x="11044" y="1"/>
                      </a:lnTo>
                      <a:close/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6" name="Google Shape;3206;p70"/>
                <p:cNvSpPr/>
                <p:nvPr/>
              </p:nvSpPr>
              <p:spPr>
                <a:xfrm>
                  <a:off x="4746712" y="3145334"/>
                  <a:ext cx="49479" cy="13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1" h="1719" fill="none" extrusionOk="0">
                      <a:moveTo>
                        <a:pt x="0" y="0"/>
                      </a:moveTo>
                      <a:lnTo>
                        <a:pt x="6290" y="1718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07" name="Google Shape;3207;p70"/>
              <p:cNvGrpSpPr/>
              <p:nvPr/>
            </p:nvGrpSpPr>
            <p:grpSpPr>
              <a:xfrm>
                <a:off x="4773634" y="3143336"/>
                <a:ext cx="37776" cy="32451"/>
                <a:chOff x="4773634" y="3143336"/>
                <a:chExt cx="37776" cy="32451"/>
              </a:xfrm>
            </p:grpSpPr>
            <p:sp>
              <p:nvSpPr>
                <p:cNvPr id="3208" name="Google Shape;3208;p70"/>
                <p:cNvSpPr/>
                <p:nvPr/>
              </p:nvSpPr>
              <p:spPr>
                <a:xfrm>
                  <a:off x="4773634" y="3143336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3" y="187"/>
                        <a:pt x="1295" y="605"/>
                      </a:cubicBezTo>
                      <a:cubicBezTo>
                        <a:pt x="1" y="1900"/>
                        <a:pt x="920" y="4125"/>
                        <a:pt x="2746" y="4125"/>
                      </a:cubicBezTo>
                      <a:cubicBezTo>
                        <a:pt x="3884" y="4125"/>
                        <a:pt x="4803" y="3206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9" name="Google Shape;3209;p70"/>
                <p:cNvSpPr/>
                <p:nvPr/>
              </p:nvSpPr>
              <p:spPr>
                <a:xfrm>
                  <a:off x="4788664" y="3153041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35" y="0"/>
                      </a:moveTo>
                      <a:cubicBezTo>
                        <a:pt x="376" y="0"/>
                        <a:pt x="1" y="375"/>
                        <a:pt x="1" y="835"/>
                      </a:cubicBezTo>
                      <a:cubicBezTo>
                        <a:pt x="1" y="1295"/>
                        <a:pt x="376" y="1657"/>
                        <a:pt x="835" y="1657"/>
                      </a:cubicBezTo>
                      <a:cubicBezTo>
                        <a:pt x="1295" y="1657"/>
                        <a:pt x="1658" y="1295"/>
                        <a:pt x="1658" y="835"/>
                      </a:cubicBezTo>
                      <a:cubicBezTo>
                        <a:pt x="1658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10" name="Google Shape;3210;p70"/>
              <p:cNvGrpSpPr/>
              <p:nvPr/>
            </p:nvGrpSpPr>
            <p:grpSpPr>
              <a:xfrm>
                <a:off x="4724163" y="3131248"/>
                <a:ext cx="37776" cy="32459"/>
                <a:chOff x="4724163" y="3131248"/>
                <a:chExt cx="37776" cy="32459"/>
              </a:xfrm>
            </p:grpSpPr>
            <p:sp>
              <p:nvSpPr>
                <p:cNvPr id="3211" name="Google Shape;3211;p70"/>
                <p:cNvSpPr/>
                <p:nvPr/>
              </p:nvSpPr>
              <p:spPr>
                <a:xfrm>
                  <a:off x="4724163" y="3131248"/>
                  <a:ext cx="37776" cy="3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7" extrusionOk="0">
                      <a:moveTo>
                        <a:pt x="2730" y="1"/>
                      </a:moveTo>
                      <a:cubicBezTo>
                        <a:pt x="2226" y="1"/>
                        <a:pt x="1712" y="188"/>
                        <a:pt x="1295" y="606"/>
                      </a:cubicBezTo>
                      <a:cubicBezTo>
                        <a:pt x="0" y="1900"/>
                        <a:pt x="920" y="4114"/>
                        <a:pt x="2746" y="4126"/>
                      </a:cubicBezTo>
                      <a:cubicBezTo>
                        <a:pt x="3883" y="4114"/>
                        <a:pt x="4803" y="3195"/>
                        <a:pt x="4803" y="2070"/>
                      </a:cubicBezTo>
                      <a:cubicBezTo>
                        <a:pt x="4803" y="824"/>
                        <a:pt x="3787" y="1"/>
                        <a:pt x="273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2" name="Google Shape;3212;p70"/>
                <p:cNvSpPr/>
                <p:nvPr/>
              </p:nvSpPr>
              <p:spPr>
                <a:xfrm>
                  <a:off x="4739288" y="3140953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1" y="376"/>
                        <a:pt x="1" y="823"/>
                      </a:cubicBezTo>
                      <a:cubicBezTo>
                        <a:pt x="1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13" name="Google Shape;3213;p70"/>
              <p:cNvGrpSpPr/>
              <p:nvPr/>
            </p:nvGrpSpPr>
            <p:grpSpPr>
              <a:xfrm>
                <a:off x="4755081" y="3176054"/>
                <a:ext cx="32357" cy="27795"/>
                <a:chOff x="4755081" y="3176054"/>
                <a:chExt cx="32357" cy="27795"/>
              </a:xfrm>
            </p:grpSpPr>
            <p:sp>
              <p:nvSpPr>
                <p:cNvPr id="3214" name="Google Shape;3214;p70"/>
                <p:cNvSpPr/>
                <p:nvPr/>
              </p:nvSpPr>
              <p:spPr>
                <a:xfrm>
                  <a:off x="4755081" y="3176054"/>
                  <a:ext cx="32357" cy="27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" h="3534" extrusionOk="0">
                      <a:moveTo>
                        <a:pt x="2338" y="0"/>
                      </a:moveTo>
                      <a:cubicBezTo>
                        <a:pt x="1904" y="0"/>
                        <a:pt x="1462" y="162"/>
                        <a:pt x="1101" y="522"/>
                      </a:cubicBezTo>
                      <a:cubicBezTo>
                        <a:pt x="1" y="1635"/>
                        <a:pt x="787" y="3534"/>
                        <a:pt x="2360" y="3534"/>
                      </a:cubicBezTo>
                      <a:cubicBezTo>
                        <a:pt x="3327" y="3534"/>
                        <a:pt x="4114" y="2735"/>
                        <a:pt x="4114" y="1768"/>
                      </a:cubicBezTo>
                      <a:cubicBezTo>
                        <a:pt x="4114" y="704"/>
                        <a:pt x="3245" y="0"/>
                        <a:pt x="23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5" name="Google Shape;3215;p70"/>
                <p:cNvSpPr/>
                <p:nvPr/>
              </p:nvSpPr>
              <p:spPr>
                <a:xfrm>
                  <a:off x="4767924" y="3185768"/>
                  <a:ext cx="9902" cy="8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9" h="1067" extrusionOk="0">
                      <a:moveTo>
                        <a:pt x="714" y="0"/>
                      </a:moveTo>
                      <a:cubicBezTo>
                        <a:pt x="243" y="0"/>
                        <a:pt x="1" y="569"/>
                        <a:pt x="339" y="908"/>
                      </a:cubicBezTo>
                      <a:cubicBezTo>
                        <a:pt x="449" y="1017"/>
                        <a:pt x="584" y="1066"/>
                        <a:pt x="716" y="1066"/>
                      </a:cubicBezTo>
                      <a:cubicBezTo>
                        <a:pt x="993" y="1066"/>
                        <a:pt x="1259" y="852"/>
                        <a:pt x="1259" y="533"/>
                      </a:cubicBezTo>
                      <a:cubicBezTo>
                        <a:pt x="1259" y="230"/>
                        <a:pt x="1017" y="0"/>
                        <a:pt x="7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16" name="Google Shape;3216;p70"/>
              <p:cNvGrpSpPr/>
              <p:nvPr/>
            </p:nvGrpSpPr>
            <p:grpSpPr>
              <a:xfrm>
                <a:off x="4812550" y="3119631"/>
                <a:ext cx="32451" cy="27803"/>
                <a:chOff x="4812550" y="3119631"/>
                <a:chExt cx="32451" cy="27803"/>
              </a:xfrm>
            </p:grpSpPr>
            <p:sp>
              <p:nvSpPr>
                <p:cNvPr id="3217" name="Google Shape;3217;p70"/>
                <p:cNvSpPr/>
                <p:nvPr/>
              </p:nvSpPr>
              <p:spPr>
                <a:xfrm>
                  <a:off x="4812550" y="3119631"/>
                  <a:ext cx="32451" cy="27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6" h="3535" extrusionOk="0">
                      <a:moveTo>
                        <a:pt x="2350" y="1"/>
                      </a:moveTo>
                      <a:cubicBezTo>
                        <a:pt x="1916" y="1"/>
                        <a:pt x="1473" y="162"/>
                        <a:pt x="1113" y="522"/>
                      </a:cubicBezTo>
                      <a:cubicBezTo>
                        <a:pt x="0" y="1635"/>
                        <a:pt x="798" y="3534"/>
                        <a:pt x="2371" y="3534"/>
                      </a:cubicBezTo>
                      <a:cubicBezTo>
                        <a:pt x="3339" y="3534"/>
                        <a:pt x="4125" y="2748"/>
                        <a:pt x="4125" y="1768"/>
                      </a:cubicBezTo>
                      <a:cubicBezTo>
                        <a:pt x="4125" y="705"/>
                        <a:pt x="3256" y="1"/>
                        <a:pt x="235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8" name="Google Shape;3218;p70"/>
                <p:cNvSpPr/>
                <p:nvPr/>
              </p:nvSpPr>
              <p:spPr>
                <a:xfrm>
                  <a:off x="4826912" y="3129352"/>
                  <a:ext cx="8478" cy="8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8" h="1065" extrusionOk="0">
                      <a:moveTo>
                        <a:pt x="533" y="0"/>
                      </a:moveTo>
                      <a:cubicBezTo>
                        <a:pt x="243" y="0"/>
                        <a:pt x="1" y="242"/>
                        <a:pt x="1" y="532"/>
                      </a:cubicBezTo>
                      <a:cubicBezTo>
                        <a:pt x="1" y="835"/>
                        <a:pt x="243" y="1065"/>
                        <a:pt x="533" y="1065"/>
                      </a:cubicBezTo>
                      <a:cubicBezTo>
                        <a:pt x="835" y="1065"/>
                        <a:pt x="1077" y="835"/>
                        <a:pt x="1077" y="532"/>
                      </a:cubicBezTo>
                      <a:cubicBezTo>
                        <a:pt x="1077" y="242"/>
                        <a:pt x="835" y="0"/>
                        <a:pt x="53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19" name="Google Shape;3219;p70"/>
            <p:cNvGrpSpPr/>
            <p:nvPr/>
          </p:nvGrpSpPr>
          <p:grpSpPr>
            <a:xfrm>
              <a:off x="5382826" y="4027197"/>
              <a:ext cx="268967" cy="250422"/>
              <a:chOff x="5382826" y="4027197"/>
              <a:chExt cx="268967" cy="250422"/>
            </a:xfrm>
          </p:grpSpPr>
          <p:grpSp>
            <p:nvGrpSpPr>
              <p:cNvPr id="3220" name="Google Shape;3220;p70"/>
              <p:cNvGrpSpPr/>
              <p:nvPr/>
            </p:nvGrpSpPr>
            <p:grpSpPr>
              <a:xfrm>
                <a:off x="5405280" y="4042510"/>
                <a:ext cx="237570" cy="218647"/>
                <a:chOff x="5405280" y="4042510"/>
                <a:chExt cx="237570" cy="218647"/>
              </a:xfrm>
            </p:grpSpPr>
            <p:sp>
              <p:nvSpPr>
                <p:cNvPr id="3221" name="Google Shape;3221;p70"/>
                <p:cNvSpPr/>
                <p:nvPr/>
              </p:nvSpPr>
              <p:spPr>
                <a:xfrm>
                  <a:off x="5405280" y="4042510"/>
                  <a:ext cx="144999" cy="173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36" h="22102" fill="none" extrusionOk="0">
                      <a:moveTo>
                        <a:pt x="0" y="12037"/>
                      </a:moveTo>
                      <a:cubicBezTo>
                        <a:pt x="702" y="12073"/>
                        <a:pt x="12302" y="22101"/>
                        <a:pt x="12302" y="22101"/>
                      </a:cubicBezTo>
                      <a:lnTo>
                        <a:pt x="11819" y="13005"/>
                      </a:lnTo>
                      <a:lnTo>
                        <a:pt x="18435" y="1"/>
                      </a:lnTo>
                      <a:lnTo>
                        <a:pt x="0" y="1252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2" name="Google Shape;3222;p70"/>
                <p:cNvSpPr/>
                <p:nvPr/>
              </p:nvSpPr>
              <p:spPr>
                <a:xfrm>
                  <a:off x="5502036" y="4125093"/>
                  <a:ext cx="134350" cy="135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82" h="17239" fill="none" extrusionOk="0">
                      <a:moveTo>
                        <a:pt x="13513" y="17239"/>
                      </a:moveTo>
                      <a:lnTo>
                        <a:pt x="12690" y="8614"/>
                      </a:lnTo>
                      <a:lnTo>
                        <a:pt x="17081" y="1"/>
                      </a:lnTo>
                      <a:lnTo>
                        <a:pt x="0" y="2021"/>
                      </a:lnTo>
                      <a:close/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3" name="Google Shape;3223;p70"/>
                <p:cNvSpPr/>
                <p:nvPr/>
              </p:nvSpPr>
              <p:spPr>
                <a:xfrm>
                  <a:off x="5543704" y="4042990"/>
                  <a:ext cx="99146" cy="816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06" h="10380" fill="none" extrusionOk="0">
                      <a:moveTo>
                        <a:pt x="1" y="0"/>
                      </a:moveTo>
                      <a:lnTo>
                        <a:pt x="12606" y="1037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4" name="Google Shape;3224;p70"/>
                <p:cNvSpPr/>
                <p:nvPr/>
              </p:nvSpPr>
              <p:spPr>
                <a:xfrm>
                  <a:off x="5501941" y="4140980"/>
                  <a:ext cx="103708" cy="51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6" h="6594" fill="none" extrusionOk="0">
                      <a:moveTo>
                        <a:pt x="13186" y="6594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5" name="Google Shape;3225;p70"/>
                <p:cNvSpPr/>
                <p:nvPr/>
              </p:nvSpPr>
              <p:spPr>
                <a:xfrm>
                  <a:off x="5495854" y="4211010"/>
                  <a:ext cx="105989" cy="50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76" h="6376" fill="none" extrusionOk="0">
                      <a:moveTo>
                        <a:pt x="0" y="0"/>
                      </a:moveTo>
                      <a:lnTo>
                        <a:pt x="13476" y="637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6" name="Google Shape;3226;p70"/>
                <p:cNvSpPr/>
                <p:nvPr/>
              </p:nvSpPr>
              <p:spPr>
                <a:xfrm>
                  <a:off x="5405280" y="4134420"/>
                  <a:ext cx="96669" cy="6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91" h="835" fill="none" extrusionOk="0">
                      <a:moveTo>
                        <a:pt x="12290" y="83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27" name="Google Shape;3227;p70"/>
              <p:cNvGrpSpPr/>
              <p:nvPr/>
            </p:nvGrpSpPr>
            <p:grpSpPr>
              <a:xfrm>
                <a:off x="5382826" y="4125549"/>
                <a:ext cx="37776" cy="32380"/>
                <a:chOff x="5382826" y="4125549"/>
                <a:chExt cx="37776" cy="32380"/>
              </a:xfrm>
            </p:grpSpPr>
            <p:sp>
              <p:nvSpPr>
                <p:cNvPr id="3228" name="Google Shape;3228;p70"/>
                <p:cNvSpPr/>
                <p:nvPr/>
              </p:nvSpPr>
              <p:spPr>
                <a:xfrm>
                  <a:off x="5382826" y="4125549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4" y="0"/>
                      </a:moveTo>
                      <a:cubicBezTo>
                        <a:pt x="2229" y="0"/>
                        <a:pt x="1714" y="188"/>
                        <a:pt x="1295" y="608"/>
                      </a:cubicBezTo>
                      <a:cubicBezTo>
                        <a:pt x="0" y="1902"/>
                        <a:pt x="907" y="4116"/>
                        <a:pt x="2746" y="4116"/>
                      </a:cubicBezTo>
                      <a:cubicBezTo>
                        <a:pt x="3871" y="4116"/>
                        <a:pt x="4790" y="3197"/>
                        <a:pt x="4803" y="2060"/>
                      </a:cubicBezTo>
                      <a:cubicBezTo>
                        <a:pt x="4794" y="817"/>
                        <a:pt x="3787" y="0"/>
                        <a:pt x="273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9" name="Google Shape;3229;p70"/>
                <p:cNvSpPr/>
                <p:nvPr/>
              </p:nvSpPr>
              <p:spPr>
                <a:xfrm>
                  <a:off x="5395669" y="4135176"/>
                  <a:ext cx="15227" cy="13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2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3" y="1661"/>
                      </a:cubicBezTo>
                      <a:cubicBezTo>
                        <a:pt x="1528" y="1661"/>
                        <a:pt x="1936" y="1334"/>
                        <a:pt x="1936" y="836"/>
                      </a:cubicBezTo>
                      <a:cubicBezTo>
                        <a:pt x="1936" y="376"/>
                        <a:pt x="1561" y="1"/>
                        <a:pt x="111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30" name="Google Shape;3230;p70"/>
              <p:cNvGrpSpPr/>
              <p:nvPr/>
            </p:nvGrpSpPr>
            <p:grpSpPr>
              <a:xfrm>
                <a:off x="5475680" y="4195587"/>
                <a:ext cx="37783" cy="32364"/>
                <a:chOff x="5475680" y="4195587"/>
                <a:chExt cx="37783" cy="32364"/>
              </a:xfrm>
            </p:grpSpPr>
            <p:sp>
              <p:nvSpPr>
                <p:cNvPr id="3231" name="Google Shape;3231;p70"/>
                <p:cNvSpPr/>
                <p:nvPr/>
              </p:nvSpPr>
              <p:spPr>
                <a:xfrm>
                  <a:off x="5475680" y="4195587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2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1" y="1901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2" name="Google Shape;3232;p70"/>
                <p:cNvSpPr/>
                <p:nvPr/>
              </p:nvSpPr>
              <p:spPr>
                <a:xfrm>
                  <a:off x="5488523" y="4205300"/>
                  <a:ext cx="15329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9" h="1658" extrusionOk="0">
                      <a:moveTo>
                        <a:pt x="1114" y="0"/>
                      </a:moveTo>
                      <a:cubicBezTo>
                        <a:pt x="376" y="0"/>
                        <a:pt x="1" y="883"/>
                        <a:pt x="533" y="1416"/>
                      </a:cubicBezTo>
                      <a:cubicBezTo>
                        <a:pt x="700" y="1583"/>
                        <a:pt x="905" y="1657"/>
                        <a:pt x="1106" y="1657"/>
                      </a:cubicBezTo>
                      <a:cubicBezTo>
                        <a:pt x="1531" y="1657"/>
                        <a:pt x="1940" y="1324"/>
                        <a:pt x="1948" y="823"/>
                      </a:cubicBezTo>
                      <a:cubicBezTo>
                        <a:pt x="1948" y="363"/>
                        <a:pt x="1573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33" name="Google Shape;3233;p70"/>
              <p:cNvGrpSpPr/>
              <p:nvPr/>
            </p:nvGrpSpPr>
            <p:grpSpPr>
              <a:xfrm>
                <a:off x="5532575" y="4027197"/>
                <a:ext cx="33308" cy="32262"/>
                <a:chOff x="5532575" y="4027197"/>
                <a:chExt cx="33308" cy="32262"/>
              </a:xfrm>
            </p:grpSpPr>
            <p:sp>
              <p:nvSpPr>
                <p:cNvPr id="3234" name="Google Shape;3234;p70"/>
                <p:cNvSpPr/>
                <p:nvPr/>
              </p:nvSpPr>
              <p:spPr>
                <a:xfrm>
                  <a:off x="5532575" y="4027197"/>
                  <a:ext cx="33308" cy="32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5" h="4102" extrusionOk="0">
                      <a:moveTo>
                        <a:pt x="1984" y="0"/>
                      </a:moveTo>
                      <a:cubicBezTo>
                        <a:pt x="871" y="49"/>
                        <a:pt x="0" y="1004"/>
                        <a:pt x="37" y="2117"/>
                      </a:cubicBezTo>
                      <a:cubicBezTo>
                        <a:pt x="73" y="3227"/>
                        <a:pt x="980" y="4101"/>
                        <a:pt x="2084" y="4101"/>
                      </a:cubicBezTo>
                      <a:cubicBezTo>
                        <a:pt x="2099" y="4101"/>
                        <a:pt x="2114" y="4101"/>
                        <a:pt x="2130" y="4101"/>
                      </a:cubicBezTo>
                      <a:lnTo>
                        <a:pt x="2275" y="4101"/>
                      </a:lnTo>
                      <a:cubicBezTo>
                        <a:pt x="3375" y="4028"/>
                        <a:pt x="4234" y="3085"/>
                        <a:pt x="4186" y="1984"/>
                      </a:cubicBezTo>
                      <a:cubicBezTo>
                        <a:pt x="4150" y="871"/>
                        <a:pt x="3242" y="0"/>
                        <a:pt x="21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5" name="Google Shape;3235;p70"/>
                <p:cNvSpPr/>
                <p:nvPr/>
              </p:nvSpPr>
              <p:spPr>
                <a:xfrm>
                  <a:off x="5540661" y="4036792"/>
                  <a:ext cx="15502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1" h="1661" extrusionOk="0">
                      <a:moveTo>
                        <a:pt x="1098" y="1"/>
                      </a:moveTo>
                      <a:cubicBezTo>
                        <a:pt x="1083" y="1"/>
                        <a:pt x="1068" y="1"/>
                        <a:pt x="1053" y="2"/>
                      </a:cubicBezTo>
                      <a:cubicBezTo>
                        <a:pt x="315" y="50"/>
                        <a:pt x="1" y="970"/>
                        <a:pt x="557" y="1453"/>
                      </a:cubicBezTo>
                      <a:cubicBezTo>
                        <a:pt x="721" y="1596"/>
                        <a:pt x="913" y="1660"/>
                        <a:pt x="1100" y="1660"/>
                      </a:cubicBezTo>
                      <a:cubicBezTo>
                        <a:pt x="1548" y="1660"/>
                        <a:pt x="1970" y="1296"/>
                        <a:pt x="1936" y="776"/>
                      </a:cubicBezTo>
                      <a:cubicBezTo>
                        <a:pt x="1901" y="332"/>
                        <a:pt x="1527" y="1"/>
                        <a:pt x="109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36" name="Google Shape;3236;p70"/>
              <p:cNvGrpSpPr/>
              <p:nvPr/>
            </p:nvGrpSpPr>
            <p:grpSpPr>
              <a:xfrm>
                <a:off x="5590706" y="4245348"/>
                <a:ext cx="33497" cy="32270"/>
                <a:chOff x="5590706" y="4245348"/>
                <a:chExt cx="33497" cy="32270"/>
              </a:xfrm>
            </p:grpSpPr>
            <p:sp>
              <p:nvSpPr>
                <p:cNvPr id="3237" name="Google Shape;3237;p70"/>
                <p:cNvSpPr/>
                <p:nvPr/>
              </p:nvSpPr>
              <p:spPr>
                <a:xfrm>
                  <a:off x="5590706" y="4245348"/>
                  <a:ext cx="33497" cy="32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4103" extrusionOk="0">
                      <a:moveTo>
                        <a:pt x="2175" y="0"/>
                      </a:moveTo>
                      <a:cubicBezTo>
                        <a:pt x="2160" y="0"/>
                        <a:pt x="2145" y="1"/>
                        <a:pt x="2130" y="1"/>
                      </a:cubicBezTo>
                      <a:lnTo>
                        <a:pt x="1984" y="1"/>
                      </a:lnTo>
                      <a:cubicBezTo>
                        <a:pt x="872" y="49"/>
                        <a:pt x="1" y="993"/>
                        <a:pt x="37" y="2118"/>
                      </a:cubicBezTo>
                      <a:cubicBezTo>
                        <a:pt x="73" y="3228"/>
                        <a:pt x="980" y="4102"/>
                        <a:pt x="2085" y="4102"/>
                      </a:cubicBezTo>
                      <a:cubicBezTo>
                        <a:pt x="2100" y="4102"/>
                        <a:pt x="2115" y="4102"/>
                        <a:pt x="2130" y="4102"/>
                      </a:cubicBezTo>
                      <a:lnTo>
                        <a:pt x="2275" y="4102"/>
                      </a:lnTo>
                      <a:cubicBezTo>
                        <a:pt x="3388" y="4041"/>
                        <a:pt x="4259" y="3098"/>
                        <a:pt x="4222" y="1985"/>
                      </a:cubicBezTo>
                      <a:cubicBezTo>
                        <a:pt x="4175" y="875"/>
                        <a:pt x="3279" y="0"/>
                        <a:pt x="217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8" name="Google Shape;3238;p70"/>
                <p:cNvSpPr/>
                <p:nvPr/>
              </p:nvSpPr>
              <p:spPr>
                <a:xfrm>
                  <a:off x="5598791" y="4254944"/>
                  <a:ext cx="1540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9" h="1659" extrusionOk="0">
                      <a:moveTo>
                        <a:pt x="1106" y="0"/>
                      </a:moveTo>
                      <a:cubicBezTo>
                        <a:pt x="1085" y="0"/>
                        <a:pt x="1063" y="1"/>
                        <a:pt x="1041" y="3"/>
                      </a:cubicBezTo>
                      <a:cubicBezTo>
                        <a:pt x="303" y="51"/>
                        <a:pt x="1" y="970"/>
                        <a:pt x="557" y="1454"/>
                      </a:cubicBezTo>
                      <a:cubicBezTo>
                        <a:pt x="720" y="1596"/>
                        <a:pt x="909" y="1659"/>
                        <a:pt x="1093" y="1659"/>
                      </a:cubicBezTo>
                      <a:cubicBezTo>
                        <a:pt x="1538" y="1659"/>
                        <a:pt x="1958" y="1290"/>
                        <a:pt x="1924" y="777"/>
                      </a:cubicBezTo>
                      <a:cubicBezTo>
                        <a:pt x="1901" y="339"/>
                        <a:pt x="1538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39" name="Google Shape;3239;p70"/>
              <p:cNvGrpSpPr/>
              <p:nvPr/>
            </p:nvGrpSpPr>
            <p:grpSpPr>
              <a:xfrm>
                <a:off x="5618681" y="4109677"/>
                <a:ext cx="33112" cy="32357"/>
                <a:chOff x="5618681" y="4109677"/>
                <a:chExt cx="33112" cy="32357"/>
              </a:xfrm>
            </p:grpSpPr>
            <p:sp>
              <p:nvSpPr>
                <p:cNvPr id="3240" name="Google Shape;3240;p70"/>
                <p:cNvSpPr/>
                <p:nvPr/>
              </p:nvSpPr>
              <p:spPr>
                <a:xfrm>
                  <a:off x="5618681" y="4109677"/>
                  <a:ext cx="33112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0" h="4114" extrusionOk="0">
                      <a:moveTo>
                        <a:pt x="1984" y="1"/>
                      </a:moveTo>
                      <a:cubicBezTo>
                        <a:pt x="871" y="61"/>
                        <a:pt x="0" y="1005"/>
                        <a:pt x="36" y="2130"/>
                      </a:cubicBezTo>
                      <a:cubicBezTo>
                        <a:pt x="84" y="3235"/>
                        <a:pt x="992" y="4114"/>
                        <a:pt x="2106" y="4114"/>
                      </a:cubicBezTo>
                      <a:cubicBezTo>
                        <a:pt x="2114" y="4114"/>
                        <a:pt x="2121" y="4114"/>
                        <a:pt x="2129" y="4114"/>
                      </a:cubicBezTo>
                      <a:lnTo>
                        <a:pt x="2274" y="4114"/>
                      </a:lnTo>
                      <a:cubicBezTo>
                        <a:pt x="3375" y="4029"/>
                        <a:pt x="4210" y="3086"/>
                        <a:pt x="4173" y="1985"/>
                      </a:cubicBezTo>
                      <a:cubicBezTo>
                        <a:pt x="4137" y="884"/>
                        <a:pt x="3230" y="13"/>
                        <a:pt x="212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1" name="Google Shape;3241;p70"/>
                <p:cNvSpPr/>
                <p:nvPr/>
              </p:nvSpPr>
              <p:spPr>
                <a:xfrm>
                  <a:off x="5626767" y="4119280"/>
                  <a:ext cx="15494" cy="13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0" h="1660" extrusionOk="0">
                      <a:moveTo>
                        <a:pt x="1098" y="1"/>
                      </a:moveTo>
                      <a:cubicBezTo>
                        <a:pt x="1083" y="1"/>
                        <a:pt x="1068" y="1"/>
                        <a:pt x="1053" y="2"/>
                      </a:cubicBezTo>
                      <a:cubicBezTo>
                        <a:pt x="315" y="62"/>
                        <a:pt x="0" y="970"/>
                        <a:pt x="557" y="1453"/>
                      </a:cubicBezTo>
                      <a:cubicBezTo>
                        <a:pt x="721" y="1596"/>
                        <a:pt x="913" y="1660"/>
                        <a:pt x="1100" y="1660"/>
                      </a:cubicBezTo>
                      <a:cubicBezTo>
                        <a:pt x="1547" y="1660"/>
                        <a:pt x="1970" y="1296"/>
                        <a:pt x="1936" y="776"/>
                      </a:cubicBezTo>
                      <a:cubicBezTo>
                        <a:pt x="1901" y="332"/>
                        <a:pt x="1527" y="1"/>
                        <a:pt x="109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42" name="Google Shape;3242;p70"/>
              <p:cNvGrpSpPr/>
              <p:nvPr/>
            </p:nvGrpSpPr>
            <p:grpSpPr>
              <a:xfrm>
                <a:off x="5479298" y="4128262"/>
                <a:ext cx="31405" cy="26906"/>
                <a:chOff x="5479298" y="4128262"/>
                <a:chExt cx="31405" cy="26906"/>
              </a:xfrm>
            </p:grpSpPr>
            <p:sp>
              <p:nvSpPr>
                <p:cNvPr id="3243" name="Google Shape;3243;p70"/>
                <p:cNvSpPr/>
                <p:nvPr/>
              </p:nvSpPr>
              <p:spPr>
                <a:xfrm>
                  <a:off x="5479298" y="4128262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2"/>
                        <a:pt x="762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5"/>
                      </a:cubicBezTo>
                      <a:cubicBezTo>
                        <a:pt x="3992" y="683"/>
                        <a:pt x="3150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4" name="Google Shape;3244;p70"/>
                <p:cNvSpPr/>
                <p:nvPr/>
              </p:nvSpPr>
              <p:spPr>
                <a:xfrm>
                  <a:off x="5493471" y="4137936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8" y="1"/>
                        <a:pt x="1" y="218"/>
                        <a:pt x="1" y="485"/>
                      </a:cubicBezTo>
                      <a:cubicBezTo>
                        <a:pt x="1" y="751"/>
                        <a:pt x="218" y="968"/>
                        <a:pt x="485" y="968"/>
                      </a:cubicBezTo>
                      <a:cubicBezTo>
                        <a:pt x="751" y="968"/>
                        <a:pt x="968" y="751"/>
                        <a:pt x="968" y="485"/>
                      </a:cubicBezTo>
                      <a:cubicBezTo>
                        <a:pt x="968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45" name="Google Shape;3245;p70"/>
              <p:cNvGrpSpPr/>
              <p:nvPr/>
            </p:nvGrpSpPr>
            <p:grpSpPr>
              <a:xfrm>
                <a:off x="5582903" y="4180116"/>
                <a:ext cx="31499" cy="26898"/>
                <a:chOff x="5582903" y="4180116"/>
                <a:chExt cx="31499" cy="26898"/>
              </a:xfrm>
            </p:grpSpPr>
            <p:sp>
              <p:nvSpPr>
                <p:cNvPr id="3246" name="Google Shape;3246;p70"/>
                <p:cNvSpPr/>
                <p:nvPr/>
              </p:nvSpPr>
              <p:spPr>
                <a:xfrm>
                  <a:off x="5582903" y="4180116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1"/>
                      </a:moveTo>
                      <a:cubicBezTo>
                        <a:pt x="1855" y="1"/>
                        <a:pt x="1425" y="156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4005" y="2658"/>
                        <a:pt x="4005" y="1714"/>
                      </a:cubicBezTo>
                      <a:cubicBezTo>
                        <a:pt x="4005" y="683"/>
                        <a:pt x="3157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7" name="Google Shape;3247;p70"/>
                <p:cNvSpPr/>
                <p:nvPr/>
              </p:nvSpPr>
              <p:spPr>
                <a:xfrm>
                  <a:off x="5597084" y="4189790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48" name="Google Shape;3248;p70"/>
            <p:cNvGrpSpPr/>
            <p:nvPr/>
          </p:nvGrpSpPr>
          <p:grpSpPr>
            <a:xfrm>
              <a:off x="3977681" y="3230323"/>
              <a:ext cx="94584" cy="84085"/>
              <a:chOff x="3977681" y="3230323"/>
              <a:chExt cx="94584" cy="84085"/>
            </a:xfrm>
          </p:grpSpPr>
          <p:grpSp>
            <p:nvGrpSpPr>
              <p:cNvPr id="3249" name="Google Shape;3249;p70"/>
              <p:cNvGrpSpPr/>
              <p:nvPr/>
            </p:nvGrpSpPr>
            <p:grpSpPr>
              <a:xfrm>
                <a:off x="4000135" y="3243041"/>
                <a:ext cx="59570" cy="57186"/>
                <a:chOff x="4000135" y="3243041"/>
                <a:chExt cx="59570" cy="57186"/>
              </a:xfrm>
            </p:grpSpPr>
            <p:sp>
              <p:nvSpPr>
                <p:cNvPr id="3250" name="Google Shape;3250;p70"/>
                <p:cNvSpPr/>
                <p:nvPr/>
              </p:nvSpPr>
              <p:spPr>
                <a:xfrm>
                  <a:off x="4000135" y="3243041"/>
                  <a:ext cx="59570" cy="57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74" h="7259" fill="none" extrusionOk="0">
                      <a:moveTo>
                        <a:pt x="1" y="2323"/>
                      </a:moveTo>
                      <a:lnTo>
                        <a:pt x="2577" y="7259"/>
                      </a:lnTo>
                      <a:lnTo>
                        <a:pt x="7573" y="4114"/>
                      </a:lnTo>
                      <a:lnTo>
                        <a:pt x="5541" y="1"/>
                      </a:lnTo>
                      <a:lnTo>
                        <a:pt x="352" y="232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1" name="Google Shape;3251;p70"/>
                <p:cNvSpPr/>
                <p:nvPr/>
              </p:nvSpPr>
              <p:spPr>
                <a:xfrm>
                  <a:off x="4024210" y="3246847"/>
                  <a:ext cx="15706" cy="53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6787" fill="none" extrusionOk="0">
                      <a:moveTo>
                        <a:pt x="0" y="6787"/>
                      </a:moveTo>
                      <a:lnTo>
                        <a:pt x="1996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2" name="Google Shape;3252;p70"/>
                <p:cNvSpPr/>
                <p:nvPr/>
              </p:nvSpPr>
              <p:spPr>
                <a:xfrm>
                  <a:off x="4002896" y="3261311"/>
                  <a:ext cx="56809" cy="14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" h="1791" fill="none" extrusionOk="0">
                      <a:moveTo>
                        <a:pt x="7222" y="1791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53" name="Google Shape;3253;p70"/>
              <p:cNvGrpSpPr/>
              <p:nvPr/>
            </p:nvGrpSpPr>
            <p:grpSpPr>
              <a:xfrm>
                <a:off x="3977681" y="3245872"/>
                <a:ext cx="37783" cy="32380"/>
                <a:chOff x="3977681" y="3245872"/>
                <a:chExt cx="37783" cy="32380"/>
              </a:xfrm>
            </p:grpSpPr>
            <p:sp>
              <p:nvSpPr>
                <p:cNvPr id="3254" name="Google Shape;3254;p70"/>
                <p:cNvSpPr/>
                <p:nvPr/>
              </p:nvSpPr>
              <p:spPr>
                <a:xfrm>
                  <a:off x="3977681" y="3245872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26" y="1"/>
                      </a:moveTo>
                      <a:cubicBezTo>
                        <a:pt x="2219" y="1"/>
                        <a:pt x="1703" y="189"/>
                        <a:pt x="1283" y="608"/>
                      </a:cubicBezTo>
                      <a:cubicBezTo>
                        <a:pt x="1" y="1903"/>
                        <a:pt x="908" y="4117"/>
                        <a:pt x="2747" y="4117"/>
                      </a:cubicBezTo>
                      <a:cubicBezTo>
                        <a:pt x="3872" y="4104"/>
                        <a:pt x="4791" y="3185"/>
                        <a:pt x="4803" y="2060"/>
                      </a:cubicBezTo>
                      <a:cubicBezTo>
                        <a:pt x="4795" y="818"/>
                        <a:pt x="3782" y="1"/>
                        <a:pt x="272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5" name="Google Shape;3255;p70"/>
                <p:cNvSpPr/>
                <p:nvPr/>
              </p:nvSpPr>
              <p:spPr>
                <a:xfrm>
                  <a:off x="3992718" y="3255507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56" name="Google Shape;3256;p70"/>
              <p:cNvGrpSpPr/>
              <p:nvPr/>
            </p:nvGrpSpPr>
            <p:grpSpPr>
              <a:xfrm>
                <a:off x="4040860" y="3262672"/>
                <a:ext cx="31405" cy="27001"/>
                <a:chOff x="4040860" y="3262672"/>
                <a:chExt cx="31405" cy="27001"/>
              </a:xfrm>
            </p:grpSpPr>
            <p:sp>
              <p:nvSpPr>
                <p:cNvPr id="3257" name="Google Shape;3257;p70"/>
                <p:cNvSpPr/>
                <p:nvPr/>
              </p:nvSpPr>
              <p:spPr>
                <a:xfrm>
                  <a:off x="4040860" y="3262672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32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8" name="Google Shape;3258;p70"/>
                <p:cNvSpPr/>
                <p:nvPr/>
              </p:nvSpPr>
              <p:spPr>
                <a:xfrm>
                  <a:off x="4054938" y="3272346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63" y="968"/>
                        <a:pt x="968" y="751"/>
                        <a:pt x="968" y="484"/>
                      </a:cubicBezTo>
                      <a:cubicBezTo>
                        <a:pt x="968" y="218"/>
                        <a:pt x="763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59" name="Google Shape;3259;p70"/>
              <p:cNvGrpSpPr/>
              <p:nvPr/>
            </p:nvGrpSpPr>
            <p:grpSpPr>
              <a:xfrm>
                <a:off x="4021072" y="3230323"/>
                <a:ext cx="31397" cy="26906"/>
                <a:chOff x="4021072" y="3230323"/>
                <a:chExt cx="31397" cy="26906"/>
              </a:xfrm>
            </p:grpSpPr>
            <p:sp>
              <p:nvSpPr>
                <p:cNvPr id="3260" name="Google Shape;3260;p70"/>
                <p:cNvSpPr/>
                <p:nvPr/>
              </p:nvSpPr>
              <p:spPr>
                <a:xfrm>
                  <a:off x="4021072" y="3230323"/>
                  <a:ext cx="31397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1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1" name="Google Shape;3261;p70"/>
                <p:cNvSpPr/>
                <p:nvPr/>
              </p:nvSpPr>
              <p:spPr>
                <a:xfrm>
                  <a:off x="4035245" y="323999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4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62" name="Google Shape;3262;p70"/>
              <p:cNvGrpSpPr/>
              <p:nvPr/>
            </p:nvGrpSpPr>
            <p:grpSpPr>
              <a:xfrm>
                <a:off x="4001472" y="3287462"/>
                <a:ext cx="31499" cy="26945"/>
                <a:chOff x="4001472" y="3287462"/>
                <a:chExt cx="31499" cy="26945"/>
              </a:xfrm>
            </p:grpSpPr>
            <p:sp>
              <p:nvSpPr>
                <p:cNvPr id="3263" name="Google Shape;3263;p70"/>
                <p:cNvSpPr/>
                <p:nvPr/>
              </p:nvSpPr>
              <p:spPr>
                <a:xfrm>
                  <a:off x="4001472" y="3287462"/>
                  <a:ext cx="31499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6" extrusionOk="0">
                      <a:moveTo>
                        <a:pt x="2276" y="1"/>
                      </a:moveTo>
                      <a:cubicBezTo>
                        <a:pt x="1854" y="1"/>
                        <a:pt x="1425" y="158"/>
                        <a:pt x="1077" y="510"/>
                      </a:cubicBezTo>
                      <a:cubicBezTo>
                        <a:pt x="0" y="1587"/>
                        <a:pt x="762" y="3425"/>
                        <a:pt x="2286" y="3425"/>
                      </a:cubicBezTo>
                      <a:cubicBezTo>
                        <a:pt x="3230" y="3425"/>
                        <a:pt x="3992" y="2663"/>
                        <a:pt x="4004" y="1720"/>
                      </a:cubicBezTo>
                      <a:cubicBezTo>
                        <a:pt x="4004" y="688"/>
                        <a:pt x="3157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4" name="Google Shape;3264;p70"/>
                <p:cNvSpPr/>
                <p:nvPr/>
              </p:nvSpPr>
              <p:spPr>
                <a:xfrm>
                  <a:off x="4014410" y="3297175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0" y="921"/>
                        <a:pt x="520" y="964"/>
                        <a:pt x="638" y="964"/>
                      </a:cubicBezTo>
                      <a:cubicBezTo>
                        <a:pt x="886" y="964"/>
                        <a:pt x="1125" y="772"/>
                        <a:pt x="1125" y="485"/>
                      </a:cubicBezTo>
                      <a:cubicBezTo>
                        <a:pt x="1125" y="206"/>
                        <a:pt x="908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65" name="Google Shape;3265;p70"/>
            <p:cNvGrpSpPr/>
            <p:nvPr/>
          </p:nvGrpSpPr>
          <p:grpSpPr>
            <a:xfrm>
              <a:off x="4084715" y="3258865"/>
              <a:ext cx="184961" cy="137268"/>
              <a:chOff x="4084715" y="3258865"/>
              <a:chExt cx="184961" cy="137268"/>
            </a:xfrm>
          </p:grpSpPr>
          <p:grpSp>
            <p:nvGrpSpPr>
              <p:cNvPr id="3266" name="Google Shape;3266;p70"/>
              <p:cNvGrpSpPr/>
              <p:nvPr/>
            </p:nvGrpSpPr>
            <p:grpSpPr>
              <a:xfrm>
                <a:off x="4107453" y="3271583"/>
                <a:ext cx="153470" cy="110275"/>
                <a:chOff x="4107453" y="3271583"/>
                <a:chExt cx="153470" cy="110275"/>
              </a:xfrm>
            </p:grpSpPr>
            <p:sp>
              <p:nvSpPr>
                <p:cNvPr id="3267" name="Google Shape;3267;p70"/>
                <p:cNvSpPr/>
                <p:nvPr/>
              </p:nvSpPr>
              <p:spPr>
                <a:xfrm>
                  <a:off x="4107453" y="3271583"/>
                  <a:ext cx="153470" cy="11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13" h="14021" fill="none" extrusionOk="0">
                      <a:moveTo>
                        <a:pt x="19513" y="14021"/>
                      </a:moveTo>
                      <a:lnTo>
                        <a:pt x="14844" y="968"/>
                      </a:lnTo>
                      <a:lnTo>
                        <a:pt x="5674" y="1"/>
                      </a:lnTo>
                      <a:lnTo>
                        <a:pt x="1" y="968"/>
                      </a:lnTo>
                      <a:lnTo>
                        <a:pt x="8977" y="2674"/>
                      </a:lnTo>
                      <a:lnTo>
                        <a:pt x="14360" y="10102"/>
                      </a:lnTo>
                      <a:lnTo>
                        <a:pt x="19029" y="1402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8" name="Google Shape;3268;p70"/>
                <p:cNvSpPr/>
                <p:nvPr/>
              </p:nvSpPr>
              <p:spPr>
                <a:xfrm>
                  <a:off x="4155886" y="3271968"/>
                  <a:ext cx="22171" cy="20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9" h="2614" fill="none" extrusionOk="0">
                      <a:moveTo>
                        <a:pt x="2819" y="261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9" name="Google Shape;3269;p70"/>
                <p:cNvSpPr/>
                <p:nvPr/>
              </p:nvSpPr>
              <p:spPr>
                <a:xfrm>
                  <a:off x="4178049" y="3279196"/>
                  <a:ext cx="42345" cy="13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4" h="1695" fill="none" extrusionOk="0">
                      <a:moveTo>
                        <a:pt x="1" y="1694"/>
                      </a:moveTo>
                      <a:lnTo>
                        <a:pt x="5384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0" name="Google Shape;3270;p70"/>
                <p:cNvSpPr/>
                <p:nvPr/>
              </p:nvSpPr>
              <p:spPr>
                <a:xfrm>
                  <a:off x="4220387" y="3279196"/>
                  <a:ext cx="8" cy="71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9122" fill="none" extrusionOk="0">
                      <a:moveTo>
                        <a:pt x="1" y="0"/>
                      </a:moveTo>
                      <a:lnTo>
                        <a:pt x="1" y="912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71" name="Google Shape;3271;p70"/>
              <p:cNvGrpSpPr/>
              <p:nvPr/>
            </p:nvGrpSpPr>
            <p:grpSpPr>
              <a:xfrm>
                <a:off x="4136947" y="3258865"/>
                <a:ext cx="31499" cy="27001"/>
                <a:chOff x="4136947" y="3258865"/>
                <a:chExt cx="31499" cy="27001"/>
              </a:xfrm>
            </p:grpSpPr>
            <p:sp>
              <p:nvSpPr>
                <p:cNvPr id="3272" name="Google Shape;3272;p70"/>
                <p:cNvSpPr/>
                <p:nvPr/>
              </p:nvSpPr>
              <p:spPr>
                <a:xfrm>
                  <a:off x="4136947" y="3258865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5" y="1"/>
                      </a:moveTo>
                      <a:cubicBezTo>
                        <a:pt x="1866" y="1"/>
                        <a:pt x="1438" y="157"/>
                        <a:pt x="1090" y="505"/>
                      </a:cubicBezTo>
                      <a:cubicBezTo>
                        <a:pt x="1" y="1581"/>
                        <a:pt x="775" y="3432"/>
                        <a:pt x="2299" y="3432"/>
                      </a:cubicBezTo>
                      <a:cubicBezTo>
                        <a:pt x="3243" y="3420"/>
                        <a:pt x="4005" y="2658"/>
                        <a:pt x="4005" y="1715"/>
                      </a:cubicBezTo>
                      <a:cubicBezTo>
                        <a:pt x="4005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3" name="Google Shape;3273;p70"/>
                <p:cNvSpPr/>
                <p:nvPr/>
              </p:nvSpPr>
              <p:spPr>
                <a:xfrm>
                  <a:off x="4151222" y="3268539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06" y="1"/>
                        <a:pt x="0" y="218"/>
                        <a:pt x="0" y="485"/>
                      </a:cubicBezTo>
                      <a:cubicBezTo>
                        <a:pt x="0" y="751"/>
                        <a:pt x="206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74" name="Google Shape;3274;p70"/>
              <p:cNvGrpSpPr/>
              <p:nvPr/>
            </p:nvGrpSpPr>
            <p:grpSpPr>
              <a:xfrm>
                <a:off x="4084715" y="3266478"/>
                <a:ext cx="31468" cy="26898"/>
                <a:chOff x="4084715" y="3266478"/>
                <a:chExt cx="31468" cy="26898"/>
              </a:xfrm>
            </p:grpSpPr>
            <p:sp>
              <p:nvSpPr>
                <p:cNvPr id="3275" name="Google Shape;3275;p70"/>
                <p:cNvSpPr/>
                <p:nvPr/>
              </p:nvSpPr>
              <p:spPr>
                <a:xfrm>
                  <a:off x="4084715" y="3266478"/>
                  <a:ext cx="31468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1" h="3420" extrusionOk="0">
                      <a:moveTo>
                        <a:pt x="2279" y="1"/>
                      </a:moveTo>
                      <a:cubicBezTo>
                        <a:pt x="1859" y="1"/>
                        <a:pt x="1429" y="157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3993" y="2658"/>
                        <a:pt x="3993" y="1726"/>
                      </a:cubicBezTo>
                      <a:cubicBezTo>
                        <a:pt x="4001" y="686"/>
                        <a:pt x="3161" y="1"/>
                        <a:pt x="227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6" name="Google Shape;3276;p70"/>
                <p:cNvSpPr/>
                <p:nvPr/>
              </p:nvSpPr>
              <p:spPr>
                <a:xfrm>
                  <a:off x="4098896" y="3276152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77" name="Google Shape;3277;p70"/>
              <p:cNvGrpSpPr/>
              <p:nvPr/>
            </p:nvGrpSpPr>
            <p:grpSpPr>
              <a:xfrm>
                <a:off x="4159213" y="3279849"/>
                <a:ext cx="31405" cy="26945"/>
                <a:chOff x="4159213" y="3279849"/>
                <a:chExt cx="31405" cy="26945"/>
              </a:xfrm>
            </p:grpSpPr>
            <p:sp>
              <p:nvSpPr>
                <p:cNvPr id="3278" name="Google Shape;3278;p70"/>
                <p:cNvSpPr/>
                <p:nvPr/>
              </p:nvSpPr>
              <p:spPr>
                <a:xfrm>
                  <a:off x="4159213" y="3279849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1"/>
                      </a:moveTo>
                      <a:cubicBezTo>
                        <a:pt x="1853" y="1"/>
                        <a:pt x="1425" y="158"/>
                        <a:pt x="1077" y="510"/>
                      </a:cubicBezTo>
                      <a:cubicBezTo>
                        <a:pt x="1" y="1587"/>
                        <a:pt x="763" y="3426"/>
                        <a:pt x="2287" y="3426"/>
                      </a:cubicBezTo>
                      <a:cubicBezTo>
                        <a:pt x="3230" y="3426"/>
                        <a:pt x="3992" y="2663"/>
                        <a:pt x="3992" y="1720"/>
                      </a:cubicBezTo>
                      <a:cubicBezTo>
                        <a:pt x="3992" y="689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9" name="Google Shape;3279;p70"/>
                <p:cNvSpPr/>
                <p:nvPr/>
              </p:nvSpPr>
              <p:spPr>
                <a:xfrm>
                  <a:off x="4173385" y="3289570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80" name="Google Shape;3280;p70"/>
              <p:cNvGrpSpPr/>
              <p:nvPr/>
            </p:nvGrpSpPr>
            <p:grpSpPr>
              <a:xfrm>
                <a:off x="4201550" y="3266502"/>
                <a:ext cx="31405" cy="26883"/>
                <a:chOff x="4201550" y="3266502"/>
                <a:chExt cx="31405" cy="26883"/>
              </a:xfrm>
            </p:grpSpPr>
            <p:sp>
              <p:nvSpPr>
                <p:cNvPr id="3281" name="Google Shape;3281;p70"/>
                <p:cNvSpPr/>
                <p:nvPr/>
              </p:nvSpPr>
              <p:spPr>
                <a:xfrm>
                  <a:off x="4201550" y="3266502"/>
                  <a:ext cx="31405" cy="26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18" extrusionOk="0">
                      <a:moveTo>
                        <a:pt x="2266" y="1"/>
                      </a:moveTo>
                      <a:cubicBezTo>
                        <a:pt x="1849" y="1"/>
                        <a:pt x="1423" y="155"/>
                        <a:pt x="1077" y="502"/>
                      </a:cubicBezTo>
                      <a:cubicBezTo>
                        <a:pt x="1" y="1566"/>
                        <a:pt x="751" y="3417"/>
                        <a:pt x="2275" y="3417"/>
                      </a:cubicBezTo>
                      <a:cubicBezTo>
                        <a:pt x="2282" y="3417"/>
                        <a:pt x="2290" y="3417"/>
                        <a:pt x="2297" y="3417"/>
                      </a:cubicBezTo>
                      <a:cubicBezTo>
                        <a:pt x="3230" y="3417"/>
                        <a:pt x="3993" y="2660"/>
                        <a:pt x="3993" y="1723"/>
                      </a:cubicBezTo>
                      <a:cubicBezTo>
                        <a:pt x="3993" y="689"/>
                        <a:pt x="3146" y="1"/>
                        <a:pt x="226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2" name="Google Shape;3282;p70"/>
                <p:cNvSpPr/>
                <p:nvPr/>
              </p:nvSpPr>
              <p:spPr>
                <a:xfrm>
                  <a:off x="4214331" y="3276247"/>
                  <a:ext cx="8919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" h="964" extrusionOk="0">
                      <a:moveTo>
                        <a:pt x="635" y="0"/>
                      </a:moveTo>
                      <a:cubicBezTo>
                        <a:pt x="209" y="0"/>
                        <a:pt x="0" y="512"/>
                        <a:pt x="311" y="823"/>
                      </a:cubicBezTo>
                      <a:cubicBezTo>
                        <a:pt x="408" y="920"/>
                        <a:pt x="528" y="964"/>
                        <a:pt x="646" y="964"/>
                      </a:cubicBezTo>
                      <a:cubicBezTo>
                        <a:pt x="895" y="964"/>
                        <a:pt x="1134" y="771"/>
                        <a:pt x="1134" y="484"/>
                      </a:cubicBezTo>
                      <a:cubicBezTo>
                        <a:pt x="1134" y="206"/>
                        <a:pt x="916" y="0"/>
                        <a:pt x="650" y="0"/>
                      </a:cubicBezTo>
                      <a:cubicBezTo>
                        <a:pt x="645" y="0"/>
                        <a:pt x="640" y="0"/>
                        <a:pt x="6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83" name="Google Shape;3283;p70"/>
              <p:cNvGrpSpPr/>
              <p:nvPr/>
            </p:nvGrpSpPr>
            <p:grpSpPr>
              <a:xfrm>
                <a:off x="4201550" y="3338278"/>
                <a:ext cx="31405" cy="26930"/>
                <a:chOff x="4201550" y="3338278"/>
                <a:chExt cx="31405" cy="26930"/>
              </a:xfrm>
            </p:grpSpPr>
            <p:sp>
              <p:nvSpPr>
                <p:cNvPr id="3284" name="Google Shape;3284;p70"/>
                <p:cNvSpPr/>
                <p:nvPr/>
              </p:nvSpPr>
              <p:spPr>
                <a:xfrm>
                  <a:off x="4201550" y="3338278"/>
                  <a:ext cx="31405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4" extrusionOk="0">
                      <a:moveTo>
                        <a:pt x="2266" y="1"/>
                      </a:moveTo>
                      <a:cubicBezTo>
                        <a:pt x="1848" y="1"/>
                        <a:pt x="1423" y="154"/>
                        <a:pt x="1077" y="497"/>
                      </a:cubicBezTo>
                      <a:cubicBezTo>
                        <a:pt x="1" y="1573"/>
                        <a:pt x="751" y="3412"/>
                        <a:pt x="2275" y="3424"/>
                      </a:cubicBezTo>
                      <a:cubicBezTo>
                        <a:pt x="3218" y="3424"/>
                        <a:pt x="3993" y="2662"/>
                        <a:pt x="3993" y="1718"/>
                      </a:cubicBezTo>
                      <a:cubicBezTo>
                        <a:pt x="3993" y="684"/>
                        <a:pt x="3146" y="1"/>
                        <a:pt x="226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5" name="Google Shape;3285;p70"/>
                <p:cNvSpPr/>
                <p:nvPr/>
              </p:nvSpPr>
              <p:spPr>
                <a:xfrm>
                  <a:off x="4214331" y="3347976"/>
                  <a:ext cx="8919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" h="965" extrusionOk="0">
                      <a:moveTo>
                        <a:pt x="671" y="1"/>
                      </a:moveTo>
                      <a:cubicBezTo>
                        <a:pt x="664" y="1"/>
                        <a:pt x="657" y="1"/>
                        <a:pt x="650" y="1"/>
                      </a:cubicBezTo>
                      <a:cubicBezTo>
                        <a:pt x="645" y="1"/>
                        <a:pt x="640" y="1"/>
                        <a:pt x="635" y="1"/>
                      </a:cubicBezTo>
                      <a:cubicBezTo>
                        <a:pt x="209" y="1"/>
                        <a:pt x="0" y="513"/>
                        <a:pt x="311" y="824"/>
                      </a:cubicBezTo>
                      <a:cubicBezTo>
                        <a:pt x="408" y="921"/>
                        <a:pt x="528" y="965"/>
                        <a:pt x="646" y="965"/>
                      </a:cubicBezTo>
                      <a:cubicBezTo>
                        <a:pt x="895" y="965"/>
                        <a:pt x="1134" y="772"/>
                        <a:pt x="1134" y="485"/>
                      </a:cubicBezTo>
                      <a:cubicBezTo>
                        <a:pt x="1134" y="214"/>
                        <a:pt x="927" y="1"/>
                        <a:pt x="67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86" name="Google Shape;3286;p70"/>
              <p:cNvGrpSpPr/>
              <p:nvPr/>
            </p:nvGrpSpPr>
            <p:grpSpPr>
              <a:xfrm>
                <a:off x="4238272" y="3369132"/>
                <a:ext cx="31405" cy="27001"/>
                <a:chOff x="4238272" y="3369132"/>
                <a:chExt cx="31405" cy="27001"/>
              </a:xfrm>
            </p:grpSpPr>
            <p:sp>
              <p:nvSpPr>
                <p:cNvPr id="3287" name="Google Shape;3287;p70"/>
                <p:cNvSpPr/>
                <p:nvPr/>
              </p:nvSpPr>
              <p:spPr>
                <a:xfrm>
                  <a:off x="4238272" y="3369132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4" y="1"/>
                        <a:pt x="1426" y="157"/>
                        <a:pt x="1078" y="505"/>
                      </a:cubicBezTo>
                      <a:cubicBezTo>
                        <a:pt x="1" y="1582"/>
                        <a:pt x="763" y="3432"/>
                        <a:pt x="2287" y="3432"/>
                      </a:cubicBezTo>
                      <a:cubicBezTo>
                        <a:pt x="3231" y="3432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8" name="Google Shape;3288;p70"/>
                <p:cNvSpPr/>
                <p:nvPr/>
              </p:nvSpPr>
              <p:spPr>
                <a:xfrm>
                  <a:off x="4251217" y="3378806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3" y="823"/>
                      </a:cubicBezTo>
                      <a:cubicBezTo>
                        <a:pt x="401" y="922"/>
                        <a:pt x="524" y="967"/>
                        <a:pt x="643" y="967"/>
                      </a:cubicBezTo>
                      <a:cubicBezTo>
                        <a:pt x="889" y="967"/>
                        <a:pt x="1125" y="778"/>
                        <a:pt x="1125" y="485"/>
                      </a:cubicBezTo>
                      <a:cubicBezTo>
                        <a:pt x="1125" y="219"/>
                        <a:pt x="907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89" name="Google Shape;3289;p70"/>
            <p:cNvGrpSpPr/>
            <p:nvPr/>
          </p:nvGrpSpPr>
          <p:grpSpPr>
            <a:xfrm>
              <a:off x="4068639" y="3200169"/>
              <a:ext cx="77643" cy="37272"/>
              <a:chOff x="4068639" y="3200169"/>
              <a:chExt cx="77643" cy="37272"/>
            </a:xfrm>
          </p:grpSpPr>
          <p:sp>
            <p:nvSpPr>
              <p:cNvPr id="3290" name="Google Shape;3290;p70"/>
              <p:cNvSpPr/>
              <p:nvPr/>
            </p:nvSpPr>
            <p:spPr>
              <a:xfrm>
                <a:off x="4087570" y="3212886"/>
                <a:ext cx="49958" cy="10374"/>
              </a:xfrm>
              <a:custGeom>
                <a:avLst/>
                <a:gdLst/>
                <a:ahLst/>
                <a:cxnLst/>
                <a:rect l="l" t="t" r="r" b="b"/>
                <a:pathLst>
                  <a:path w="6352" h="1319" fill="none" extrusionOk="0">
                    <a:moveTo>
                      <a:pt x="1" y="1319"/>
                    </a:moveTo>
                    <a:lnTo>
                      <a:pt x="6351" y="0"/>
                    </a:lnTo>
                  </a:path>
                </a:pathLst>
              </a:custGeom>
              <a:noFill/>
              <a:ln w="1825" cap="flat" cmpd="sng">
                <a:solidFill>
                  <a:srgbClr val="A5B7C5"/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3291" name="Google Shape;3291;p70"/>
              <p:cNvGrpSpPr/>
              <p:nvPr/>
            </p:nvGrpSpPr>
            <p:grpSpPr>
              <a:xfrm>
                <a:off x="4114878" y="3200169"/>
                <a:ext cx="31405" cy="26993"/>
                <a:chOff x="4114878" y="3200169"/>
                <a:chExt cx="31405" cy="26993"/>
              </a:xfrm>
            </p:grpSpPr>
            <p:sp>
              <p:nvSpPr>
                <p:cNvPr id="3292" name="Google Shape;3292;p70"/>
                <p:cNvSpPr/>
                <p:nvPr/>
              </p:nvSpPr>
              <p:spPr>
                <a:xfrm>
                  <a:off x="4114878" y="3200169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63" y="3432"/>
                        <a:pt x="2287" y="3432"/>
                      </a:cubicBezTo>
                      <a:cubicBezTo>
                        <a:pt x="3230" y="3432"/>
                        <a:pt x="3992" y="2657"/>
                        <a:pt x="3992" y="1714"/>
                      </a:cubicBezTo>
                      <a:cubicBezTo>
                        <a:pt x="3992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3" name="Google Shape;3293;p70"/>
                <p:cNvSpPr/>
                <p:nvPr/>
              </p:nvSpPr>
              <p:spPr>
                <a:xfrm>
                  <a:off x="4127721" y="3209835"/>
                  <a:ext cx="8950" cy="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7" extrusionOk="0">
                      <a:moveTo>
                        <a:pt x="654" y="1"/>
                      </a:moveTo>
                      <a:cubicBezTo>
                        <a:pt x="218" y="1"/>
                        <a:pt x="1" y="521"/>
                        <a:pt x="303" y="836"/>
                      </a:cubicBezTo>
                      <a:cubicBezTo>
                        <a:pt x="400" y="933"/>
                        <a:pt x="519" y="976"/>
                        <a:pt x="637" y="976"/>
                      </a:cubicBezTo>
                      <a:cubicBezTo>
                        <a:pt x="887" y="976"/>
                        <a:pt x="1129" y="781"/>
                        <a:pt x="1138" y="485"/>
                      </a:cubicBezTo>
                      <a:cubicBezTo>
                        <a:pt x="1138" y="219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94" name="Google Shape;3294;p70"/>
              <p:cNvGrpSpPr/>
              <p:nvPr/>
            </p:nvGrpSpPr>
            <p:grpSpPr>
              <a:xfrm>
                <a:off x="4068639" y="3210535"/>
                <a:ext cx="31499" cy="26906"/>
                <a:chOff x="4068639" y="3210535"/>
                <a:chExt cx="31499" cy="26906"/>
              </a:xfrm>
            </p:grpSpPr>
            <p:sp>
              <p:nvSpPr>
                <p:cNvPr id="3295" name="Google Shape;3295;p70"/>
                <p:cNvSpPr/>
                <p:nvPr/>
              </p:nvSpPr>
              <p:spPr>
                <a:xfrm>
                  <a:off x="4068639" y="3210535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85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1"/>
                        <a:pt x="775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6" name="Google Shape;3296;p70"/>
                <p:cNvSpPr/>
                <p:nvPr/>
              </p:nvSpPr>
              <p:spPr>
                <a:xfrm>
                  <a:off x="4081577" y="3220209"/>
                  <a:ext cx="8856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4" extrusionOk="0">
                      <a:moveTo>
                        <a:pt x="642" y="1"/>
                      </a:moveTo>
                      <a:cubicBezTo>
                        <a:pt x="218" y="1"/>
                        <a:pt x="1" y="521"/>
                        <a:pt x="303" y="823"/>
                      </a:cubicBezTo>
                      <a:cubicBezTo>
                        <a:pt x="400" y="920"/>
                        <a:pt x="520" y="964"/>
                        <a:pt x="638" y="964"/>
                      </a:cubicBezTo>
                      <a:cubicBezTo>
                        <a:pt x="887" y="964"/>
                        <a:pt x="1126" y="771"/>
                        <a:pt x="1126" y="484"/>
                      </a:cubicBezTo>
                      <a:cubicBezTo>
                        <a:pt x="1126" y="218"/>
                        <a:pt x="908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97" name="Google Shape;3297;p70"/>
            <p:cNvGrpSpPr/>
            <p:nvPr/>
          </p:nvGrpSpPr>
          <p:grpSpPr>
            <a:xfrm>
              <a:off x="3869702" y="3066935"/>
              <a:ext cx="382664" cy="190294"/>
              <a:chOff x="3869702" y="3066935"/>
              <a:chExt cx="382664" cy="190294"/>
            </a:xfrm>
          </p:grpSpPr>
          <p:grpSp>
            <p:nvGrpSpPr>
              <p:cNvPr id="3298" name="Google Shape;3298;p70"/>
              <p:cNvGrpSpPr/>
              <p:nvPr/>
            </p:nvGrpSpPr>
            <p:grpSpPr>
              <a:xfrm>
                <a:off x="3888633" y="3082351"/>
                <a:ext cx="351172" cy="160698"/>
                <a:chOff x="3888633" y="3082351"/>
                <a:chExt cx="351172" cy="160698"/>
              </a:xfrm>
            </p:grpSpPr>
            <p:sp>
              <p:nvSpPr>
                <p:cNvPr id="3299" name="Google Shape;3299;p70"/>
                <p:cNvSpPr/>
                <p:nvPr/>
              </p:nvSpPr>
              <p:spPr>
                <a:xfrm>
                  <a:off x="3892440" y="3082351"/>
                  <a:ext cx="347366" cy="160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66" h="20432" fill="none" extrusionOk="0">
                      <a:moveTo>
                        <a:pt x="7041" y="11529"/>
                      </a:moveTo>
                      <a:lnTo>
                        <a:pt x="22440" y="4162"/>
                      </a:lnTo>
                      <a:lnTo>
                        <a:pt x="34815" y="0"/>
                      </a:lnTo>
                      <a:lnTo>
                        <a:pt x="44166" y="484"/>
                      </a:lnTo>
                      <a:lnTo>
                        <a:pt x="38964" y="8565"/>
                      </a:lnTo>
                      <a:lnTo>
                        <a:pt x="33012" y="10065"/>
                      </a:lnTo>
                      <a:lnTo>
                        <a:pt x="22440" y="4839"/>
                      </a:lnTo>
                      <a:lnTo>
                        <a:pt x="18750" y="15424"/>
                      </a:lnTo>
                      <a:cubicBezTo>
                        <a:pt x="18750" y="15424"/>
                        <a:pt x="6206" y="11154"/>
                        <a:pt x="6557" y="11516"/>
                      </a:cubicBezTo>
                      <a:lnTo>
                        <a:pt x="0" y="2043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0" name="Google Shape;3300;p70"/>
                <p:cNvSpPr/>
                <p:nvPr/>
              </p:nvSpPr>
              <p:spPr>
                <a:xfrm>
                  <a:off x="3888633" y="3172924"/>
                  <a:ext cx="72979" cy="70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9" h="8916" fill="none" extrusionOk="0">
                      <a:moveTo>
                        <a:pt x="0" y="8916"/>
                      </a:moveTo>
                      <a:lnTo>
                        <a:pt x="9279" y="6883"/>
                      </a:lnTo>
                      <a:lnTo>
                        <a:pt x="7041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1" name="Google Shape;3301;p70"/>
                <p:cNvSpPr/>
                <p:nvPr/>
              </p:nvSpPr>
              <p:spPr>
                <a:xfrm>
                  <a:off x="3960370" y="3203653"/>
                  <a:ext cx="79547" cy="19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4" h="2493" fill="none" extrusionOk="0">
                      <a:moveTo>
                        <a:pt x="0" y="2493"/>
                      </a:moveTo>
                      <a:lnTo>
                        <a:pt x="10113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2" name="Google Shape;3302;p70"/>
                <p:cNvSpPr/>
                <p:nvPr/>
              </p:nvSpPr>
              <p:spPr>
                <a:xfrm>
                  <a:off x="4043613" y="3161504"/>
                  <a:ext cx="108474" cy="42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92" h="5360" fill="none" extrusionOk="0">
                      <a:moveTo>
                        <a:pt x="1" y="5360"/>
                      </a:moveTo>
                      <a:lnTo>
                        <a:pt x="13791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3" name="Google Shape;3303;p70"/>
                <p:cNvSpPr/>
                <p:nvPr/>
              </p:nvSpPr>
              <p:spPr>
                <a:xfrm>
                  <a:off x="4152079" y="3082351"/>
                  <a:ext cx="17224" cy="8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" h="10549" fill="none" extrusionOk="0">
                      <a:moveTo>
                        <a:pt x="0" y="10549"/>
                      </a:moveTo>
                      <a:lnTo>
                        <a:pt x="219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4" name="Google Shape;3304;p70"/>
                <p:cNvSpPr/>
                <p:nvPr/>
              </p:nvSpPr>
              <p:spPr>
                <a:xfrm>
                  <a:off x="4169296" y="3082351"/>
                  <a:ext cx="25797" cy="63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0" h="8081" fill="none" extrusionOk="0">
                      <a:moveTo>
                        <a:pt x="1" y="0"/>
                      </a:moveTo>
                      <a:lnTo>
                        <a:pt x="3279" y="808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05" name="Google Shape;3305;p70"/>
              <p:cNvGrpSpPr/>
              <p:nvPr/>
            </p:nvGrpSpPr>
            <p:grpSpPr>
              <a:xfrm>
                <a:off x="4143703" y="3066935"/>
                <a:ext cx="37783" cy="32357"/>
                <a:chOff x="4143703" y="3066935"/>
                <a:chExt cx="37783" cy="32357"/>
              </a:xfrm>
            </p:grpSpPr>
            <p:sp>
              <p:nvSpPr>
                <p:cNvPr id="3306" name="Google Shape;3306;p70"/>
                <p:cNvSpPr/>
                <p:nvPr/>
              </p:nvSpPr>
              <p:spPr>
                <a:xfrm>
                  <a:off x="4143703" y="3066935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1" y="0"/>
                      </a:moveTo>
                      <a:cubicBezTo>
                        <a:pt x="2227" y="0"/>
                        <a:pt x="1713" y="188"/>
                        <a:pt x="1295" y="605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7" name="Google Shape;3307;p70"/>
                <p:cNvSpPr/>
                <p:nvPr/>
              </p:nvSpPr>
              <p:spPr>
                <a:xfrm>
                  <a:off x="4158741" y="3076641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4" y="1658"/>
                        <a:pt x="1657" y="1283"/>
                        <a:pt x="1657" y="823"/>
                      </a:cubicBezTo>
                      <a:cubicBezTo>
                        <a:pt x="1657" y="376"/>
                        <a:pt x="1294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08" name="Google Shape;3308;p70"/>
              <p:cNvGrpSpPr/>
              <p:nvPr/>
            </p:nvGrpSpPr>
            <p:grpSpPr>
              <a:xfrm>
                <a:off x="4044565" y="3103563"/>
                <a:ext cx="37783" cy="32451"/>
                <a:chOff x="4044565" y="3103563"/>
                <a:chExt cx="37783" cy="32451"/>
              </a:xfrm>
            </p:grpSpPr>
            <p:sp>
              <p:nvSpPr>
                <p:cNvPr id="3309" name="Google Shape;3309;p70"/>
                <p:cNvSpPr/>
                <p:nvPr/>
              </p:nvSpPr>
              <p:spPr>
                <a:xfrm>
                  <a:off x="4044565" y="3103563"/>
                  <a:ext cx="37783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6" extrusionOk="0">
                      <a:moveTo>
                        <a:pt x="2731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1" y="1900"/>
                        <a:pt x="908" y="4114"/>
                        <a:pt x="2747" y="4126"/>
                      </a:cubicBezTo>
                      <a:cubicBezTo>
                        <a:pt x="3884" y="4114"/>
                        <a:pt x="4803" y="3194"/>
                        <a:pt x="4803" y="2069"/>
                      </a:cubicBezTo>
                      <a:cubicBezTo>
                        <a:pt x="4803" y="824"/>
                        <a:pt x="3788" y="1"/>
                        <a:pt x="273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0" name="Google Shape;3310;p70"/>
                <p:cNvSpPr/>
                <p:nvPr/>
              </p:nvSpPr>
              <p:spPr>
                <a:xfrm>
                  <a:off x="4059602" y="3113268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7" y="1283"/>
                        <a:pt x="1657" y="835"/>
                      </a:cubicBezTo>
                      <a:cubicBezTo>
                        <a:pt x="1657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11" name="Google Shape;3311;p70"/>
              <p:cNvGrpSpPr/>
              <p:nvPr/>
            </p:nvGrpSpPr>
            <p:grpSpPr>
              <a:xfrm>
                <a:off x="4017454" y="3188237"/>
                <a:ext cx="37776" cy="32357"/>
                <a:chOff x="4017454" y="3188237"/>
                <a:chExt cx="37776" cy="32357"/>
              </a:xfrm>
            </p:grpSpPr>
            <p:sp>
              <p:nvSpPr>
                <p:cNvPr id="3312" name="Google Shape;3312;p70"/>
                <p:cNvSpPr/>
                <p:nvPr/>
              </p:nvSpPr>
              <p:spPr>
                <a:xfrm>
                  <a:off x="4017454" y="318823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8"/>
                        <a:pt x="1295" y="606"/>
                      </a:cubicBezTo>
                      <a:cubicBezTo>
                        <a:pt x="0" y="1900"/>
                        <a:pt x="908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3" name="Google Shape;3313;p70"/>
                <p:cNvSpPr/>
                <p:nvPr/>
              </p:nvSpPr>
              <p:spPr>
                <a:xfrm>
                  <a:off x="4032484" y="3197943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6" y="1"/>
                        <a:pt x="1" y="376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14" name="Google Shape;3314;p70"/>
              <p:cNvGrpSpPr/>
              <p:nvPr/>
            </p:nvGrpSpPr>
            <p:grpSpPr>
              <a:xfrm>
                <a:off x="3921548" y="3157509"/>
                <a:ext cx="37783" cy="32357"/>
                <a:chOff x="3921548" y="3157509"/>
                <a:chExt cx="37783" cy="32357"/>
              </a:xfrm>
            </p:grpSpPr>
            <p:sp>
              <p:nvSpPr>
                <p:cNvPr id="3315" name="Google Shape;3315;p70"/>
                <p:cNvSpPr/>
                <p:nvPr/>
              </p:nvSpPr>
              <p:spPr>
                <a:xfrm>
                  <a:off x="3921548" y="3157509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6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72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6" name="Google Shape;3316;p70"/>
                <p:cNvSpPr/>
                <p:nvPr/>
              </p:nvSpPr>
              <p:spPr>
                <a:xfrm>
                  <a:off x="3936586" y="3167214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64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82" y="1658"/>
                        <a:pt x="1657" y="1283"/>
                        <a:pt x="1657" y="823"/>
                      </a:cubicBezTo>
                      <a:cubicBezTo>
                        <a:pt x="1657" y="364"/>
                        <a:pt x="1282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17" name="Google Shape;3317;p70"/>
              <p:cNvGrpSpPr/>
              <p:nvPr/>
            </p:nvGrpSpPr>
            <p:grpSpPr>
              <a:xfrm>
                <a:off x="3939056" y="3211620"/>
                <a:ext cx="37783" cy="32380"/>
                <a:chOff x="3939056" y="3211620"/>
                <a:chExt cx="37783" cy="32380"/>
              </a:xfrm>
            </p:grpSpPr>
            <p:sp>
              <p:nvSpPr>
                <p:cNvPr id="3318" name="Google Shape;3318;p70"/>
                <p:cNvSpPr/>
                <p:nvPr/>
              </p:nvSpPr>
              <p:spPr>
                <a:xfrm>
                  <a:off x="3939056" y="3211620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7" y="1"/>
                      </a:moveTo>
                      <a:cubicBezTo>
                        <a:pt x="2231" y="1"/>
                        <a:pt x="1715" y="189"/>
                        <a:pt x="1295" y="609"/>
                      </a:cubicBezTo>
                      <a:cubicBezTo>
                        <a:pt x="1" y="1903"/>
                        <a:pt x="920" y="4117"/>
                        <a:pt x="2759" y="4117"/>
                      </a:cubicBezTo>
                      <a:cubicBezTo>
                        <a:pt x="3884" y="4117"/>
                        <a:pt x="4803" y="3197"/>
                        <a:pt x="4803" y="2060"/>
                      </a:cubicBezTo>
                      <a:cubicBezTo>
                        <a:pt x="4803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9" name="Google Shape;3319;p70"/>
                <p:cNvSpPr/>
                <p:nvPr/>
              </p:nvSpPr>
              <p:spPr>
                <a:xfrm>
                  <a:off x="3954188" y="322125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95"/>
                        <a:pt x="375" y="1658"/>
                        <a:pt x="823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6"/>
                        <a:pt x="1282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20" name="Google Shape;3320;p70"/>
              <p:cNvGrpSpPr/>
              <p:nvPr/>
            </p:nvGrpSpPr>
            <p:grpSpPr>
              <a:xfrm>
                <a:off x="4176240" y="3136965"/>
                <a:ext cx="31405" cy="26930"/>
                <a:chOff x="4176240" y="3136965"/>
                <a:chExt cx="31405" cy="26930"/>
              </a:xfrm>
            </p:grpSpPr>
            <p:sp>
              <p:nvSpPr>
                <p:cNvPr id="3321" name="Google Shape;3321;p70"/>
                <p:cNvSpPr/>
                <p:nvPr/>
              </p:nvSpPr>
              <p:spPr>
                <a:xfrm>
                  <a:off x="4176240" y="3136965"/>
                  <a:ext cx="31405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4" extrusionOk="0">
                      <a:moveTo>
                        <a:pt x="2268" y="1"/>
                      </a:moveTo>
                      <a:cubicBezTo>
                        <a:pt x="1846" y="1"/>
                        <a:pt x="1415" y="158"/>
                        <a:pt x="1065" y="508"/>
                      </a:cubicBezTo>
                      <a:cubicBezTo>
                        <a:pt x="1" y="1585"/>
                        <a:pt x="763" y="3423"/>
                        <a:pt x="2275" y="3423"/>
                      </a:cubicBezTo>
                      <a:cubicBezTo>
                        <a:pt x="3231" y="3423"/>
                        <a:pt x="3993" y="2649"/>
                        <a:pt x="3993" y="1705"/>
                      </a:cubicBezTo>
                      <a:cubicBezTo>
                        <a:pt x="3985" y="677"/>
                        <a:pt x="3145" y="1"/>
                        <a:pt x="226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2" name="Google Shape;3322;p70"/>
                <p:cNvSpPr/>
                <p:nvPr/>
              </p:nvSpPr>
              <p:spPr>
                <a:xfrm>
                  <a:off x="4190327" y="3146663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23" name="Google Shape;3323;p70"/>
              <p:cNvGrpSpPr/>
              <p:nvPr/>
            </p:nvGrpSpPr>
            <p:grpSpPr>
              <a:xfrm>
                <a:off x="4133148" y="3152593"/>
                <a:ext cx="31499" cy="27001"/>
                <a:chOff x="4133148" y="3152593"/>
                <a:chExt cx="31499" cy="27001"/>
              </a:xfrm>
            </p:grpSpPr>
            <p:sp>
              <p:nvSpPr>
                <p:cNvPr id="3324" name="Google Shape;3324;p70"/>
                <p:cNvSpPr/>
                <p:nvPr/>
              </p:nvSpPr>
              <p:spPr>
                <a:xfrm>
                  <a:off x="4133148" y="3152593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4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1"/>
                        <a:pt x="774" y="3432"/>
                        <a:pt x="2298" y="3432"/>
                      </a:cubicBezTo>
                      <a:cubicBezTo>
                        <a:pt x="3242" y="3432"/>
                        <a:pt x="4004" y="2658"/>
                        <a:pt x="4004" y="1714"/>
                      </a:cubicBezTo>
                      <a:cubicBezTo>
                        <a:pt x="4004" y="683"/>
                        <a:pt x="3162" y="1"/>
                        <a:pt x="228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5" name="Google Shape;3325;p70"/>
                <p:cNvSpPr/>
                <p:nvPr/>
              </p:nvSpPr>
              <p:spPr>
                <a:xfrm>
                  <a:off x="4147321" y="316226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63" y="968"/>
                        <a:pt x="968" y="751"/>
                        <a:pt x="968" y="484"/>
                      </a:cubicBezTo>
                      <a:cubicBezTo>
                        <a:pt x="968" y="218"/>
                        <a:pt x="763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26" name="Google Shape;3326;p70"/>
              <p:cNvGrpSpPr/>
              <p:nvPr/>
            </p:nvGrpSpPr>
            <p:grpSpPr>
              <a:xfrm>
                <a:off x="4220866" y="3073534"/>
                <a:ext cx="31499" cy="26898"/>
                <a:chOff x="4220866" y="3073534"/>
                <a:chExt cx="31499" cy="26898"/>
              </a:xfrm>
            </p:grpSpPr>
            <p:sp>
              <p:nvSpPr>
                <p:cNvPr id="3327" name="Google Shape;3327;p70"/>
                <p:cNvSpPr/>
                <p:nvPr/>
              </p:nvSpPr>
              <p:spPr>
                <a:xfrm>
                  <a:off x="4220866" y="3073534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8" name="Google Shape;3328;p70"/>
                <p:cNvSpPr/>
                <p:nvPr/>
              </p:nvSpPr>
              <p:spPr>
                <a:xfrm>
                  <a:off x="4235039" y="3083114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5" y="0"/>
                      </a:moveTo>
                      <a:cubicBezTo>
                        <a:pt x="218" y="0"/>
                        <a:pt x="1" y="218"/>
                        <a:pt x="1" y="484"/>
                      </a:cubicBezTo>
                      <a:cubicBezTo>
                        <a:pt x="1" y="750"/>
                        <a:pt x="218" y="968"/>
                        <a:pt x="485" y="968"/>
                      </a:cubicBezTo>
                      <a:cubicBezTo>
                        <a:pt x="751" y="968"/>
                        <a:pt x="968" y="750"/>
                        <a:pt x="968" y="484"/>
                      </a:cubicBezTo>
                      <a:cubicBezTo>
                        <a:pt x="968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29" name="Google Shape;3329;p70"/>
              <p:cNvGrpSpPr/>
              <p:nvPr/>
            </p:nvGrpSpPr>
            <p:grpSpPr>
              <a:xfrm>
                <a:off x="3869702" y="3230323"/>
                <a:ext cx="31499" cy="26906"/>
                <a:chOff x="3869702" y="3230323"/>
                <a:chExt cx="31499" cy="26906"/>
              </a:xfrm>
            </p:grpSpPr>
            <p:sp>
              <p:nvSpPr>
                <p:cNvPr id="3330" name="Google Shape;3330;p70"/>
                <p:cNvSpPr/>
                <p:nvPr/>
              </p:nvSpPr>
              <p:spPr>
                <a:xfrm>
                  <a:off x="3869702" y="3230323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75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4004" y="1714"/>
                      </a:cubicBezTo>
                      <a:cubicBezTo>
                        <a:pt x="4004" y="683"/>
                        <a:pt x="3157" y="1"/>
                        <a:pt x="227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1" name="Google Shape;3331;p70"/>
                <p:cNvSpPr/>
                <p:nvPr/>
              </p:nvSpPr>
              <p:spPr>
                <a:xfrm>
                  <a:off x="3883875" y="323999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4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32" name="Google Shape;3332;p70"/>
            <p:cNvGrpSpPr/>
            <p:nvPr/>
          </p:nvGrpSpPr>
          <p:grpSpPr>
            <a:xfrm>
              <a:off x="4271383" y="3065882"/>
              <a:ext cx="304556" cy="341663"/>
              <a:chOff x="4271383" y="3065882"/>
              <a:chExt cx="304556" cy="341663"/>
            </a:xfrm>
          </p:grpSpPr>
          <p:grpSp>
            <p:nvGrpSpPr>
              <p:cNvPr id="3333" name="Google Shape;3333;p70"/>
              <p:cNvGrpSpPr/>
              <p:nvPr/>
            </p:nvGrpSpPr>
            <p:grpSpPr>
              <a:xfrm>
                <a:off x="4293838" y="3078639"/>
                <a:ext cx="269353" cy="311973"/>
                <a:chOff x="4293838" y="3078639"/>
                <a:chExt cx="269353" cy="311973"/>
              </a:xfrm>
            </p:grpSpPr>
            <p:sp>
              <p:nvSpPr>
                <p:cNvPr id="3334" name="Google Shape;3334;p70"/>
                <p:cNvSpPr/>
                <p:nvPr/>
              </p:nvSpPr>
              <p:spPr>
                <a:xfrm>
                  <a:off x="4293838" y="3078639"/>
                  <a:ext cx="269353" cy="311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7" h="39666" fill="none" extrusionOk="0">
                      <a:moveTo>
                        <a:pt x="13" y="16730"/>
                      </a:moveTo>
                      <a:lnTo>
                        <a:pt x="7162" y="27690"/>
                      </a:lnTo>
                      <a:lnTo>
                        <a:pt x="8480" y="39666"/>
                      </a:lnTo>
                      <a:lnTo>
                        <a:pt x="18182" y="34138"/>
                      </a:lnTo>
                      <a:lnTo>
                        <a:pt x="26371" y="29807"/>
                      </a:lnTo>
                      <a:cubicBezTo>
                        <a:pt x="26371" y="29807"/>
                        <a:pt x="33605" y="34694"/>
                        <a:pt x="33932" y="35456"/>
                      </a:cubicBezTo>
                      <a:cubicBezTo>
                        <a:pt x="34246" y="36218"/>
                        <a:pt x="32263" y="18388"/>
                        <a:pt x="32263" y="18388"/>
                      </a:cubicBezTo>
                      <a:lnTo>
                        <a:pt x="28428" y="2928"/>
                      </a:lnTo>
                      <a:lnTo>
                        <a:pt x="12932" y="1"/>
                      </a:lnTo>
                      <a:lnTo>
                        <a:pt x="1670" y="2650"/>
                      </a:lnTo>
                      <a:lnTo>
                        <a:pt x="0" y="1714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5" name="Google Shape;3335;p70"/>
                <p:cNvSpPr/>
                <p:nvPr/>
              </p:nvSpPr>
              <p:spPr>
                <a:xfrm>
                  <a:off x="4306965" y="3099473"/>
                  <a:ext cx="62519" cy="69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49" h="8856" fill="none" extrusionOk="0">
                      <a:moveTo>
                        <a:pt x="1" y="1"/>
                      </a:moveTo>
                      <a:lnTo>
                        <a:pt x="7948" y="885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6" name="Google Shape;3336;p70"/>
                <p:cNvSpPr/>
                <p:nvPr/>
              </p:nvSpPr>
              <p:spPr>
                <a:xfrm>
                  <a:off x="4369476" y="3169118"/>
                  <a:ext cx="26072" cy="98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5" h="12545" fill="none" extrusionOk="0">
                      <a:moveTo>
                        <a:pt x="0" y="1"/>
                      </a:moveTo>
                      <a:lnTo>
                        <a:pt x="3315" y="1254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7" name="Google Shape;3337;p70"/>
                <p:cNvSpPr/>
                <p:nvPr/>
              </p:nvSpPr>
              <p:spPr>
                <a:xfrm>
                  <a:off x="4399347" y="3078639"/>
                  <a:ext cx="60041" cy="1105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34" h="14057" fill="none" extrusionOk="0">
                      <a:moveTo>
                        <a:pt x="7634" y="14057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8" name="Google Shape;3338;p70"/>
                <p:cNvSpPr/>
                <p:nvPr/>
              </p:nvSpPr>
              <p:spPr>
                <a:xfrm>
                  <a:off x="4373282" y="3169118"/>
                  <a:ext cx="82299" cy="20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4" h="2553" fill="none" extrusionOk="0">
                      <a:moveTo>
                        <a:pt x="0" y="1"/>
                      </a:moveTo>
                      <a:lnTo>
                        <a:pt x="10464" y="255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9" name="Google Shape;3339;p70"/>
                <p:cNvSpPr/>
                <p:nvPr/>
              </p:nvSpPr>
              <p:spPr>
                <a:xfrm>
                  <a:off x="4369476" y="3078639"/>
                  <a:ext cx="29879" cy="9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9" h="11505" fill="none" extrusionOk="0">
                      <a:moveTo>
                        <a:pt x="0" y="11505"/>
                      </a:moveTo>
                      <a:lnTo>
                        <a:pt x="3799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0" name="Google Shape;3340;p70"/>
                <p:cNvSpPr/>
                <p:nvPr/>
              </p:nvSpPr>
              <p:spPr>
                <a:xfrm>
                  <a:off x="4293932" y="3169118"/>
                  <a:ext cx="75551" cy="41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6" h="5227" fill="none" extrusionOk="0">
                      <a:moveTo>
                        <a:pt x="1" y="5226"/>
                      </a:moveTo>
                      <a:lnTo>
                        <a:pt x="9605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1" name="Google Shape;3341;p70"/>
                <p:cNvSpPr/>
                <p:nvPr/>
              </p:nvSpPr>
              <p:spPr>
                <a:xfrm>
                  <a:off x="4350159" y="3267776"/>
                  <a:ext cx="45389" cy="270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1" h="3437" fill="none" extrusionOk="0">
                      <a:moveTo>
                        <a:pt x="1" y="3436"/>
                      </a:moveTo>
                      <a:lnTo>
                        <a:pt x="5771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2" name="Google Shape;3342;p70"/>
                <p:cNvSpPr/>
                <p:nvPr/>
              </p:nvSpPr>
              <p:spPr>
                <a:xfrm>
                  <a:off x="4395540" y="3267776"/>
                  <a:ext cx="38830" cy="76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9667" fill="none" extrusionOk="0">
                      <a:moveTo>
                        <a:pt x="1" y="1"/>
                      </a:moveTo>
                      <a:lnTo>
                        <a:pt x="4936" y="966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3" name="Google Shape;3343;p70"/>
                <p:cNvSpPr/>
                <p:nvPr/>
              </p:nvSpPr>
              <p:spPr>
                <a:xfrm>
                  <a:off x="4360439" y="3267776"/>
                  <a:ext cx="35109" cy="121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4" h="15509" fill="none" extrusionOk="0">
                      <a:moveTo>
                        <a:pt x="0" y="15509"/>
                      </a:moveTo>
                      <a:lnTo>
                        <a:pt x="4464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4" name="Google Shape;3344;p70"/>
                <p:cNvSpPr/>
                <p:nvPr/>
              </p:nvSpPr>
              <p:spPr>
                <a:xfrm>
                  <a:off x="4293932" y="3210220"/>
                  <a:ext cx="101616" cy="575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20" h="7319" fill="none" extrusionOk="0">
                      <a:moveTo>
                        <a:pt x="1" y="0"/>
                      </a:moveTo>
                      <a:lnTo>
                        <a:pt x="12920" y="731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5" name="Google Shape;3345;p70"/>
                <p:cNvSpPr/>
                <p:nvPr/>
              </p:nvSpPr>
              <p:spPr>
                <a:xfrm>
                  <a:off x="4395540" y="3186436"/>
                  <a:ext cx="66420" cy="79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45" h="10138" fill="none" extrusionOk="0">
                      <a:moveTo>
                        <a:pt x="8444" y="0"/>
                      </a:moveTo>
                      <a:lnTo>
                        <a:pt x="1" y="10137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6" name="Google Shape;3346;p70"/>
                <p:cNvSpPr/>
                <p:nvPr/>
              </p:nvSpPr>
              <p:spPr>
                <a:xfrm>
                  <a:off x="4459380" y="3189669"/>
                  <a:ext cx="41873" cy="123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4" h="15690" fill="none" extrusionOk="0">
                      <a:moveTo>
                        <a:pt x="1" y="0"/>
                      </a:moveTo>
                      <a:lnTo>
                        <a:pt x="5323" y="1569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7" name="Google Shape;3347;p70"/>
                <p:cNvSpPr/>
                <p:nvPr/>
              </p:nvSpPr>
              <p:spPr>
                <a:xfrm>
                  <a:off x="4395540" y="3267776"/>
                  <a:ext cx="105713" cy="45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41" h="5759" fill="none" extrusionOk="0">
                      <a:moveTo>
                        <a:pt x="1" y="1"/>
                      </a:moveTo>
                      <a:lnTo>
                        <a:pt x="13440" y="575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8" name="Google Shape;3348;p70"/>
                <p:cNvSpPr/>
                <p:nvPr/>
              </p:nvSpPr>
              <p:spPr>
                <a:xfrm>
                  <a:off x="4501246" y="3223252"/>
                  <a:ext cx="46435" cy="89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4" h="11420" fill="none" extrusionOk="0">
                      <a:moveTo>
                        <a:pt x="0" y="11420"/>
                      </a:moveTo>
                      <a:lnTo>
                        <a:pt x="5904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9" name="Google Shape;3349;p70"/>
                <p:cNvSpPr/>
                <p:nvPr/>
              </p:nvSpPr>
              <p:spPr>
                <a:xfrm>
                  <a:off x="4459671" y="3104231"/>
                  <a:ext cx="58421" cy="8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8" h="10803" fill="none" extrusionOk="0">
                      <a:moveTo>
                        <a:pt x="0" y="10803"/>
                      </a:moveTo>
                      <a:lnTo>
                        <a:pt x="7428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0" name="Google Shape;3350;p70"/>
                <p:cNvSpPr/>
                <p:nvPr/>
              </p:nvSpPr>
              <p:spPr>
                <a:xfrm>
                  <a:off x="4459671" y="3189189"/>
                  <a:ext cx="86586" cy="36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09" h="4671" fill="none" extrusionOk="0">
                      <a:moveTo>
                        <a:pt x="0" y="1"/>
                      </a:moveTo>
                      <a:lnTo>
                        <a:pt x="11008" y="467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51" name="Google Shape;3351;p70"/>
              <p:cNvGrpSpPr/>
              <p:nvPr/>
            </p:nvGrpSpPr>
            <p:grpSpPr>
              <a:xfrm>
                <a:off x="4538164" y="3342061"/>
                <a:ext cx="37776" cy="32380"/>
                <a:chOff x="4538164" y="3342061"/>
                <a:chExt cx="37776" cy="32380"/>
              </a:xfrm>
            </p:grpSpPr>
            <p:sp>
              <p:nvSpPr>
                <p:cNvPr id="3352" name="Google Shape;3352;p70"/>
                <p:cNvSpPr/>
                <p:nvPr/>
              </p:nvSpPr>
              <p:spPr>
                <a:xfrm>
                  <a:off x="4538164" y="3342061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0"/>
                      </a:moveTo>
                      <a:cubicBezTo>
                        <a:pt x="2231" y="0"/>
                        <a:pt x="1714" y="189"/>
                        <a:pt x="1294" y="608"/>
                      </a:cubicBezTo>
                      <a:cubicBezTo>
                        <a:pt x="0" y="1903"/>
                        <a:pt x="919" y="4116"/>
                        <a:pt x="2746" y="4116"/>
                      </a:cubicBezTo>
                      <a:cubicBezTo>
                        <a:pt x="3883" y="4116"/>
                        <a:pt x="4802" y="3197"/>
                        <a:pt x="4802" y="2060"/>
                      </a:cubicBezTo>
                      <a:cubicBezTo>
                        <a:pt x="4802" y="817"/>
                        <a:pt x="3792" y="0"/>
                        <a:pt x="2737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3" name="Google Shape;3353;p70"/>
                <p:cNvSpPr/>
                <p:nvPr/>
              </p:nvSpPr>
              <p:spPr>
                <a:xfrm>
                  <a:off x="4553194" y="3351790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63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54" name="Google Shape;3354;p70"/>
              <p:cNvGrpSpPr/>
              <p:nvPr/>
            </p:nvGrpSpPr>
            <p:grpSpPr>
              <a:xfrm>
                <a:off x="4271383" y="3194742"/>
                <a:ext cx="37783" cy="32420"/>
                <a:chOff x="4271383" y="3194742"/>
                <a:chExt cx="37783" cy="32420"/>
              </a:xfrm>
            </p:grpSpPr>
            <p:sp>
              <p:nvSpPr>
                <p:cNvPr id="3355" name="Google Shape;3355;p70"/>
                <p:cNvSpPr/>
                <p:nvPr/>
              </p:nvSpPr>
              <p:spPr>
                <a:xfrm>
                  <a:off x="4271383" y="3194742"/>
                  <a:ext cx="37783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4"/>
                      </a:cubicBezTo>
                      <a:cubicBezTo>
                        <a:pt x="1" y="1908"/>
                        <a:pt x="920" y="4122"/>
                        <a:pt x="2747" y="4122"/>
                      </a:cubicBezTo>
                      <a:cubicBezTo>
                        <a:pt x="3884" y="4122"/>
                        <a:pt x="4803" y="3202"/>
                        <a:pt x="4803" y="2065"/>
                      </a:cubicBezTo>
                      <a:cubicBezTo>
                        <a:pt x="4803" y="823"/>
                        <a:pt x="3793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6" name="Google Shape;3356;p70"/>
                <p:cNvSpPr/>
                <p:nvPr/>
              </p:nvSpPr>
              <p:spPr>
                <a:xfrm>
                  <a:off x="4286516" y="320441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0" y="375"/>
                        <a:pt x="0" y="835"/>
                      </a:cubicBezTo>
                      <a:cubicBezTo>
                        <a:pt x="0" y="1295"/>
                        <a:pt x="363" y="1658"/>
                        <a:pt x="823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57" name="Google Shape;3357;p70"/>
              <p:cNvGrpSpPr/>
              <p:nvPr/>
            </p:nvGrpSpPr>
            <p:grpSpPr>
              <a:xfrm>
                <a:off x="4284416" y="3084058"/>
                <a:ext cx="37783" cy="32357"/>
                <a:chOff x="4284416" y="3084058"/>
                <a:chExt cx="37783" cy="32357"/>
              </a:xfrm>
            </p:grpSpPr>
            <p:sp>
              <p:nvSpPr>
                <p:cNvPr id="3358" name="Google Shape;3358;p70"/>
                <p:cNvSpPr/>
                <p:nvPr/>
              </p:nvSpPr>
              <p:spPr>
                <a:xfrm>
                  <a:off x="4284416" y="3084058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1"/>
                      </a:moveTo>
                      <a:cubicBezTo>
                        <a:pt x="2228" y="1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9" name="Google Shape;3359;p70"/>
                <p:cNvSpPr/>
                <p:nvPr/>
              </p:nvSpPr>
              <p:spPr>
                <a:xfrm>
                  <a:off x="4299548" y="3093763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0" y="364"/>
                        <a:pt x="0" y="824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4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60" name="Google Shape;3360;p70"/>
              <p:cNvGrpSpPr/>
              <p:nvPr/>
            </p:nvGrpSpPr>
            <p:grpSpPr>
              <a:xfrm>
                <a:off x="4478697" y="3297561"/>
                <a:ext cx="37776" cy="32451"/>
                <a:chOff x="4478697" y="3297561"/>
                <a:chExt cx="37776" cy="32451"/>
              </a:xfrm>
            </p:grpSpPr>
            <p:sp>
              <p:nvSpPr>
                <p:cNvPr id="3361" name="Google Shape;3361;p70"/>
                <p:cNvSpPr/>
                <p:nvPr/>
              </p:nvSpPr>
              <p:spPr>
                <a:xfrm>
                  <a:off x="4478697" y="3297561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3" y="187"/>
                        <a:pt x="1295" y="605"/>
                      </a:cubicBezTo>
                      <a:cubicBezTo>
                        <a:pt x="1" y="1899"/>
                        <a:pt x="920" y="4125"/>
                        <a:pt x="2746" y="4125"/>
                      </a:cubicBezTo>
                      <a:cubicBezTo>
                        <a:pt x="3884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2" name="Google Shape;3362;p70"/>
                <p:cNvSpPr/>
                <p:nvPr/>
              </p:nvSpPr>
              <p:spPr>
                <a:xfrm>
                  <a:off x="4493727" y="3307361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2"/>
                        <a:pt x="376" y="1657"/>
                        <a:pt x="835" y="1657"/>
                      </a:cubicBezTo>
                      <a:cubicBezTo>
                        <a:pt x="1295" y="1657"/>
                        <a:pt x="1658" y="1282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63" name="Google Shape;3363;p70"/>
              <p:cNvGrpSpPr/>
              <p:nvPr/>
            </p:nvGrpSpPr>
            <p:grpSpPr>
              <a:xfrm>
                <a:off x="4411813" y="3331711"/>
                <a:ext cx="37776" cy="32451"/>
                <a:chOff x="4411813" y="3331711"/>
                <a:chExt cx="37776" cy="32451"/>
              </a:xfrm>
            </p:grpSpPr>
            <p:sp>
              <p:nvSpPr>
                <p:cNvPr id="3364" name="Google Shape;3364;p70"/>
                <p:cNvSpPr/>
                <p:nvPr/>
              </p:nvSpPr>
              <p:spPr>
                <a:xfrm>
                  <a:off x="4411813" y="3331711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1"/>
                      </a:moveTo>
                      <a:cubicBezTo>
                        <a:pt x="2226" y="1"/>
                        <a:pt x="1713" y="188"/>
                        <a:pt x="1295" y="606"/>
                      </a:cubicBezTo>
                      <a:cubicBezTo>
                        <a:pt x="0" y="1900"/>
                        <a:pt x="920" y="4126"/>
                        <a:pt x="2759" y="4126"/>
                      </a:cubicBezTo>
                      <a:cubicBezTo>
                        <a:pt x="3884" y="4114"/>
                        <a:pt x="4803" y="3194"/>
                        <a:pt x="4803" y="2069"/>
                      </a:cubicBezTo>
                      <a:cubicBezTo>
                        <a:pt x="4803" y="824"/>
                        <a:pt x="3788" y="1"/>
                        <a:pt x="273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5" name="Google Shape;3365;p70"/>
                <p:cNvSpPr/>
                <p:nvPr/>
              </p:nvSpPr>
              <p:spPr>
                <a:xfrm>
                  <a:off x="4426937" y="3341416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76" y="1"/>
                        <a:pt x="1" y="376"/>
                        <a:pt x="1" y="823"/>
                      </a:cubicBezTo>
                      <a:cubicBezTo>
                        <a:pt x="1" y="1283"/>
                        <a:pt x="376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66" name="Google Shape;3366;p70"/>
              <p:cNvGrpSpPr/>
              <p:nvPr/>
            </p:nvGrpSpPr>
            <p:grpSpPr>
              <a:xfrm>
                <a:off x="4337984" y="3375188"/>
                <a:ext cx="37776" cy="32357"/>
                <a:chOff x="4337984" y="3375188"/>
                <a:chExt cx="37776" cy="32357"/>
              </a:xfrm>
            </p:grpSpPr>
            <p:sp>
              <p:nvSpPr>
                <p:cNvPr id="3367" name="Google Shape;3367;p70"/>
                <p:cNvSpPr/>
                <p:nvPr/>
              </p:nvSpPr>
              <p:spPr>
                <a:xfrm>
                  <a:off x="4337984" y="3375188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8" name="Google Shape;3368;p70"/>
                <p:cNvSpPr/>
                <p:nvPr/>
              </p:nvSpPr>
              <p:spPr>
                <a:xfrm>
                  <a:off x="4353108" y="3384894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64" y="1"/>
                        <a:pt x="1" y="364"/>
                        <a:pt x="1" y="824"/>
                      </a:cubicBezTo>
                      <a:cubicBezTo>
                        <a:pt x="1" y="1283"/>
                        <a:pt x="364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4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69" name="Google Shape;3369;p70"/>
              <p:cNvGrpSpPr/>
              <p:nvPr/>
            </p:nvGrpSpPr>
            <p:grpSpPr>
              <a:xfrm>
                <a:off x="4494867" y="3090530"/>
                <a:ext cx="37878" cy="32451"/>
                <a:chOff x="4494867" y="3090530"/>
                <a:chExt cx="37878" cy="32451"/>
              </a:xfrm>
            </p:grpSpPr>
            <p:sp>
              <p:nvSpPr>
                <p:cNvPr id="3370" name="Google Shape;3370;p70"/>
                <p:cNvSpPr/>
                <p:nvPr/>
              </p:nvSpPr>
              <p:spPr>
                <a:xfrm>
                  <a:off x="4494867" y="3090530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9" y="0"/>
                      </a:moveTo>
                      <a:cubicBezTo>
                        <a:pt x="2233" y="0"/>
                        <a:pt x="1717" y="188"/>
                        <a:pt x="1295" y="605"/>
                      </a:cubicBezTo>
                      <a:cubicBezTo>
                        <a:pt x="1" y="1900"/>
                        <a:pt x="920" y="4126"/>
                        <a:pt x="2759" y="4126"/>
                      </a:cubicBezTo>
                      <a:cubicBezTo>
                        <a:pt x="3896" y="4114"/>
                        <a:pt x="4803" y="3194"/>
                        <a:pt x="4815" y="2069"/>
                      </a:cubicBezTo>
                      <a:cubicBezTo>
                        <a:pt x="4815" y="824"/>
                        <a:pt x="3800" y="0"/>
                        <a:pt x="273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1" name="Google Shape;3371;p70"/>
                <p:cNvSpPr/>
                <p:nvPr/>
              </p:nvSpPr>
              <p:spPr>
                <a:xfrm>
                  <a:off x="4510000" y="310023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35"/>
                      </a:cubicBezTo>
                      <a:cubicBezTo>
                        <a:pt x="1658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72" name="Google Shape;3372;p70"/>
              <p:cNvGrpSpPr/>
              <p:nvPr/>
            </p:nvGrpSpPr>
            <p:grpSpPr>
              <a:xfrm>
                <a:off x="4525124" y="3207774"/>
                <a:ext cx="37783" cy="32420"/>
                <a:chOff x="4525124" y="3207774"/>
                <a:chExt cx="37783" cy="32420"/>
              </a:xfrm>
            </p:grpSpPr>
            <p:sp>
              <p:nvSpPr>
                <p:cNvPr id="3373" name="Google Shape;3373;p70"/>
                <p:cNvSpPr/>
                <p:nvPr/>
              </p:nvSpPr>
              <p:spPr>
                <a:xfrm>
                  <a:off x="4525124" y="3207774"/>
                  <a:ext cx="37783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4"/>
                      </a:cubicBezTo>
                      <a:cubicBezTo>
                        <a:pt x="1" y="1908"/>
                        <a:pt x="920" y="4122"/>
                        <a:pt x="2747" y="4122"/>
                      </a:cubicBezTo>
                      <a:cubicBezTo>
                        <a:pt x="3884" y="4122"/>
                        <a:pt x="4803" y="3202"/>
                        <a:pt x="4803" y="2065"/>
                      </a:cubicBezTo>
                      <a:cubicBezTo>
                        <a:pt x="4803" y="823"/>
                        <a:pt x="3793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4" name="Google Shape;3374;p70"/>
                <p:cNvSpPr/>
                <p:nvPr/>
              </p:nvSpPr>
              <p:spPr>
                <a:xfrm>
                  <a:off x="4540256" y="321744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0" y="376"/>
                        <a:pt x="0" y="835"/>
                      </a:cubicBezTo>
                      <a:cubicBezTo>
                        <a:pt x="0" y="1295"/>
                        <a:pt x="363" y="1658"/>
                        <a:pt x="823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6"/>
                        <a:pt x="1282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75" name="Google Shape;3375;p70"/>
              <p:cNvGrpSpPr/>
              <p:nvPr/>
            </p:nvGrpSpPr>
            <p:grpSpPr>
              <a:xfrm>
                <a:off x="4440544" y="3176479"/>
                <a:ext cx="31499" cy="26898"/>
                <a:chOff x="4440544" y="3176479"/>
                <a:chExt cx="31499" cy="26898"/>
              </a:xfrm>
            </p:grpSpPr>
            <p:sp>
              <p:nvSpPr>
                <p:cNvPr id="3376" name="Google Shape;3376;p70"/>
                <p:cNvSpPr/>
                <p:nvPr/>
              </p:nvSpPr>
              <p:spPr>
                <a:xfrm>
                  <a:off x="4440544" y="3176479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1" y="0"/>
                      </a:moveTo>
                      <a:cubicBezTo>
                        <a:pt x="1860" y="0"/>
                        <a:pt x="1429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3993" y="2657"/>
                        <a:pt x="4005" y="1714"/>
                      </a:cubicBezTo>
                      <a:cubicBezTo>
                        <a:pt x="4005" y="682"/>
                        <a:pt x="3163" y="0"/>
                        <a:pt x="228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7" name="Google Shape;3377;p70"/>
                <p:cNvSpPr/>
                <p:nvPr/>
              </p:nvSpPr>
              <p:spPr>
                <a:xfrm>
                  <a:off x="4454724" y="3186145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51"/>
                        <a:pt x="218" y="969"/>
                        <a:pt x="484" y="969"/>
                      </a:cubicBezTo>
                      <a:cubicBezTo>
                        <a:pt x="750" y="969"/>
                        <a:pt x="968" y="751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78" name="Google Shape;3378;p70"/>
              <p:cNvGrpSpPr/>
              <p:nvPr/>
            </p:nvGrpSpPr>
            <p:grpSpPr>
              <a:xfrm>
                <a:off x="4350545" y="3156400"/>
                <a:ext cx="31405" cy="27001"/>
                <a:chOff x="4350545" y="3156400"/>
                <a:chExt cx="31405" cy="27001"/>
              </a:xfrm>
            </p:grpSpPr>
            <p:sp>
              <p:nvSpPr>
                <p:cNvPr id="3379" name="Google Shape;3379;p70"/>
                <p:cNvSpPr/>
                <p:nvPr/>
              </p:nvSpPr>
              <p:spPr>
                <a:xfrm>
                  <a:off x="4350545" y="3156400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2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0" name="Google Shape;3380;p70"/>
                <p:cNvSpPr/>
                <p:nvPr/>
              </p:nvSpPr>
              <p:spPr>
                <a:xfrm>
                  <a:off x="4364717" y="3166074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0"/>
                      </a:moveTo>
                      <a:cubicBezTo>
                        <a:pt x="218" y="0"/>
                        <a:pt x="1" y="218"/>
                        <a:pt x="1" y="484"/>
                      </a:cubicBezTo>
                      <a:cubicBezTo>
                        <a:pt x="1" y="750"/>
                        <a:pt x="218" y="968"/>
                        <a:pt x="484" y="968"/>
                      </a:cubicBezTo>
                      <a:cubicBezTo>
                        <a:pt x="751" y="968"/>
                        <a:pt x="968" y="750"/>
                        <a:pt x="968" y="484"/>
                      </a:cubicBezTo>
                      <a:cubicBezTo>
                        <a:pt x="968" y="218"/>
                        <a:pt x="751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81" name="Google Shape;3381;p70"/>
              <p:cNvGrpSpPr/>
              <p:nvPr/>
            </p:nvGrpSpPr>
            <p:grpSpPr>
              <a:xfrm>
                <a:off x="4376703" y="3255058"/>
                <a:ext cx="31405" cy="27001"/>
                <a:chOff x="4376703" y="3255058"/>
                <a:chExt cx="31405" cy="27001"/>
              </a:xfrm>
            </p:grpSpPr>
            <p:sp>
              <p:nvSpPr>
                <p:cNvPr id="3382" name="Google Shape;3382;p70"/>
                <p:cNvSpPr/>
                <p:nvPr/>
              </p:nvSpPr>
              <p:spPr>
                <a:xfrm>
                  <a:off x="4376703" y="3255058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6" y="157"/>
                        <a:pt x="1077" y="505"/>
                      </a:cubicBezTo>
                      <a:cubicBezTo>
                        <a:pt x="1" y="1582"/>
                        <a:pt x="763" y="3432"/>
                        <a:pt x="2287" y="3432"/>
                      </a:cubicBezTo>
                      <a:cubicBezTo>
                        <a:pt x="3231" y="3432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3" name="Google Shape;3383;p70"/>
                <p:cNvSpPr/>
                <p:nvPr/>
              </p:nvSpPr>
              <p:spPr>
                <a:xfrm>
                  <a:off x="4390884" y="3264732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51"/>
                        <a:pt x="218" y="969"/>
                        <a:pt x="484" y="969"/>
                      </a:cubicBezTo>
                      <a:cubicBezTo>
                        <a:pt x="750" y="969"/>
                        <a:pt x="968" y="751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84" name="Google Shape;3384;p70"/>
              <p:cNvGrpSpPr/>
              <p:nvPr/>
            </p:nvGrpSpPr>
            <p:grpSpPr>
              <a:xfrm>
                <a:off x="4331322" y="3283656"/>
                <a:ext cx="31405" cy="26945"/>
                <a:chOff x="4331322" y="3283656"/>
                <a:chExt cx="31405" cy="26945"/>
              </a:xfrm>
            </p:grpSpPr>
            <p:sp>
              <p:nvSpPr>
                <p:cNvPr id="3385" name="Google Shape;3385;p70"/>
                <p:cNvSpPr/>
                <p:nvPr/>
              </p:nvSpPr>
              <p:spPr>
                <a:xfrm>
                  <a:off x="4331322" y="3283656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1"/>
                      </a:moveTo>
                      <a:cubicBezTo>
                        <a:pt x="1853" y="1"/>
                        <a:pt x="1425" y="158"/>
                        <a:pt x="1077" y="510"/>
                      </a:cubicBezTo>
                      <a:cubicBezTo>
                        <a:pt x="1" y="1587"/>
                        <a:pt x="763" y="3425"/>
                        <a:pt x="2287" y="3425"/>
                      </a:cubicBezTo>
                      <a:cubicBezTo>
                        <a:pt x="3230" y="3425"/>
                        <a:pt x="3993" y="2663"/>
                        <a:pt x="3993" y="1720"/>
                      </a:cubicBezTo>
                      <a:cubicBezTo>
                        <a:pt x="3993" y="689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6" name="Google Shape;3386;p70"/>
                <p:cNvSpPr/>
                <p:nvPr/>
              </p:nvSpPr>
              <p:spPr>
                <a:xfrm>
                  <a:off x="4345503" y="3293274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63"/>
                        <a:pt x="218" y="969"/>
                        <a:pt x="484" y="969"/>
                      </a:cubicBezTo>
                      <a:cubicBezTo>
                        <a:pt x="750" y="969"/>
                        <a:pt x="968" y="763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87" name="Google Shape;3387;p70"/>
              <p:cNvGrpSpPr/>
              <p:nvPr/>
            </p:nvGrpSpPr>
            <p:grpSpPr>
              <a:xfrm>
                <a:off x="4380510" y="3065882"/>
                <a:ext cx="31405" cy="26938"/>
                <a:chOff x="4380510" y="3065882"/>
                <a:chExt cx="31405" cy="26938"/>
              </a:xfrm>
            </p:grpSpPr>
            <p:sp>
              <p:nvSpPr>
                <p:cNvPr id="3388" name="Google Shape;3388;p70"/>
                <p:cNvSpPr/>
                <p:nvPr/>
              </p:nvSpPr>
              <p:spPr>
                <a:xfrm>
                  <a:off x="4380510" y="3065882"/>
                  <a:ext cx="31405" cy="2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5" extrusionOk="0">
                      <a:moveTo>
                        <a:pt x="2273" y="0"/>
                      </a:moveTo>
                      <a:cubicBezTo>
                        <a:pt x="1853" y="0"/>
                        <a:pt x="1426" y="157"/>
                        <a:pt x="1077" y="510"/>
                      </a:cubicBezTo>
                      <a:cubicBezTo>
                        <a:pt x="1" y="1586"/>
                        <a:pt x="763" y="3425"/>
                        <a:pt x="2287" y="3425"/>
                      </a:cubicBezTo>
                      <a:cubicBezTo>
                        <a:pt x="3230" y="3425"/>
                        <a:pt x="3993" y="2663"/>
                        <a:pt x="3993" y="1719"/>
                      </a:cubicBezTo>
                      <a:cubicBezTo>
                        <a:pt x="3993" y="688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9" name="Google Shape;3389;p70"/>
                <p:cNvSpPr/>
                <p:nvPr/>
              </p:nvSpPr>
              <p:spPr>
                <a:xfrm>
                  <a:off x="4393354" y="3075500"/>
                  <a:ext cx="8950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6" extrusionOk="0">
                      <a:moveTo>
                        <a:pt x="654" y="0"/>
                      </a:moveTo>
                      <a:cubicBezTo>
                        <a:pt x="218" y="0"/>
                        <a:pt x="1" y="521"/>
                        <a:pt x="303" y="835"/>
                      </a:cubicBezTo>
                      <a:cubicBezTo>
                        <a:pt x="401" y="932"/>
                        <a:pt x="522" y="976"/>
                        <a:pt x="641" y="976"/>
                      </a:cubicBezTo>
                      <a:cubicBezTo>
                        <a:pt x="893" y="976"/>
                        <a:pt x="1138" y="783"/>
                        <a:pt x="1138" y="496"/>
                      </a:cubicBezTo>
                      <a:cubicBezTo>
                        <a:pt x="1138" y="218"/>
                        <a:pt x="920" y="12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90" name="Google Shape;3390;p70"/>
            <p:cNvGrpSpPr/>
            <p:nvPr/>
          </p:nvGrpSpPr>
          <p:grpSpPr>
            <a:xfrm>
              <a:off x="4558998" y="3188237"/>
              <a:ext cx="1280131" cy="1052746"/>
              <a:chOff x="4558998" y="3188237"/>
              <a:chExt cx="1280131" cy="1052746"/>
            </a:xfrm>
          </p:grpSpPr>
          <p:sp>
            <p:nvSpPr>
              <p:cNvPr id="3391" name="Google Shape;3391;p70"/>
              <p:cNvSpPr/>
              <p:nvPr/>
            </p:nvSpPr>
            <p:spPr>
              <a:xfrm>
                <a:off x="4916156" y="3750813"/>
                <a:ext cx="8" cy="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noFill/>
              <a:ln w="1825" cap="flat" cmpd="sng">
                <a:solidFill>
                  <a:srgbClr val="A5B7C5"/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3392" name="Google Shape;3392;p70"/>
              <p:cNvGrpSpPr/>
              <p:nvPr/>
            </p:nvGrpSpPr>
            <p:grpSpPr>
              <a:xfrm>
                <a:off x="4579164" y="3203653"/>
                <a:ext cx="1244833" cy="1020397"/>
                <a:chOff x="4579164" y="3203653"/>
                <a:chExt cx="1244833" cy="1020397"/>
              </a:xfrm>
            </p:grpSpPr>
            <p:sp>
              <p:nvSpPr>
                <p:cNvPr id="3393" name="Google Shape;3393;p70"/>
                <p:cNvSpPr/>
                <p:nvPr/>
              </p:nvSpPr>
              <p:spPr>
                <a:xfrm>
                  <a:off x="5490144" y="3482892"/>
                  <a:ext cx="58995" cy="4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" h="630" fill="none" extrusionOk="0">
                      <a:moveTo>
                        <a:pt x="0" y="630"/>
                      </a:moveTo>
                      <a:lnTo>
                        <a:pt x="750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94" name="Google Shape;3394;p70"/>
                <p:cNvSpPr/>
                <p:nvPr/>
              </p:nvSpPr>
              <p:spPr>
                <a:xfrm>
                  <a:off x="5490616" y="3482892"/>
                  <a:ext cx="66137" cy="77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9" h="9836" fill="none" extrusionOk="0">
                      <a:moveTo>
                        <a:pt x="1" y="1"/>
                      </a:moveTo>
                      <a:lnTo>
                        <a:pt x="8408" y="983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95" name="Google Shape;3395;p70"/>
                <p:cNvGrpSpPr/>
                <p:nvPr/>
              </p:nvGrpSpPr>
              <p:grpSpPr>
                <a:xfrm>
                  <a:off x="4579164" y="3203653"/>
                  <a:ext cx="1244833" cy="1020397"/>
                  <a:chOff x="4579164" y="3203653"/>
                  <a:chExt cx="1244833" cy="1020397"/>
                </a:xfrm>
              </p:grpSpPr>
              <p:sp>
                <p:nvSpPr>
                  <p:cNvPr id="3396" name="Google Shape;3396;p70"/>
                  <p:cNvSpPr/>
                  <p:nvPr/>
                </p:nvSpPr>
                <p:spPr>
                  <a:xfrm>
                    <a:off x="4787909" y="3833395"/>
                    <a:ext cx="69267" cy="222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07" h="2831" fill="none" extrusionOk="0">
                        <a:moveTo>
                          <a:pt x="8806" y="0"/>
                        </a:moveTo>
                        <a:lnTo>
                          <a:pt x="0" y="2831"/>
                        </a:lnTo>
                      </a:path>
                    </a:pathLst>
                  </a:custGeom>
                  <a:noFill/>
                  <a:ln w="1825" cap="flat" cmpd="sng">
                    <a:solidFill>
                      <a:srgbClr val="A5B7C5"/>
                    </a:solidFill>
                    <a:prstDash val="solid"/>
                    <a:miter lim="12096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7" name="Google Shape;3397;p70"/>
                  <p:cNvSpPr/>
                  <p:nvPr/>
                </p:nvSpPr>
                <p:spPr>
                  <a:xfrm>
                    <a:off x="4857263" y="3819695"/>
                    <a:ext cx="69936" cy="14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92" h="1803" fill="none" extrusionOk="0">
                        <a:moveTo>
                          <a:pt x="1" y="1803"/>
                        </a:moveTo>
                        <a:lnTo>
                          <a:pt x="8892" y="0"/>
                        </a:lnTo>
                      </a:path>
                    </a:pathLst>
                  </a:custGeom>
                  <a:noFill/>
                  <a:ln w="1825" cap="flat" cmpd="sng">
                    <a:solidFill>
                      <a:srgbClr val="A5B7C5"/>
                    </a:solidFill>
                    <a:prstDash val="solid"/>
                    <a:miter lim="12096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3398" name="Google Shape;3398;p70"/>
                  <p:cNvGrpSpPr/>
                  <p:nvPr/>
                </p:nvGrpSpPr>
                <p:grpSpPr>
                  <a:xfrm>
                    <a:off x="4579164" y="3203653"/>
                    <a:ext cx="1244833" cy="1020397"/>
                    <a:chOff x="4579164" y="3203653"/>
                    <a:chExt cx="1244833" cy="1020397"/>
                  </a:xfrm>
                </p:grpSpPr>
                <p:sp>
                  <p:nvSpPr>
                    <p:cNvPr id="3399" name="Google Shape;3399;p70"/>
                    <p:cNvSpPr/>
                    <p:nvPr/>
                  </p:nvSpPr>
                  <p:spPr>
                    <a:xfrm>
                      <a:off x="4930329" y="3363965"/>
                      <a:ext cx="23894" cy="1027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38" h="13066" fill="none" extrusionOk="0">
                          <a:moveTo>
                            <a:pt x="3037" y="13065"/>
                          </a:moveTo>
                          <a:lnTo>
                            <a:pt x="1" y="1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400" name="Google Shape;3400;p70"/>
                    <p:cNvSpPr/>
                    <p:nvPr/>
                  </p:nvSpPr>
                  <p:spPr>
                    <a:xfrm>
                      <a:off x="4849846" y="3385948"/>
                      <a:ext cx="104085" cy="792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234" h="10077" fill="none" extrusionOk="0">
                          <a:moveTo>
                            <a:pt x="0" y="0"/>
                          </a:moveTo>
                          <a:lnTo>
                            <a:pt x="13234" y="10077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401" name="Google Shape;3401;p70"/>
                    <p:cNvSpPr/>
                    <p:nvPr/>
                  </p:nvSpPr>
                  <p:spPr>
                    <a:xfrm>
                      <a:off x="4849650" y="3306598"/>
                      <a:ext cx="45869" cy="793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832" h="10090" fill="none" extrusionOk="0">
                          <a:moveTo>
                            <a:pt x="5831" y="0"/>
                          </a:moveTo>
                          <a:lnTo>
                            <a:pt x="1" y="10089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402" name="Google Shape;3402;p70"/>
                    <p:cNvSpPr/>
                    <p:nvPr/>
                  </p:nvSpPr>
                  <p:spPr>
                    <a:xfrm>
                      <a:off x="4849650" y="3361299"/>
                      <a:ext cx="84305" cy="246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19" h="3135" fill="none" extrusionOk="0">
                          <a:moveTo>
                            <a:pt x="1" y="3134"/>
                          </a:moveTo>
                          <a:lnTo>
                            <a:pt x="10719" y="1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403" name="Google Shape;3403;p70"/>
                    <p:cNvSpPr/>
                    <p:nvPr/>
                  </p:nvSpPr>
                  <p:spPr>
                    <a:xfrm>
                      <a:off x="4789616" y="3306598"/>
                      <a:ext cx="19702" cy="547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05" h="6956" fill="none" extrusionOk="0">
                          <a:moveTo>
                            <a:pt x="2505" y="6956"/>
                          </a:move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404" name="Google Shape;3404;p70"/>
                    <p:cNvSpPr/>
                    <p:nvPr/>
                  </p:nvSpPr>
                  <p:spPr>
                    <a:xfrm>
                      <a:off x="4738242" y="3357500"/>
                      <a:ext cx="74883" cy="1028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1" h="1307" fill="none" extrusionOk="0">
                          <a:moveTo>
                            <a:pt x="1" y="1307"/>
                          </a:moveTo>
                          <a:lnTo>
                            <a:pt x="9521" y="0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405" name="Google Shape;3405;p70"/>
                    <p:cNvSpPr/>
                    <p:nvPr/>
                  </p:nvSpPr>
                  <p:spPr>
                    <a:xfrm>
                      <a:off x="4710274" y="3357500"/>
                      <a:ext cx="99044" cy="635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93" h="8081" fill="none" extrusionOk="0">
                          <a:moveTo>
                            <a:pt x="0" y="8081"/>
                          </a:moveTo>
                          <a:lnTo>
                            <a:pt x="12593" y="0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406" name="Google Shape;3406;p70"/>
                    <p:cNvSpPr/>
                    <p:nvPr/>
                  </p:nvSpPr>
                  <p:spPr>
                    <a:xfrm>
                      <a:off x="4809310" y="3306598"/>
                      <a:ext cx="87443" cy="509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118" h="6473" fill="none" extrusionOk="0">
                          <a:moveTo>
                            <a:pt x="1" y="6472"/>
                          </a:moveTo>
                          <a:lnTo>
                            <a:pt x="11118" y="0"/>
                          </a:lnTo>
                        </a:path>
                      </a:pathLst>
                    </a:custGeom>
                    <a:no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3407" name="Google Shape;3407;p70"/>
                    <p:cNvGrpSpPr/>
                    <p:nvPr/>
                  </p:nvGrpSpPr>
                  <p:grpSpPr>
                    <a:xfrm>
                      <a:off x="4579164" y="3203653"/>
                      <a:ext cx="1244833" cy="1020397"/>
                      <a:chOff x="4579164" y="3203653"/>
                      <a:chExt cx="1244833" cy="1020397"/>
                    </a:xfrm>
                  </p:grpSpPr>
                  <p:sp>
                    <p:nvSpPr>
                      <p:cNvPr id="3408" name="Google Shape;3408;p70"/>
                      <p:cNvSpPr/>
                      <p:nvPr/>
                    </p:nvSpPr>
                    <p:spPr>
                      <a:xfrm>
                        <a:off x="4617986" y="3614284"/>
                        <a:ext cx="53002" cy="2103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739" h="2674" fill="none" extrusionOk="0">
                            <a:moveTo>
                              <a:pt x="0" y="0"/>
                            </a:moveTo>
                            <a:lnTo>
                              <a:pt x="6738" y="2674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409" name="Google Shape;3409;p70"/>
                      <p:cNvSpPr/>
                      <p:nvPr/>
                    </p:nvSpPr>
                    <p:spPr>
                      <a:xfrm>
                        <a:off x="4624545" y="3589069"/>
                        <a:ext cx="43682" cy="6318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54" h="8033" fill="none" extrusionOk="0">
                            <a:moveTo>
                              <a:pt x="1" y="8033"/>
                            </a:moveTo>
                            <a:lnTo>
                              <a:pt x="5553" y="1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410" name="Google Shape;3410;p70"/>
                      <p:cNvSpPr/>
                      <p:nvPr/>
                    </p:nvSpPr>
                    <p:spPr>
                      <a:xfrm>
                        <a:off x="4668220" y="3517907"/>
                        <a:ext cx="112178" cy="7117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263" h="9049" fill="none" extrusionOk="0">
                            <a:moveTo>
                              <a:pt x="0" y="9049"/>
                            </a:moveTo>
                            <a:lnTo>
                              <a:pt x="14262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411" name="Google Shape;3411;p70"/>
                      <p:cNvSpPr/>
                      <p:nvPr/>
                    </p:nvSpPr>
                    <p:spPr>
                      <a:xfrm>
                        <a:off x="4706562" y="3516766"/>
                        <a:ext cx="77455" cy="7992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848" h="10162" fill="none" extrusionOk="0">
                            <a:moveTo>
                              <a:pt x="0" y="10161"/>
                            </a:moveTo>
                            <a:lnTo>
                              <a:pt x="9847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412" name="Google Shape;3412;p70"/>
                      <p:cNvSpPr/>
                      <p:nvPr/>
                    </p:nvSpPr>
                    <p:spPr>
                      <a:xfrm>
                        <a:off x="4763646" y="3516766"/>
                        <a:ext cx="20370" cy="5280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590" h="6714" fill="none" extrusionOk="0">
                            <a:moveTo>
                              <a:pt x="0" y="6714"/>
                            </a:moveTo>
                            <a:lnTo>
                              <a:pt x="2589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413" name="Google Shape;3413;p70"/>
                      <p:cNvSpPr/>
                      <p:nvPr/>
                    </p:nvSpPr>
                    <p:spPr>
                      <a:xfrm>
                        <a:off x="4783151" y="3520565"/>
                        <a:ext cx="45861" cy="974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831" h="12388" fill="none" extrusionOk="0">
                            <a:moveTo>
                              <a:pt x="5831" y="12388"/>
                            </a:moveTo>
                            <a:lnTo>
                              <a:pt x="0" y="1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414" name="Google Shape;3414;p70"/>
                      <p:cNvSpPr/>
                      <p:nvPr/>
                    </p:nvSpPr>
                    <p:spPr>
                      <a:xfrm>
                        <a:off x="4738242" y="3483175"/>
                        <a:ext cx="44917" cy="3739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11" h="4755" fill="none" extrusionOk="0">
                            <a:moveTo>
                              <a:pt x="1" y="1"/>
                            </a:moveTo>
                            <a:lnTo>
                              <a:pt x="5710" y="4755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415" name="Google Shape;3415;p70"/>
                      <p:cNvSpPr/>
                      <p:nvPr/>
                    </p:nvSpPr>
                    <p:spPr>
                      <a:xfrm>
                        <a:off x="4704941" y="3501823"/>
                        <a:ext cx="78217" cy="187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945" h="2384" fill="none" extrusionOk="0">
                            <a:moveTo>
                              <a:pt x="1" y="1"/>
                            </a:moveTo>
                            <a:lnTo>
                              <a:pt x="9944" y="2384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416" name="Google Shape;3416;p70"/>
                      <p:cNvSpPr/>
                      <p:nvPr/>
                    </p:nvSpPr>
                    <p:spPr>
                      <a:xfrm>
                        <a:off x="4668220" y="3520565"/>
                        <a:ext cx="115796" cy="1932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723" h="2457" fill="none" extrusionOk="0">
                            <a:moveTo>
                              <a:pt x="0" y="2457"/>
                            </a:moveTo>
                            <a:lnTo>
                              <a:pt x="14722" y="1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417" name="Google Shape;3417;p70"/>
                      <p:cNvSpPr/>
                      <p:nvPr/>
                    </p:nvSpPr>
                    <p:spPr>
                      <a:xfrm>
                        <a:off x="4813117" y="3462915"/>
                        <a:ext cx="40347" cy="5119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130" h="6509" fill="none" extrusionOk="0">
                            <a:moveTo>
                              <a:pt x="5130" y="6508"/>
                            </a:moveTo>
                            <a:lnTo>
                              <a:pt x="1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418" name="Google Shape;3418;p70"/>
                      <p:cNvSpPr/>
                      <p:nvPr/>
                    </p:nvSpPr>
                    <p:spPr>
                      <a:xfrm>
                        <a:off x="4787807" y="3462915"/>
                        <a:ext cx="25317" cy="550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19" h="6993" fill="none" extrusionOk="0">
                            <a:moveTo>
                              <a:pt x="1" y="6992"/>
                            </a:moveTo>
                            <a:lnTo>
                              <a:pt x="3219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419" name="Google Shape;3419;p70"/>
                      <p:cNvSpPr/>
                      <p:nvPr/>
                    </p:nvSpPr>
                    <p:spPr>
                      <a:xfrm>
                        <a:off x="4781342" y="3514100"/>
                        <a:ext cx="72311" cy="695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194" h="884" fill="none" extrusionOk="0">
                            <a:moveTo>
                              <a:pt x="0" y="883"/>
                            </a:moveTo>
                            <a:lnTo>
                              <a:pt x="9194" y="0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420" name="Google Shape;3420;p70"/>
                      <p:cNvSpPr/>
                      <p:nvPr/>
                    </p:nvSpPr>
                    <p:spPr>
                      <a:xfrm>
                        <a:off x="4853645" y="3514100"/>
                        <a:ext cx="26175" cy="5918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328" h="7525" fill="none" extrusionOk="0">
                            <a:moveTo>
                              <a:pt x="1" y="0"/>
                            </a:moveTo>
                            <a:lnTo>
                              <a:pt x="3328" y="7525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421" name="Google Shape;3421;p70"/>
                      <p:cNvSpPr/>
                      <p:nvPr/>
                    </p:nvSpPr>
                    <p:spPr>
                      <a:xfrm>
                        <a:off x="4827392" y="3514100"/>
                        <a:ext cx="26261" cy="10038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339" h="12763" fill="none" extrusionOk="0">
                            <a:moveTo>
                              <a:pt x="3339" y="0"/>
                            </a:moveTo>
                            <a:lnTo>
                              <a:pt x="0" y="12762"/>
                            </a:lnTo>
                          </a:path>
                        </a:pathLst>
                      </a:custGeom>
                      <a:no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3422" name="Google Shape;3422;p70"/>
                      <p:cNvGrpSpPr/>
                      <p:nvPr/>
                    </p:nvGrpSpPr>
                    <p:grpSpPr>
                      <a:xfrm>
                        <a:off x="4579164" y="3203653"/>
                        <a:ext cx="1244833" cy="1020397"/>
                        <a:chOff x="4579164" y="3203653"/>
                        <a:chExt cx="1244833" cy="1020397"/>
                      </a:xfrm>
                    </p:grpSpPr>
                    <p:sp>
                      <p:nvSpPr>
                        <p:cNvPr id="3423" name="Google Shape;3423;p70"/>
                        <p:cNvSpPr/>
                        <p:nvPr/>
                      </p:nvSpPr>
                      <p:spPr>
                        <a:xfrm>
                          <a:off x="4879812" y="3466721"/>
                          <a:ext cx="74411" cy="10656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461" h="13549" fill="none" extrusionOk="0">
                              <a:moveTo>
                                <a:pt x="1" y="13549"/>
                              </a:moveTo>
                              <a:lnTo>
                                <a:pt x="9460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24" name="Google Shape;3424;p70"/>
                        <p:cNvSpPr/>
                        <p:nvPr/>
                      </p:nvSpPr>
                      <p:spPr>
                        <a:xfrm>
                          <a:off x="4954215" y="3408017"/>
                          <a:ext cx="105989" cy="5871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3476" h="7465" fill="none" extrusionOk="0">
                              <a:moveTo>
                                <a:pt x="0" y="7464"/>
                              </a:moveTo>
                              <a:lnTo>
                                <a:pt x="13476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25" name="Google Shape;3425;p70"/>
                        <p:cNvSpPr/>
                        <p:nvPr/>
                      </p:nvSpPr>
                      <p:spPr>
                        <a:xfrm>
                          <a:off x="4953924" y="3465195"/>
                          <a:ext cx="119792" cy="5481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5231" h="6969" fill="none" extrusionOk="0">
                              <a:moveTo>
                                <a:pt x="1" y="1"/>
                              </a:moveTo>
                              <a:lnTo>
                                <a:pt x="15231" y="6968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26" name="Google Shape;3426;p70"/>
                        <p:cNvSpPr/>
                        <p:nvPr/>
                      </p:nvSpPr>
                      <p:spPr>
                        <a:xfrm>
                          <a:off x="5073708" y="3521045"/>
                          <a:ext cx="26938" cy="7183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425" h="9134" fill="none" extrusionOk="0">
                              <a:moveTo>
                                <a:pt x="1" y="0"/>
                              </a:moveTo>
                              <a:lnTo>
                                <a:pt x="3424" y="9133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27" name="Google Shape;3427;p70"/>
                        <p:cNvSpPr/>
                        <p:nvPr/>
                      </p:nvSpPr>
                      <p:spPr>
                        <a:xfrm>
                          <a:off x="5100637" y="3586309"/>
                          <a:ext cx="26741" cy="8116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400" h="10320" fill="none" extrusionOk="0">
                              <a:moveTo>
                                <a:pt x="3399" y="10319"/>
                              </a:moveTo>
                              <a:lnTo>
                                <a:pt x="0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28" name="Google Shape;3428;p70"/>
                        <p:cNvSpPr/>
                        <p:nvPr/>
                      </p:nvSpPr>
                      <p:spPr>
                        <a:xfrm>
                          <a:off x="5088549" y="3252840"/>
                          <a:ext cx="693968" cy="52062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8235" h="66195" fill="none" extrusionOk="0">
                              <a:moveTo>
                                <a:pt x="1" y="63509"/>
                              </a:moveTo>
                              <a:lnTo>
                                <a:pt x="1537" y="42400"/>
                              </a:lnTo>
                              <a:lnTo>
                                <a:pt x="10077" y="22210"/>
                              </a:lnTo>
                              <a:cubicBezTo>
                                <a:pt x="10077" y="22210"/>
                                <a:pt x="14202" y="33218"/>
                                <a:pt x="14202" y="32384"/>
                              </a:cubicBezTo>
                              <a:cubicBezTo>
                                <a:pt x="14202" y="31561"/>
                                <a:pt x="26009" y="8976"/>
                                <a:pt x="26009" y="8976"/>
                              </a:cubicBezTo>
                              <a:lnTo>
                                <a:pt x="33618" y="31077"/>
                              </a:lnTo>
                              <a:lnTo>
                                <a:pt x="15025" y="46779"/>
                              </a:lnTo>
                              <a:lnTo>
                                <a:pt x="36037" y="48944"/>
                              </a:lnTo>
                              <a:lnTo>
                                <a:pt x="27557" y="58863"/>
                              </a:lnTo>
                              <a:lnTo>
                                <a:pt x="40803" y="66194"/>
                              </a:lnTo>
                              <a:lnTo>
                                <a:pt x="43586" y="48448"/>
                              </a:lnTo>
                              <a:lnTo>
                                <a:pt x="51122" y="29734"/>
                              </a:lnTo>
                              <a:lnTo>
                                <a:pt x="49670" y="16694"/>
                              </a:lnTo>
                              <a:lnTo>
                                <a:pt x="65263" y="21376"/>
                              </a:lnTo>
                              <a:lnTo>
                                <a:pt x="68819" y="9448"/>
                              </a:lnTo>
                              <a:lnTo>
                                <a:pt x="66098" y="1"/>
                              </a:lnTo>
                              <a:lnTo>
                                <a:pt x="88235" y="20069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29" name="Google Shape;3429;p70"/>
                        <p:cNvSpPr/>
                        <p:nvPr/>
                      </p:nvSpPr>
                      <p:spPr>
                        <a:xfrm>
                          <a:off x="5060203" y="3203653"/>
                          <a:ext cx="544588" cy="31635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9242" h="40223" fill="none" extrusionOk="0">
                              <a:moveTo>
                                <a:pt x="69242" y="6255"/>
                              </a:moveTo>
                              <a:lnTo>
                                <a:pt x="53274" y="22948"/>
                              </a:lnTo>
                              <a:lnTo>
                                <a:pt x="45532" y="5432"/>
                              </a:lnTo>
                              <a:lnTo>
                                <a:pt x="29613" y="14747"/>
                              </a:lnTo>
                              <a:lnTo>
                                <a:pt x="28790" y="1"/>
                              </a:lnTo>
                              <a:lnTo>
                                <a:pt x="13500" y="28912"/>
                              </a:lnTo>
                              <a:lnTo>
                                <a:pt x="4306" y="13089"/>
                              </a:lnTo>
                              <a:lnTo>
                                <a:pt x="0" y="25984"/>
                              </a:lnTo>
                              <a:lnTo>
                                <a:pt x="1718" y="40222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30" name="Google Shape;3430;p70"/>
                        <p:cNvSpPr/>
                        <p:nvPr/>
                      </p:nvSpPr>
                      <p:spPr>
                        <a:xfrm>
                          <a:off x="5127371" y="3507533"/>
                          <a:ext cx="124739" cy="26783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5860" h="34054" fill="none" extrusionOk="0">
                              <a:moveTo>
                                <a:pt x="9266" y="1"/>
                              </a:moveTo>
                              <a:lnTo>
                                <a:pt x="10101" y="14396"/>
                              </a:lnTo>
                              <a:lnTo>
                                <a:pt x="15859" y="34053"/>
                              </a:lnTo>
                              <a:lnTo>
                                <a:pt x="0" y="19851"/>
                              </a:lnTo>
                              <a:lnTo>
                                <a:pt x="1234" y="33642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31" name="Google Shape;3431;p70"/>
                        <p:cNvSpPr/>
                        <p:nvPr/>
                      </p:nvSpPr>
                      <p:spPr>
                        <a:xfrm>
                          <a:off x="5100637" y="3507533"/>
                          <a:ext cx="99618" cy="7878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666" h="10017" fill="none" extrusionOk="0">
                              <a:moveTo>
                                <a:pt x="0" y="10017"/>
                              </a:moveTo>
                              <a:lnTo>
                                <a:pt x="12665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32" name="Google Shape;3432;p70"/>
                        <p:cNvSpPr/>
                        <p:nvPr/>
                      </p:nvSpPr>
                      <p:spPr>
                        <a:xfrm>
                          <a:off x="5200248" y="3501068"/>
                          <a:ext cx="156514" cy="647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9900" h="823" fill="none" extrusionOk="0">
                              <a:moveTo>
                                <a:pt x="0" y="823"/>
                              </a:moveTo>
                              <a:lnTo>
                                <a:pt x="19900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33" name="Google Shape;3433;p70"/>
                        <p:cNvSpPr/>
                        <p:nvPr/>
                      </p:nvSpPr>
                      <p:spPr>
                        <a:xfrm>
                          <a:off x="5127371" y="3507533"/>
                          <a:ext cx="72885" cy="15585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267" h="19816" fill="none" extrusionOk="0">
                              <a:moveTo>
                                <a:pt x="9266" y="1"/>
                              </a:moveTo>
                              <a:lnTo>
                                <a:pt x="0" y="19815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34" name="Google Shape;3434;p70"/>
                        <p:cNvSpPr/>
                        <p:nvPr/>
                      </p:nvSpPr>
                      <p:spPr>
                        <a:xfrm>
                          <a:off x="5352947" y="3384139"/>
                          <a:ext cx="126265" cy="11769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6054" h="14964" fill="none" extrusionOk="0">
                              <a:moveTo>
                                <a:pt x="1" y="14964"/>
                              </a:moveTo>
                              <a:lnTo>
                                <a:pt x="16053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35" name="Google Shape;3435;p70"/>
                        <p:cNvSpPr/>
                        <p:nvPr/>
                      </p:nvSpPr>
                      <p:spPr>
                        <a:xfrm>
                          <a:off x="5356753" y="3246375"/>
                          <a:ext cx="61567" cy="25470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828" h="32384" fill="none" extrusionOk="0">
                              <a:moveTo>
                                <a:pt x="1" y="32383"/>
                              </a:moveTo>
                              <a:lnTo>
                                <a:pt x="7827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36" name="Google Shape;3436;p70"/>
                        <p:cNvSpPr/>
                        <p:nvPr/>
                      </p:nvSpPr>
                      <p:spPr>
                        <a:xfrm>
                          <a:off x="5352947" y="3486698"/>
                          <a:ext cx="141483" cy="1057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7989" h="1344" fill="none" extrusionOk="0">
                              <a:moveTo>
                                <a:pt x="1" y="1343"/>
                              </a:moveTo>
                              <a:lnTo>
                                <a:pt x="17989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37" name="Google Shape;3437;p70"/>
                        <p:cNvSpPr/>
                        <p:nvPr/>
                      </p:nvSpPr>
                      <p:spPr>
                        <a:xfrm>
                          <a:off x="5353898" y="3501068"/>
                          <a:ext cx="18089" cy="13672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300" h="17384" fill="none" extrusionOk="0">
                              <a:moveTo>
                                <a:pt x="1" y="0"/>
                              </a:moveTo>
                              <a:lnTo>
                                <a:pt x="2299" y="17383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38" name="Google Shape;3438;p70"/>
                        <p:cNvSpPr/>
                        <p:nvPr/>
                      </p:nvSpPr>
                      <p:spPr>
                        <a:xfrm>
                          <a:off x="5206721" y="3620749"/>
                          <a:ext cx="102379" cy="9886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3017" h="12570" fill="none" extrusionOk="0">
                              <a:moveTo>
                                <a:pt x="0" y="1"/>
                              </a:moveTo>
                              <a:lnTo>
                                <a:pt x="13016" y="12569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39" name="Google Shape;3439;p70"/>
                        <p:cNvSpPr/>
                        <p:nvPr/>
                      </p:nvSpPr>
                      <p:spPr>
                        <a:xfrm>
                          <a:off x="5293102" y="3715798"/>
                          <a:ext cx="15997" cy="10123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034" h="12872" fill="none" extrusionOk="0">
                              <a:moveTo>
                                <a:pt x="2033" y="0"/>
                              </a:moveTo>
                              <a:lnTo>
                                <a:pt x="1" y="1287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40" name="Google Shape;3440;p70"/>
                        <p:cNvSpPr/>
                        <p:nvPr/>
                      </p:nvSpPr>
                      <p:spPr>
                        <a:xfrm>
                          <a:off x="5127371" y="3659854"/>
                          <a:ext cx="92862" cy="13453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1807" h="17106" fill="none" extrusionOk="0">
                              <a:moveTo>
                                <a:pt x="11807" y="17105"/>
                              </a:moveTo>
                              <a:lnTo>
                                <a:pt x="0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41" name="Google Shape;3441;p70"/>
                        <p:cNvSpPr/>
                        <p:nvPr/>
                      </p:nvSpPr>
                      <p:spPr>
                        <a:xfrm>
                          <a:off x="5479203" y="3327149"/>
                          <a:ext cx="150615" cy="5699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9150" h="7247" fill="none" extrusionOk="0">
                              <a:moveTo>
                                <a:pt x="19149" y="0"/>
                              </a:moveTo>
                              <a:lnTo>
                                <a:pt x="0" y="7246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42" name="Google Shape;3442;p70"/>
                        <p:cNvSpPr/>
                        <p:nvPr/>
                      </p:nvSpPr>
                      <p:spPr>
                        <a:xfrm>
                          <a:off x="5371980" y="3633790"/>
                          <a:ext cx="59373" cy="400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549" h="509" fill="none" extrusionOk="0">
                              <a:moveTo>
                                <a:pt x="0" y="508"/>
                              </a:moveTo>
                              <a:lnTo>
                                <a:pt x="7549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43" name="Google Shape;3443;p70"/>
                        <p:cNvSpPr/>
                        <p:nvPr/>
                      </p:nvSpPr>
                      <p:spPr>
                        <a:xfrm>
                          <a:off x="5352947" y="3497261"/>
                          <a:ext cx="78406" cy="13653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969" h="17360" fill="none" extrusionOk="0">
                              <a:moveTo>
                                <a:pt x="9969" y="17359"/>
                              </a:moveTo>
                              <a:lnTo>
                                <a:pt x="1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44" name="Google Shape;3444;p70"/>
                        <p:cNvSpPr/>
                        <p:nvPr/>
                      </p:nvSpPr>
                      <p:spPr>
                        <a:xfrm>
                          <a:off x="4917296" y="3466721"/>
                          <a:ext cx="40733" cy="12235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179" h="15557" fill="none" extrusionOk="0">
                              <a:moveTo>
                                <a:pt x="1" y="15557"/>
                              </a:moveTo>
                              <a:lnTo>
                                <a:pt x="5178" y="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45" name="Google Shape;3445;p70"/>
                        <p:cNvSpPr/>
                        <p:nvPr/>
                      </p:nvSpPr>
                      <p:spPr>
                        <a:xfrm>
                          <a:off x="5060203" y="3408017"/>
                          <a:ext cx="111416" cy="1951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4166" h="2481" fill="none" extrusionOk="0">
                              <a:moveTo>
                                <a:pt x="0" y="0"/>
                              </a:moveTo>
                              <a:lnTo>
                                <a:pt x="14165" y="2480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3446" name="Google Shape;3446;p70"/>
                        <p:cNvSpPr/>
                        <p:nvPr/>
                      </p:nvSpPr>
                      <p:spPr>
                        <a:xfrm>
                          <a:off x="5127371" y="3620749"/>
                          <a:ext cx="79358" cy="4263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0090" h="5421" fill="none" extrusionOk="0">
                              <a:moveTo>
                                <a:pt x="0" y="5420"/>
                              </a:moveTo>
                              <a:lnTo>
                                <a:pt x="10089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grpSp>
                      <p:nvGrpSpPr>
                        <p:cNvPr id="3447" name="Google Shape;3447;p70"/>
                        <p:cNvGrpSpPr/>
                        <p:nvPr/>
                      </p:nvGrpSpPr>
                      <p:grpSpPr>
                        <a:xfrm>
                          <a:off x="4579164" y="3203653"/>
                          <a:ext cx="1244833" cy="1020397"/>
                          <a:chOff x="4579164" y="3203653"/>
                          <a:chExt cx="1244833" cy="1020397"/>
                        </a:xfrm>
                      </p:grpSpPr>
                      <p:sp>
                        <p:nvSpPr>
                          <p:cNvPr id="3448" name="Google Shape;3448;p70"/>
                          <p:cNvSpPr/>
                          <p:nvPr/>
                        </p:nvSpPr>
                        <p:spPr>
                          <a:xfrm>
                            <a:off x="4949551" y="3708185"/>
                            <a:ext cx="37972" cy="3815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4828" h="485" fill="none" extrusionOk="0">
                                <a:moveTo>
                                  <a:pt x="0" y="1"/>
                                </a:moveTo>
                                <a:lnTo>
                                  <a:pt x="4827" y="485"/>
                                </a:lnTo>
                              </a:path>
                            </a:pathLst>
                          </a:custGeom>
                          <a:noFill/>
                          <a:ln w="1825" cap="flat" cmpd="sng">
                            <a:solidFill>
                              <a:srgbClr val="A5B7C5"/>
                            </a:solidFill>
                            <a:prstDash val="solid"/>
                            <a:miter lim="12096"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121900" tIns="121900" rIns="121900" bIns="121900" anchor="ctr" anchorCtr="0">
                            <a:noAutofit/>
                          </a:bodyPr>
                          <a:lstStyle/>
                          <a:p>
                            <a:pPr defTabSz="1219170">
                              <a:buClr>
                                <a:srgbClr val="000000"/>
                              </a:buClr>
                            </a:pPr>
                            <a:endParaRPr lang="en-GB" sz="1867" kern="0" noProof="0" dirty="0">
                              <a:solidFill>
                                <a:srgbClr val="000000"/>
                              </a:solidFill>
                              <a:latin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grpSp>
                        <p:nvGrpSpPr>
                          <p:cNvPr id="3449" name="Google Shape;3449;p70"/>
                          <p:cNvGrpSpPr/>
                          <p:nvPr/>
                        </p:nvGrpSpPr>
                        <p:grpSpPr>
                          <a:xfrm>
                            <a:off x="4579164" y="3203653"/>
                            <a:ext cx="1244833" cy="1020397"/>
                            <a:chOff x="4579164" y="3203653"/>
                            <a:chExt cx="1244833" cy="1020397"/>
                          </a:xfrm>
                        </p:grpSpPr>
                        <p:sp>
                          <p:nvSpPr>
                            <p:cNvPr id="3450" name="Google Shape;3450;p70"/>
                            <p:cNvSpPr/>
                            <p:nvPr/>
                          </p:nvSpPr>
                          <p:spPr>
                            <a:xfrm>
                              <a:off x="4953357" y="3586309"/>
                              <a:ext cx="147288" cy="12188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8727" h="15497" fill="none" extrusionOk="0">
                                  <a:moveTo>
                                    <a:pt x="18726" y="1"/>
                                  </a:moveTo>
                                  <a:lnTo>
                                    <a:pt x="0" y="15497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121900" tIns="121900" rIns="121900" bIns="121900" anchor="ctr" anchorCtr="0">
                              <a:noAutofit/>
                            </a:bodyPr>
                            <a:lstStyle/>
                            <a:p>
                              <a:pPr defTabSz="1219170">
                                <a:buClr>
                                  <a:srgbClr val="000000"/>
                                </a:buClr>
                              </a:pPr>
                              <a:endParaRPr lang="en-GB" sz="1867" kern="0" noProof="0" dirty="0">
                                <a:solidFill>
                                  <a:srgbClr val="000000"/>
                                </a:solidFill>
                                <a:latin typeface="Arial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3451" name="Google Shape;3451;p70"/>
                            <p:cNvSpPr/>
                            <p:nvPr/>
                          </p:nvSpPr>
                          <p:spPr>
                            <a:xfrm>
                              <a:off x="4987515" y="3592876"/>
                              <a:ext cx="113130" cy="11912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4384" h="15146" fill="none" extrusionOk="0">
                                  <a:moveTo>
                                    <a:pt x="0" y="15146"/>
                                  </a:moveTo>
                                  <a:lnTo>
                                    <a:pt x="14383" y="0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121900" tIns="121900" rIns="121900" bIns="121900" anchor="ctr" anchorCtr="0">
                              <a:noAutofit/>
                            </a:bodyPr>
                            <a:lstStyle/>
                            <a:p>
                              <a:pPr defTabSz="1219170">
                                <a:buClr>
                                  <a:srgbClr val="000000"/>
                                </a:buClr>
                              </a:pPr>
                              <a:endParaRPr lang="en-GB" sz="1867" kern="0" noProof="0" dirty="0">
                                <a:solidFill>
                                  <a:srgbClr val="000000"/>
                                </a:solidFill>
                                <a:latin typeface="Arial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3452" name="Google Shape;3452;p70"/>
                            <p:cNvSpPr/>
                            <p:nvPr/>
                          </p:nvSpPr>
                          <p:spPr>
                            <a:xfrm>
                              <a:off x="4913395" y="3708185"/>
                              <a:ext cx="39970" cy="4538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082" h="5771" fill="none" extrusionOk="0">
                                  <a:moveTo>
                                    <a:pt x="1" y="5771"/>
                                  </a:moveTo>
                                  <a:lnTo>
                                    <a:pt x="5081" y="1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121900" tIns="121900" rIns="121900" bIns="121900" anchor="ctr" anchorCtr="0">
                              <a:noAutofit/>
                            </a:bodyPr>
                            <a:lstStyle/>
                            <a:p>
                              <a:pPr defTabSz="1219170">
                                <a:buClr>
                                  <a:srgbClr val="000000"/>
                                </a:buClr>
                              </a:pPr>
                              <a:endParaRPr lang="en-GB" sz="1867" kern="0" noProof="0" dirty="0">
                                <a:solidFill>
                                  <a:srgbClr val="000000"/>
                                </a:solidFill>
                                <a:latin typeface="Arial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3453" name="Google Shape;3453;p70"/>
                            <p:cNvSpPr/>
                            <p:nvPr/>
                          </p:nvSpPr>
                          <p:spPr>
                            <a:xfrm>
                              <a:off x="4888943" y="3704378"/>
                              <a:ext cx="60616" cy="2608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707" h="3316" fill="none" extrusionOk="0">
                                  <a:moveTo>
                                    <a:pt x="1" y="3315"/>
                                  </a:moveTo>
                                  <a:lnTo>
                                    <a:pt x="7706" y="1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121900" tIns="121900" rIns="121900" bIns="121900" anchor="ctr" anchorCtr="0">
                              <a:noAutofit/>
                            </a:bodyPr>
                            <a:lstStyle/>
                            <a:p>
                              <a:pPr defTabSz="1219170">
                                <a:buClr>
                                  <a:srgbClr val="000000"/>
                                </a:buClr>
                              </a:pPr>
                              <a:endParaRPr lang="en-GB" sz="1867" kern="0" noProof="0" dirty="0">
                                <a:solidFill>
                                  <a:srgbClr val="000000"/>
                                </a:solidFill>
                                <a:latin typeface="Arial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3454" name="Google Shape;3454;p70"/>
                            <p:cNvSpPr/>
                            <p:nvPr/>
                          </p:nvSpPr>
                          <p:spPr>
                            <a:xfrm>
                              <a:off x="4917296" y="3589069"/>
                              <a:ext cx="32262" cy="11912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102" h="15146" fill="none" extrusionOk="0">
                                  <a:moveTo>
                                    <a:pt x="1" y="1"/>
                                  </a:moveTo>
                                  <a:lnTo>
                                    <a:pt x="4101" y="15146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121900" tIns="121900" rIns="121900" bIns="121900" anchor="ctr" anchorCtr="0">
                              <a:noAutofit/>
                            </a:bodyPr>
                            <a:lstStyle/>
                            <a:p>
                              <a:pPr defTabSz="1219170">
                                <a:buClr>
                                  <a:srgbClr val="000000"/>
                                </a:buClr>
                              </a:pPr>
                              <a:endParaRPr lang="en-GB" sz="1867" kern="0" noProof="0" dirty="0">
                                <a:solidFill>
                                  <a:srgbClr val="000000"/>
                                </a:solidFill>
                                <a:latin typeface="Arial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3455" name="Google Shape;3455;p70"/>
                            <p:cNvSpPr/>
                            <p:nvPr/>
                          </p:nvSpPr>
                          <p:spPr>
                            <a:xfrm>
                              <a:off x="4949551" y="3708185"/>
                              <a:ext cx="22840" cy="7288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904" h="9267" fill="none" extrusionOk="0">
                                  <a:moveTo>
                                    <a:pt x="0" y="1"/>
                                  </a:moveTo>
                                  <a:lnTo>
                                    <a:pt x="2904" y="9267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121900" tIns="121900" rIns="121900" bIns="121900" anchor="ctr" anchorCtr="0">
                              <a:noAutofit/>
                            </a:bodyPr>
                            <a:lstStyle/>
                            <a:p>
                              <a:pPr defTabSz="1219170">
                                <a:buClr>
                                  <a:srgbClr val="000000"/>
                                </a:buClr>
                              </a:pPr>
                              <a:endParaRPr lang="en-GB" sz="1867" kern="0" noProof="0" dirty="0">
                                <a:solidFill>
                                  <a:srgbClr val="000000"/>
                                </a:solidFill>
                                <a:latin typeface="Arial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3456" name="Google Shape;3456;p70"/>
                            <p:cNvSpPr/>
                            <p:nvPr/>
                          </p:nvSpPr>
                          <p:spPr>
                            <a:xfrm>
                              <a:off x="4912066" y="3752237"/>
                              <a:ext cx="60325" cy="2883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670" h="3666" fill="none" extrusionOk="0">
                                  <a:moveTo>
                                    <a:pt x="0" y="1"/>
                                  </a:moveTo>
                                  <a:lnTo>
                                    <a:pt x="7670" y="3666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121900" tIns="121900" rIns="121900" bIns="121900" anchor="ctr" anchorCtr="0">
                              <a:noAutofit/>
                            </a:bodyPr>
                            <a:lstStyle/>
                            <a:p>
                              <a:pPr defTabSz="1219170">
                                <a:buClr>
                                  <a:srgbClr val="000000"/>
                                </a:buClr>
                              </a:pPr>
                              <a:endParaRPr lang="en-GB" sz="1867" kern="0" noProof="0" dirty="0">
                                <a:solidFill>
                                  <a:srgbClr val="000000"/>
                                </a:solidFill>
                                <a:latin typeface="Arial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grpSp>
                          <p:nvGrpSpPr>
                            <p:cNvPr id="3457" name="Google Shape;3457;p70"/>
                            <p:cNvGrpSpPr/>
                            <p:nvPr/>
                          </p:nvGrpSpPr>
                          <p:grpSpPr>
                            <a:xfrm>
                              <a:off x="4579164" y="3203653"/>
                              <a:ext cx="1244833" cy="1020397"/>
                              <a:chOff x="4579164" y="3203653"/>
                              <a:chExt cx="1244833" cy="1020397"/>
                            </a:xfrm>
                          </p:grpSpPr>
                          <p:sp>
                            <p:nvSpPr>
                              <p:cNvPr id="3458" name="Google Shape;3458;p70"/>
                              <p:cNvSpPr/>
                              <p:nvPr/>
                            </p:nvSpPr>
                            <p:spPr>
                              <a:xfrm>
                                <a:off x="4590301" y="3738347"/>
                                <a:ext cx="92956" cy="91722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1819" h="11662" fill="none" extrusionOk="0">
                                    <a:moveTo>
                                      <a:pt x="0" y="0"/>
                                    </a:moveTo>
                                    <a:lnTo>
                                      <a:pt x="11819" y="11662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121900" tIns="121900" rIns="121900" bIns="121900" anchor="ctr" anchorCtr="0">
                                <a:noAutofit/>
                              </a:bodyPr>
                              <a:lstStyle/>
                              <a:p>
                                <a:pPr defTabSz="1219170">
                                  <a:buClr>
                                    <a:srgbClr val="000000"/>
                                  </a:buClr>
                                </a:pPr>
                                <a:endParaRPr lang="en-GB" sz="1867" kern="0" noProof="0" dirty="0">
                                  <a:solidFill>
                                    <a:srgbClr val="000000"/>
                                  </a:solidFill>
                                  <a:latin typeface="Arial"/>
                                  <a:cs typeface="Arial"/>
                                  <a:sym typeface="Arial"/>
                                </a:endParaRPr>
                              </a:p>
                            </p:txBody>
                          </p:sp>
                          <p:sp>
                            <p:nvSpPr>
                              <p:cNvPr id="3459" name="Google Shape;3459;p70"/>
                              <p:cNvSpPr/>
                              <p:nvPr/>
                            </p:nvSpPr>
                            <p:spPr>
                              <a:xfrm>
                                <a:off x="4683250" y="3652241"/>
                                <a:ext cx="33591" cy="177828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4271" h="22610" fill="none" extrusionOk="0">
                                    <a:moveTo>
                                      <a:pt x="1" y="22610"/>
                                    </a:moveTo>
                                    <a:lnTo>
                                      <a:pt x="4271" y="1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121900" tIns="121900" rIns="121900" bIns="121900" anchor="ctr" anchorCtr="0">
                                <a:noAutofit/>
                              </a:bodyPr>
                              <a:lstStyle/>
                              <a:p>
                                <a:pPr defTabSz="1219170">
                                  <a:buClr>
                                    <a:srgbClr val="000000"/>
                                  </a:buClr>
                                </a:pPr>
                                <a:endParaRPr lang="en-GB" sz="1867" kern="0" noProof="0" dirty="0">
                                  <a:solidFill>
                                    <a:srgbClr val="000000"/>
                                  </a:solidFill>
                                  <a:latin typeface="Arial"/>
                                  <a:cs typeface="Arial"/>
                                  <a:sym typeface="Arial"/>
                                </a:endParaRPr>
                              </a:p>
                            </p:txBody>
                          </p:sp>
                          <p:sp>
                            <p:nvSpPr>
                              <p:cNvPr id="3460" name="Google Shape;3460;p70"/>
                              <p:cNvSpPr/>
                              <p:nvPr/>
                            </p:nvSpPr>
                            <p:spPr>
                              <a:xfrm>
                                <a:off x="4716833" y="3652241"/>
                                <a:ext cx="70982" cy="207707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9025" h="26409" fill="none" extrusionOk="0">
                                    <a:moveTo>
                                      <a:pt x="1" y="1"/>
                                    </a:moveTo>
                                    <a:lnTo>
                                      <a:pt x="9025" y="26408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121900" tIns="121900" rIns="121900" bIns="121900" anchor="ctr" anchorCtr="0">
                                <a:noAutofit/>
                              </a:bodyPr>
                              <a:lstStyle/>
                              <a:p>
                                <a:pPr defTabSz="1219170">
                                  <a:buClr>
                                    <a:srgbClr val="000000"/>
                                  </a:buClr>
                                </a:pPr>
                                <a:endParaRPr lang="en-GB" sz="1867" kern="0" noProof="0" dirty="0">
                                  <a:solidFill>
                                    <a:srgbClr val="000000"/>
                                  </a:solidFill>
                                  <a:latin typeface="Arial"/>
                                  <a:cs typeface="Arial"/>
                                  <a:sym typeface="Arial"/>
                                </a:endParaRPr>
                              </a:p>
                            </p:txBody>
                          </p:sp>
                          <p:sp>
                            <p:nvSpPr>
                              <p:cNvPr id="3461" name="Google Shape;3461;p70"/>
                              <p:cNvSpPr/>
                              <p:nvPr/>
                            </p:nvSpPr>
                            <p:spPr>
                              <a:xfrm>
                                <a:off x="4813117" y="3694578"/>
                                <a:ext cx="44154" cy="139297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5614" h="17711" fill="none" extrusionOk="0">
                                    <a:moveTo>
                                      <a:pt x="5614" y="17711"/>
                                    </a:moveTo>
                                    <a:lnTo>
                                      <a:pt x="1" y="1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121900" tIns="121900" rIns="121900" bIns="121900" anchor="ctr" anchorCtr="0">
                                <a:noAutofit/>
                              </a:bodyPr>
                              <a:lstStyle/>
                              <a:p>
                                <a:pPr defTabSz="1219170">
                                  <a:buClr>
                                    <a:srgbClr val="000000"/>
                                  </a:buClr>
                                </a:pPr>
                                <a:endParaRPr lang="en-GB" sz="1867" kern="0" noProof="0" dirty="0">
                                  <a:solidFill>
                                    <a:srgbClr val="000000"/>
                                  </a:solidFill>
                                  <a:latin typeface="Arial"/>
                                  <a:cs typeface="Arial"/>
                                  <a:sym typeface="Arial"/>
                                </a:endParaRPr>
                              </a:p>
                            </p:txBody>
                          </p:sp>
                          <p:sp>
                            <p:nvSpPr>
                              <p:cNvPr id="3462" name="Google Shape;3462;p70"/>
                              <p:cNvSpPr/>
                              <p:nvPr/>
                            </p:nvSpPr>
                            <p:spPr>
                              <a:xfrm>
                                <a:off x="4787807" y="3694578"/>
                                <a:ext cx="25317" cy="165369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3219" h="21026" fill="none" extrusionOk="0">
                                    <a:moveTo>
                                      <a:pt x="3219" y="1"/>
                                    </a:moveTo>
                                    <a:lnTo>
                                      <a:pt x="1" y="21025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121900" tIns="121900" rIns="121900" bIns="121900" anchor="ctr" anchorCtr="0">
                                <a:noAutofit/>
                              </a:bodyPr>
                              <a:lstStyle/>
                              <a:p>
                                <a:pPr defTabSz="1219170">
                                  <a:buClr>
                                    <a:srgbClr val="000000"/>
                                  </a:buClr>
                                </a:pPr>
                                <a:endParaRPr lang="en-GB" sz="1867" kern="0" noProof="0" dirty="0">
                                  <a:solidFill>
                                    <a:srgbClr val="000000"/>
                                  </a:solidFill>
                                  <a:latin typeface="Arial"/>
                                  <a:cs typeface="Arial"/>
                                  <a:sym typeface="Arial"/>
                                </a:endParaRPr>
                              </a:p>
                            </p:txBody>
                          </p:sp>
                          <p:sp>
                            <p:nvSpPr>
                              <p:cNvPr id="3463" name="Google Shape;3463;p70"/>
                              <p:cNvSpPr/>
                              <p:nvPr/>
                            </p:nvSpPr>
                            <p:spPr>
                              <a:xfrm>
                                <a:off x="4683250" y="3830061"/>
                                <a:ext cx="106374" cy="2522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3525" h="3207" fill="none" extrusionOk="0">
                                    <a:moveTo>
                                      <a:pt x="1" y="1"/>
                                    </a:moveTo>
                                    <a:lnTo>
                                      <a:pt x="13525" y="3206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121900" tIns="121900" rIns="121900" bIns="121900" anchor="ctr" anchorCtr="0">
                                <a:noAutofit/>
                              </a:bodyPr>
                              <a:lstStyle/>
                              <a:p>
                                <a:pPr defTabSz="1219170">
                                  <a:buClr>
                                    <a:srgbClr val="000000"/>
                                  </a:buClr>
                                </a:pPr>
                                <a:endParaRPr lang="en-GB" sz="1867" kern="0" noProof="0" dirty="0">
                                  <a:solidFill>
                                    <a:srgbClr val="000000"/>
                                  </a:solidFill>
                                  <a:latin typeface="Arial"/>
                                  <a:cs typeface="Arial"/>
                                  <a:sym typeface="Arial"/>
                                </a:endParaRPr>
                              </a:p>
                            </p:txBody>
                          </p:sp>
                          <p:sp>
                            <p:nvSpPr>
                              <p:cNvPr id="3464" name="Google Shape;3464;p70"/>
                              <p:cNvSpPr/>
                              <p:nvPr/>
                            </p:nvSpPr>
                            <p:spPr>
                              <a:xfrm>
                                <a:off x="4670980" y="3830061"/>
                                <a:ext cx="12277" cy="7926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561" h="10078" fill="none" extrusionOk="0">
                                    <a:moveTo>
                                      <a:pt x="1561" y="1"/>
                                    </a:moveTo>
                                    <a:lnTo>
                                      <a:pt x="0" y="10077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121900" tIns="121900" rIns="121900" bIns="121900" anchor="ctr" anchorCtr="0">
                                <a:noAutofit/>
                              </a:bodyPr>
                              <a:lstStyle/>
                              <a:p>
                                <a:pPr defTabSz="1219170">
                                  <a:buClr>
                                    <a:srgbClr val="000000"/>
                                  </a:buClr>
                                </a:pPr>
                                <a:endParaRPr lang="en-GB" sz="1867" kern="0" noProof="0" dirty="0">
                                  <a:solidFill>
                                    <a:srgbClr val="000000"/>
                                  </a:solidFill>
                                  <a:latin typeface="Arial"/>
                                  <a:cs typeface="Arial"/>
                                  <a:sym typeface="Arial"/>
                                </a:endParaRPr>
                              </a:p>
                            </p:txBody>
                          </p:sp>
                          <p:sp>
                            <p:nvSpPr>
                              <p:cNvPr id="3465" name="Google Shape;3465;p70"/>
                              <p:cNvSpPr/>
                              <p:nvPr/>
                            </p:nvSpPr>
                            <p:spPr>
                              <a:xfrm>
                                <a:off x="4583828" y="3830061"/>
                                <a:ext cx="99429" cy="3454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2642" h="4392" fill="none" extrusionOk="0">
                                    <a:moveTo>
                                      <a:pt x="0" y="4392"/>
                                    </a:moveTo>
                                    <a:lnTo>
                                      <a:pt x="12642" y="1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121900" tIns="121900" rIns="121900" bIns="121900" anchor="ctr" anchorCtr="0">
                                <a:noAutofit/>
                              </a:bodyPr>
                              <a:lstStyle/>
                              <a:p>
                                <a:pPr defTabSz="1219170">
                                  <a:buClr>
                                    <a:srgbClr val="000000"/>
                                  </a:buClr>
                                </a:pPr>
                                <a:endParaRPr lang="en-GB" sz="1867" kern="0" noProof="0" dirty="0">
                                  <a:solidFill>
                                    <a:srgbClr val="000000"/>
                                  </a:solidFill>
                                  <a:latin typeface="Arial"/>
                                  <a:cs typeface="Arial"/>
                                  <a:sym typeface="Arial"/>
                                </a:endParaRPr>
                              </a:p>
                            </p:txBody>
                          </p:sp>
                          <p:sp>
                            <p:nvSpPr>
                              <p:cNvPr id="3466" name="Google Shape;3466;p70"/>
                              <p:cNvSpPr/>
                              <p:nvPr/>
                            </p:nvSpPr>
                            <p:spPr>
                              <a:xfrm>
                                <a:off x="4683250" y="3830061"/>
                                <a:ext cx="50336" cy="11798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6400" h="15001" fill="none" extrusionOk="0">
                                    <a:moveTo>
                                      <a:pt x="1" y="1"/>
                                    </a:moveTo>
                                    <a:lnTo>
                                      <a:pt x="6400" y="15001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121900" tIns="121900" rIns="121900" bIns="121900" anchor="ctr" anchorCtr="0">
                                <a:noAutofit/>
                              </a:bodyPr>
                              <a:lstStyle/>
                              <a:p>
                                <a:pPr defTabSz="1219170">
                                  <a:buClr>
                                    <a:srgbClr val="000000"/>
                                  </a:buClr>
                                </a:pPr>
                                <a:endParaRPr lang="en-GB" sz="1867" kern="0" noProof="0" dirty="0">
                                  <a:solidFill>
                                    <a:srgbClr val="000000"/>
                                  </a:solidFill>
                                  <a:latin typeface="Arial"/>
                                  <a:cs typeface="Arial"/>
                                  <a:sym typeface="Arial"/>
                                </a:endParaRPr>
                              </a:p>
                            </p:txBody>
                          </p:sp>
                          <p:sp>
                            <p:nvSpPr>
                              <p:cNvPr id="3467" name="Google Shape;3467;p70"/>
                              <p:cNvSpPr/>
                              <p:nvPr/>
                            </p:nvSpPr>
                            <p:spPr>
                              <a:xfrm>
                                <a:off x="4733578" y="3855276"/>
                                <a:ext cx="56046" cy="92768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7126" h="11795" fill="none" extrusionOk="0">
                                    <a:moveTo>
                                      <a:pt x="1" y="11795"/>
                                    </a:moveTo>
                                    <a:lnTo>
                                      <a:pt x="7126" y="0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121900" tIns="121900" rIns="121900" bIns="121900" anchor="ctr" anchorCtr="0">
                                <a:noAutofit/>
                              </a:bodyPr>
                              <a:lstStyle/>
                              <a:p>
                                <a:pPr defTabSz="1219170">
                                  <a:buClr>
                                    <a:srgbClr val="000000"/>
                                  </a:buClr>
                                </a:pPr>
                                <a:endParaRPr lang="en-GB" sz="1867" kern="0" noProof="0" dirty="0">
                                  <a:solidFill>
                                    <a:srgbClr val="000000"/>
                                  </a:solidFill>
                                  <a:latin typeface="Arial"/>
                                  <a:cs typeface="Arial"/>
                                  <a:sym typeface="Arial"/>
                                </a:endParaRPr>
                              </a:p>
                            </p:txBody>
                          </p:sp>
                          <p:sp>
                            <p:nvSpPr>
                              <p:cNvPr id="3468" name="Google Shape;3468;p70"/>
                              <p:cNvSpPr/>
                              <p:nvPr/>
                            </p:nvSpPr>
                            <p:spPr>
                              <a:xfrm>
                                <a:off x="4888943" y="3730450"/>
                                <a:ext cx="34928" cy="89252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4441" h="11348" fill="none" extrusionOk="0">
                                    <a:moveTo>
                                      <a:pt x="4440" y="11347"/>
                                    </a:move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121900" tIns="121900" rIns="121900" bIns="121900" anchor="ctr" anchorCtr="0">
                                <a:noAutofit/>
                              </a:bodyPr>
                              <a:lstStyle/>
                              <a:p>
                                <a:pPr defTabSz="1219170">
                                  <a:buClr>
                                    <a:srgbClr val="000000"/>
                                  </a:buClr>
                                </a:pPr>
                                <a:endParaRPr lang="en-GB" sz="1867" kern="0" noProof="0" dirty="0">
                                  <a:solidFill>
                                    <a:srgbClr val="000000"/>
                                  </a:solidFill>
                                  <a:latin typeface="Arial"/>
                                  <a:cs typeface="Arial"/>
                                  <a:sym typeface="Arial"/>
                                </a:endParaRPr>
                              </a:p>
                            </p:txBody>
                          </p:sp>
                          <p:sp>
                            <p:nvSpPr>
                              <p:cNvPr id="3469" name="Google Shape;3469;p70"/>
                              <p:cNvSpPr/>
                              <p:nvPr/>
                            </p:nvSpPr>
                            <p:spPr>
                              <a:xfrm>
                                <a:off x="4590301" y="3667468"/>
                                <a:ext cx="49762" cy="70887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6327" h="9013" fill="none" extrusionOk="0">
                                    <a:moveTo>
                                      <a:pt x="0" y="9012"/>
                                    </a:moveTo>
                                    <a:lnTo>
                                      <a:pt x="6327" y="0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121900" tIns="121900" rIns="121900" bIns="121900" anchor="ctr" anchorCtr="0">
                                <a:noAutofit/>
                              </a:bodyPr>
                              <a:lstStyle/>
                              <a:p>
                                <a:pPr defTabSz="1219170">
                                  <a:buClr>
                                    <a:srgbClr val="000000"/>
                                  </a:buClr>
                                </a:pPr>
                                <a:endParaRPr lang="en-GB" sz="1867" kern="0" noProof="0" dirty="0">
                                  <a:solidFill>
                                    <a:srgbClr val="000000"/>
                                  </a:solidFill>
                                  <a:latin typeface="Arial"/>
                                  <a:cs typeface="Arial"/>
                                  <a:sym typeface="Arial"/>
                                </a:endParaRPr>
                              </a:p>
                            </p:txBody>
                          </p:sp>
                          <p:sp>
                            <p:nvSpPr>
                              <p:cNvPr id="3470" name="Google Shape;3470;p70"/>
                              <p:cNvSpPr/>
                              <p:nvPr/>
                            </p:nvSpPr>
                            <p:spPr>
                              <a:xfrm>
                                <a:off x="4640338" y="3648536"/>
                                <a:ext cx="80593" cy="20268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0247" h="2577" fill="none" extrusionOk="0">
                                    <a:moveTo>
                                      <a:pt x="1" y="2577"/>
                                    </a:moveTo>
                                    <a:lnTo>
                                      <a:pt x="10247" y="0"/>
                                    </a:lnTo>
                                  </a:path>
                                </a:pathLst>
                              </a:custGeom>
                              <a:no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121900" tIns="121900" rIns="121900" bIns="121900" anchor="ctr" anchorCtr="0">
                                <a:noAutofit/>
                              </a:bodyPr>
                              <a:lstStyle/>
                              <a:p>
                                <a:pPr defTabSz="1219170">
                                  <a:buClr>
                                    <a:srgbClr val="000000"/>
                                  </a:buClr>
                                </a:pPr>
                                <a:endParaRPr lang="en-GB" sz="1867" kern="0" noProof="0" dirty="0">
                                  <a:solidFill>
                                    <a:srgbClr val="000000"/>
                                  </a:solidFill>
                                  <a:latin typeface="Arial"/>
                                  <a:cs typeface="Arial"/>
                                  <a:sym typeface="Arial"/>
                                </a:endParaRPr>
                              </a:p>
                            </p:txBody>
                          </p:sp>
                          <p:grpSp>
                            <p:nvGrpSpPr>
                              <p:cNvPr id="3471" name="Google Shape;3471;p70"/>
                              <p:cNvGrpSpPr/>
                              <p:nvPr/>
                            </p:nvGrpSpPr>
                            <p:grpSpPr>
                              <a:xfrm>
                                <a:off x="4579164" y="3203653"/>
                                <a:ext cx="1244833" cy="1020397"/>
                                <a:chOff x="4579164" y="3203653"/>
                                <a:chExt cx="1244833" cy="1020397"/>
                              </a:xfrm>
                            </p:grpSpPr>
                            <p:sp>
                              <p:nvSpPr>
                                <p:cNvPr id="3472" name="Google Shape;3472;p70"/>
                                <p:cNvSpPr/>
                                <p:nvPr/>
                              </p:nvSpPr>
                              <p:spPr>
                                <a:xfrm>
                                  <a:off x="4753083" y="3966015"/>
                                  <a:ext cx="92964" cy="5376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1820" h="6836" fill="none" extrusionOk="0">
                                      <a:moveTo>
                                        <a:pt x="1" y="6836"/>
                                      </a:moveTo>
                                      <a:lnTo>
                                        <a:pt x="11819" y="1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121900" tIns="121900" rIns="121900" bIns="121900" anchor="ctr" anchorCtr="0">
                                  <a:noAutofit/>
                                </a:bodyPr>
                                <a:lstStyle/>
                                <a:p>
                                  <a:pPr defTabSz="1219170">
                                    <a:buClr>
                                      <a:srgbClr val="000000"/>
                                    </a:buClr>
                                  </a:pPr>
                                  <a:endParaRPr lang="en-GB" sz="1867" kern="0" noProof="0" dirty="0">
                                    <a:solidFill>
                                      <a:srgbClr val="000000"/>
                                    </a:solidFill>
                                    <a:latin typeface="Arial"/>
                                    <a:cs typeface="Arial"/>
                                    <a:sym typeface="Arial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3473" name="Google Shape;3473;p70"/>
                                <p:cNvSpPr/>
                                <p:nvPr/>
                              </p:nvSpPr>
                              <p:spPr>
                                <a:xfrm>
                                  <a:off x="4846040" y="3952794"/>
                                  <a:ext cx="103519" cy="1313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3162" h="1670" fill="none" extrusionOk="0">
                                      <a:moveTo>
                                        <a:pt x="13161" y="0"/>
                                      </a:moveTo>
                                      <a:lnTo>
                                        <a:pt x="0" y="1670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121900" tIns="121900" rIns="121900" bIns="121900" anchor="ctr" anchorCtr="0">
                                  <a:noAutofit/>
                                </a:bodyPr>
                                <a:lstStyle/>
                                <a:p>
                                  <a:pPr defTabSz="1219170">
                                    <a:buClr>
                                      <a:srgbClr val="000000"/>
                                    </a:buClr>
                                  </a:pPr>
                                  <a:endParaRPr lang="en-GB" sz="1867" kern="0" noProof="0" dirty="0">
                                    <a:solidFill>
                                      <a:srgbClr val="000000"/>
                                    </a:solidFill>
                                    <a:latin typeface="Arial"/>
                                    <a:cs typeface="Arial"/>
                                    <a:sym typeface="Arial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3474" name="Google Shape;3474;p70"/>
                                <p:cNvSpPr/>
                                <p:nvPr/>
                              </p:nvSpPr>
                              <p:spPr>
                                <a:xfrm>
                                  <a:off x="4846040" y="3962216"/>
                                  <a:ext cx="64800" cy="128066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8239" h="16283" fill="none" extrusionOk="0">
                                      <a:moveTo>
                                        <a:pt x="0" y="0"/>
                                      </a:moveTo>
                                      <a:lnTo>
                                        <a:pt x="8238" y="16282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121900" tIns="121900" rIns="121900" bIns="121900" anchor="ctr" anchorCtr="0">
                                  <a:noAutofit/>
                                </a:bodyPr>
                                <a:lstStyle/>
                                <a:p>
                                  <a:pPr defTabSz="1219170">
                                    <a:buClr>
                                      <a:srgbClr val="000000"/>
                                    </a:buClr>
                                  </a:pPr>
                                  <a:endParaRPr lang="en-GB" sz="1867" kern="0" noProof="0" dirty="0">
                                    <a:solidFill>
                                      <a:srgbClr val="000000"/>
                                    </a:solidFill>
                                    <a:latin typeface="Arial"/>
                                    <a:cs typeface="Arial"/>
                                    <a:sym typeface="Arial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3475" name="Google Shape;3475;p70"/>
                                <p:cNvSpPr/>
                                <p:nvPr/>
                              </p:nvSpPr>
                              <p:spPr>
                                <a:xfrm>
                                  <a:off x="4842233" y="3962216"/>
                                  <a:ext cx="3815" cy="164787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85" h="20952" fill="none" extrusionOk="0">
                                      <a:moveTo>
                                        <a:pt x="0" y="20952"/>
                                      </a:moveTo>
                                      <a:lnTo>
                                        <a:pt x="484" y="0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121900" tIns="121900" rIns="121900" bIns="121900" anchor="ctr" anchorCtr="0">
                                  <a:noAutofit/>
                                </a:bodyPr>
                                <a:lstStyle/>
                                <a:p>
                                  <a:pPr defTabSz="1219170">
                                    <a:buClr>
                                      <a:srgbClr val="000000"/>
                                    </a:buClr>
                                  </a:pPr>
                                  <a:endParaRPr lang="en-GB" sz="1867" kern="0" noProof="0" dirty="0">
                                    <a:solidFill>
                                      <a:srgbClr val="000000"/>
                                    </a:solidFill>
                                    <a:latin typeface="Arial"/>
                                    <a:cs typeface="Arial"/>
                                    <a:sym typeface="Arial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3476" name="Google Shape;3476;p70"/>
                                <p:cNvSpPr/>
                                <p:nvPr/>
                              </p:nvSpPr>
                              <p:spPr>
                                <a:xfrm>
                                  <a:off x="4842233" y="4123189"/>
                                  <a:ext cx="37587" cy="53002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779" h="6739" fill="none" extrusionOk="0">
                                      <a:moveTo>
                                        <a:pt x="4779" y="6739"/>
                                      </a:moveTo>
                                      <a:lnTo>
                                        <a:pt x="0" y="1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121900" tIns="121900" rIns="121900" bIns="121900" anchor="ctr" anchorCtr="0">
                                  <a:noAutofit/>
                                </a:bodyPr>
                                <a:lstStyle/>
                                <a:p>
                                  <a:pPr defTabSz="1219170">
                                    <a:buClr>
                                      <a:srgbClr val="000000"/>
                                    </a:buClr>
                                  </a:pPr>
                                  <a:endParaRPr lang="en-GB" sz="1867" kern="0" noProof="0" dirty="0">
                                    <a:solidFill>
                                      <a:srgbClr val="000000"/>
                                    </a:solidFill>
                                    <a:latin typeface="Arial"/>
                                    <a:cs typeface="Arial"/>
                                    <a:sym typeface="Arial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3477" name="Google Shape;3477;p70"/>
                                <p:cNvSpPr/>
                                <p:nvPr/>
                              </p:nvSpPr>
                              <p:spPr>
                                <a:xfrm>
                                  <a:off x="4770779" y="4118525"/>
                                  <a:ext cx="71461" cy="4672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9086" h="594" fill="none" extrusionOk="0">
                                      <a:moveTo>
                                        <a:pt x="9085" y="594"/>
                                      </a:moveTo>
                                      <a:lnTo>
                                        <a:pt x="1" y="1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121900" tIns="121900" rIns="121900" bIns="121900" anchor="ctr" anchorCtr="0">
                                  <a:noAutofit/>
                                </a:bodyPr>
                                <a:lstStyle/>
                                <a:p>
                                  <a:pPr defTabSz="1219170">
                                    <a:buClr>
                                      <a:srgbClr val="000000"/>
                                    </a:buClr>
                                  </a:pPr>
                                  <a:endParaRPr lang="en-GB" sz="1867" kern="0" noProof="0" dirty="0">
                                    <a:solidFill>
                                      <a:srgbClr val="000000"/>
                                    </a:solidFill>
                                    <a:latin typeface="Arial"/>
                                    <a:cs typeface="Arial"/>
                                    <a:sym typeface="Arial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3478" name="Google Shape;3478;p70"/>
                                <p:cNvSpPr/>
                                <p:nvPr/>
                              </p:nvSpPr>
                              <p:spPr>
                                <a:xfrm>
                                  <a:off x="4842233" y="4090274"/>
                                  <a:ext cx="68606" cy="32923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8723" h="4186" fill="none" extrusionOk="0">
                                      <a:moveTo>
                                        <a:pt x="0" y="4186"/>
                                      </a:moveTo>
                                      <a:lnTo>
                                        <a:pt x="8722" y="0"/>
                                      </a:lnTo>
                                    </a:path>
                                  </a:pathLst>
                                </a:custGeom>
                                <a:no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121900" tIns="121900" rIns="121900" bIns="121900" anchor="ctr" anchorCtr="0">
                                  <a:noAutofit/>
                                </a:bodyPr>
                                <a:lstStyle/>
                                <a:p>
                                  <a:pPr defTabSz="1219170">
                                    <a:buClr>
                                      <a:srgbClr val="000000"/>
                                    </a:buClr>
                                  </a:pPr>
                                  <a:endParaRPr lang="en-GB" sz="1867" kern="0" noProof="0" dirty="0">
                                    <a:solidFill>
                                      <a:srgbClr val="000000"/>
                                    </a:solidFill>
                                    <a:latin typeface="Arial"/>
                                    <a:cs typeface="Arial"/>
                                    <a:sym typeface="Arial"/>
                                  </a:endParaRPr>
                                </a:p>
                              </p:txBody>
                            </p:sp>
                            <p:grpSp>
                              <p:nvGrpSpPr>
                                <p:cNvPr id="3479" name="Google Shape;3479;p70"/>
                                <p:cNvGrpSpPr/>
                                <p:nvPr/>
                              </p:nvGrpSpPr>
                              <p:grpSpPr>
                                <a:xfrm>
                                  <a:off x="4579164" y="3203653"/>
                                  <a:ext cx="1244833" cy="1020397"/>
                                  <a:chOff x="4579164" y="3203653"/>
                                  <a:chExt cx="1244833" cy="1020397"/>
                                </a:xfrm>
                              </p:grpSpPr>
                              <p:sp>
                                <p:nvSpPr>
                                  <p:cNvPr id="3480" name="Google Shape;3480;p70"/>
                                  <p:cNvSpPr/>
                                  <p:nvPr/>
                                </p:nvSpPr>
                                <p:spPr>
                                  <a:xfrm>
                                    <a:off x="4788476" y="3855276"/>
                                    <a:ext cx="57572" cy="110747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7320" h="14081" fill="none" extrusionOk="0">
                                        <a:moveTo>
                                          <a:pt x="7319" y="14081"/>
                                        </a:moveTo>
                                        <a:lnTo>
                                          <a:pt x="1" y="0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121900" tIns="121900" rIns="121900" bIns="121900" anchor="ctr" anchorCtr="0">
                                    <a:noAutofit/>
                                  </a:bodyPr>
                                  <a:lstStyle/>
                                  <a:p>
                                    <a:pPr defTabSz="1219170">
                                      <a:buClr>
                                        <a:srgbClr val="000000"/>
                                      </a:buClr>
                                    </a:pPr>
                                    <a:endParaRPr lang="en-GB" sz="1867" kern="0" noProof="0" dirty="0">
                                      <a:solidFill>
                                        <a:srgbClr val="000000"/>
                                      </a:solidFill>
                                      <a:latin typeface="Arial"/>
                                      <a:cs typeface="Arial"/>
                                      <a:sym typeface="Arial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481" name="Google Shape;3481;p70"/>
                                  <p:cNvSpPr/>
                                  <p:nvPr/>
                                </p:nvSpPr>
                                <p:spPr>
                                  <a:xfrm>
                                    <a:off x="4846040" y="3833867"/>
                                    <a:ext cx="11231" cy="132156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1428" h="16803" fill="none" extrusionOk="0">
                                        <a:moveTo>
                                          <a:pt x="0" y="16803"/>
                                        </a:moveTo>
                                        <a:lnTo>
                                          <a:pt x="1428" y="1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121900" tIns="121900" rIns="121900" bIns="121900" anchor="ctr" anchorCtr="0">
                                    <a:noAutofit/>
                                  </a:bodyPr>
                                  <a:lstStyle/>
                                  <a:p>
                                    <a:pPr defTabSz="1219170">
                                      <a:buClr>
                                        <a:srgbClr val="000000"/>
                                      </a:buClr>
                                    </a:pPr>
                                    <a:endParaRPr lang="en-GB" sz="1867" kern="0" noProof="0" dirty="0">
                                      <a:solidFill>
                                        <a:srgbClr val="000000"/>
                                      </a:solidFill>
                                      <a:latin typeface="Arial"/>
                                      <a:cs typeface="Arial"/>
                                      <a:sym typeface="Arial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482" name="Google Shape;3482;p70"/>
                                  <p:cNvSpPr/>
                                  <p:nvPr/>
                                </p:nvSpPr>
                                <p:spPr>
                                  <a:xfrm>
                                    <a:off x="4761554" y="3854796"/>
                                    <a:ext cx="26261" cy="164984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3339" h="20977" fill="none" extrusionOk="0">
                                        <a:moveTo>
                                          <a:pt x="0" y="20977"/>
                                        </a:moveTo>
                                        <a:lnTo>
                                          <a:pt x="3339" y="1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121900" tIns="121900" rIns="121900" bIns="121900" anchor="ctr" anchorCtr="0">
                                    <a:noAutofit/>
                                  </a:bodyPr>
                                  <a:lstStyle/>
                                  <a:p>
                                    <a:pPr defTabSz="1219170">
                                      <a:buClr>
                                        <a:srgbClr val="000000"/>
                                      </a:buClr>
                                    </a:pPr>
                                    <a:endParaRPr lang="en-GB" sz="1867" kern="0" noProof="0" dirty="0">
                                      <a:solidFill>
                                        <a:srgbClr val="000000"/>
                                      </a:solidFill>
                                      <a:latin typeface="Arial"/>
                                      <a:cs typeface="Arial"/>
                                      <a:sym typeface="Arial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483" name="Google Shape;3483;p70"/>
                                  <p:cNvSpPr/>
                                  <p:nvPr/>
                                </p:nvSpPr>
                                <p:spPr>
                                  <a:xfrm>
                                    <a:off x="4846991" y="3818263"/>
                                    <a:ext cx="74025" cy="146242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9412" h="18594" fill="none" extrusionOk="0">
                                        <a:moveTo>
                                          <a:pt x="0" y="18593"/>
                                        </a:moveTo>
                                        <a:lnTo>
                                          <a:pt x="9411" y="1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121900" tIns="121900" rIns="121900" bIns="121900" anchor="ctr" anchorCtr="0">
                                    <a:noAutofit/>
                                  </a:bodyPr>
                                  <a:lstStyle/>
                                  <a:p>
                                    <a:pPr defTabSz="1219170">
                                      <a:buClr>
                                        <a:srgbClr val="000000"/>
                                      </a:buClr>
                                    </a:pPr>
                                    <a:endParaRPr lang="en-GB" sz="1867" kern="0" noProof="0" dirty="0">
                                      <a:solidFill>
                                        <a:srgbClr val="000000"/>
                                      </a:solidFill>
                                      <a:latin typeface="Arial"/>
                                      <a:cs typeface="Arial"/>
                                      <a:sym typeface="Arial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484" name="Google Shape;3484;p70"/>
                                  <p:cNvSpPr/>
                                  <p:nvPr/>
                                </p:nvSpPr>
                                <p:spPr>
                                  <a:xfrm>
                                    <a:off x="4927191" y="3823305"/>
                                    <a:ext cx="22368" cy="129497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2844" h="16465" fill="none" extrusionOk="0">
                                        <a:moveTo>
                                          <a:pt x="1" y="1"/>
                                        </a:moveTo>
                                        <a:lnTo>
                                          <a:pt x="2843" y="16464"/>
                                        </a:lnTo>
                                      </a:path>
                                    </a:pathLst>
                                  </a:custGeom>
                                  <a:no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121900" tIns="121900" rIns="121900" bIns="121900" anchor="ctr" anchorCtr="0">
                                    <a:noAutofit/>
                                  </a:bodyPr>
                                  <a:lstStyle/>
                                  <a:p>
                                    <a:pPr defTabSz="1219170">
                                      <a:buClr>
                                        <a:srgbClr val="000000"/>
                                      </a:buClr>
                                    </a:pPr>
                                    <a:endParaRPr lang="en-GB" sz="1867" kern="0" noProof="0" dirty="0">
                                      <a:solidFill>
                                        <a:srgbClr val="000000"/>
                                      </a:solidFill>
                                      <a:latin typeface="Arial"/>
                                      <a:cs typeface="Arial"/>
                                      <a:sym typeface="Arial"/>
                                    </a:endParaRPr>
                                  </a:p>
                                </p:txBody>
                              </p:sp>
                              <p:grpSp>
                                <p:nvGrpSpPr>
                                  <p:cNvPr id="3485" name="Google Shape;3485;p70"/>
                                  <p:cNvGrpSpPr/>
                                  <p:nvPr/>
                                </p:nvGrpSpPr>
                                <p:grpSpPr>
                                  <a:xfrm>
                                    <a:off x="4579164" y="3203653"/>
                                    <a:ext cx="1244833" cy="1020397"/>
                                    <a:chOff x="4579164" y="3203653"/>
                                    <a:chExt cx="1244833" cy="1020397"/>
                                  </a:xfrm>
                                </p:grpSpPr>
                                <p:sp>
                                  <p:nvSpPr>
                                    <p:cNvPr id="3486" name="Google Shape;3486;p70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579164" y="3652241"/>
                                      <a:ext cx="422626" cy="571809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53735" h="72703" fill="none" extrusionOk="0">
                                          <a:moveTo>
                                            <a:pt x="27593" y="71880"/>
                                          </a:moveTo>
                                          <a:lnTo>
                                            <a:pt x="23771" y="58694"/>
                                          </a:lnTo>
                                          <a:lnTo>
                                            <a:pt x="22936" y="46731"/>
                                          </a:lnTo>
                                          <a:lnTo>
                                            <a:pt x="19972" y="37380"/>
                                          </a:lnTo>
                                          <a:lnTo>
                                            <a:pt x="11674" y="32686"/>
                                          </a:lnTo>
                                          <a:lnTo>
                                            <a:pt x="1" y="27001"/>
                                          </a:lnTo>
                                          <a:lnTo>
                                            <a:pt x="1392" y="10610"/>
                                          </a:lnTo>
                                          <a:lnTo>
                                            <a:pt x="17517" y="1"/>
                                          </a:lnTo>
                                          <a:lnTo>
                                            <a:pt x="29747" y="5384"/>
                                          </a:lnTo>
                                          <a:lnTo>
                                            <a:pt x="43827" y="21291"/>
                                          </a:lnTo>
                                          <a:lnTo>
                                            <a:pt x="49343" y="27122"/>
                                          </a:lnTo>
                                          <a:lnTo>
                                            <a:pt x="53735" y="25815"/>
                                          </a:lnTo>
                                          <a:lnTo>
                                            <a:pt x="50347" y="35940"/>
                                          </a:lnTo>
                                          <a:lnTo>
                                            <a:pt x="47093" y="38214"/>
                                          </a:lnTo>
                                          <a:lnTo>
                                            <a:pt x="44069" y="44275"/>
                                          </a:lnTo>
                                          <a:lnTo>
                                            <a:pt x="45073" y="51944"/>
                                          </a:lnTo>
                                          <a:lnTo>
                                            <a:pt x="42170" y="55694"/>
                                          </a:lnTo>
                                          <a:lnTo>
                                            <a:pt x="38227" y="66025"/>
                                          </a:lnTo>
                                          <a:lnTo>
                                            <a:pt x="27593" y="72702"/>
                                          </a:lnTo>
                                        </a:path>
                                      </a:pathLst>
                                    </a:custGeom>
                                    <a:no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121900" tIns="121900" rIns="121900" bIns="121900" anchor="ctr" anchorCtr="0">
                                      <a:noAutofit/>
                                    </a:bodyPr>
                                    <a:lstStyle/>
                                    <a:p>
                                      <a:pPr defTabSz="1219170">
                                        <a:buClr>
                                          <a:srgbClr val="000000"/>
                                        </a:buClr>
                                      </a:pPr>
                                      <a:endParaRPr lang="en-GB" sz="1867" kern="0" noProof="0" dirty="0">
                                        <a:solidFill>
                                          <a:srgbClr val="000000"/>
                                        </a:solidFill>
                                        <a:latin typeface="Arial"/>
                                        <a:cs typeface="Arial"/>
                                        <a:sym typeface="Arial"/>
                                      </a:endParaRPr>
                                    </a:p>
                                  </p:txBody>
                                </p:sp>
                                <p:sp>
                                  <p:nvSpPr>
                                    <p:cNvPr id="3487" name="Google Shape;3487;p70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617986" y="3203653"/>
                                      <a:ext cx="1206011" cy="684357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153339" h="87013" fill="none" extrusionOk="0">
                                          <a:moveTo>
                                            <a:pt x="24811" y="62214"/>
                                          </a:moveTo>
                                          <a:lnTo>
                                            <a:pt x="34452" y="66980"/>
                                          </a:lnTo>
                                          <a:lnTo>
                                            <a:pt x="37549" y="69920"/>
                                          </a:lnTo>
                                          <a:lnTo>
                                            <a:pt x="41274" y="77698"/>
                                          </a:lnTo>
                                          <a:lnTo>
                                            <a:pt x="46270" y="79222"/>
                                          </a:lnTo>
                                          <a:lnTo>
                                            <a:pt x="55899" y="72775"/>
                                          </a:lnTo>
                                          <a:lnTo>
                                            <a:pt x="52645" y="69085"/>
                                          </a:lnTo>
                                          <a:lnTo>
                                            <a:pt x="48291" y="70234"/>
                                          </a:lnTo>
                                          <a:lnTo>
                                            <a:pt x="46585" y="64634"/>
                                          </a:lnTo>
                                          <a:lnTo>
                                            <a:pt x="48774" y="66097"/>
                                          </a:lnTo>
                                          <a:lnTo>
                                            <a:pt x="59698" y="70234"/>
                                          </a:lnTo>
                                          <a:lnTo>
                                            <a:pt x="65988" y="72279"/>
                                          </a:lnTo>
                                          <a:lnTo>
                                            <a:pt x="66315" y="75944"/>
                                          </a:lnTo>
                                          <a:lnTo>
                                            <a:pt x="70960" y="87013"/>
                                          </a:lnTo>
                                          <a:lnTo>
                                            <a:pt x="76573" y="75944"/>
                                          </a:lnTo>
                                          <a:lnTo>
                                            <a:pt x="80831" y="72932"/>
                                          </a:lnTo>
                                          <a:lnTo>
                                            <a:pt x="86069" y="78146"/>
                                          </a:lnTo>
                                          <a:lnTo>
                                            <a:pt x="88355" y="83928"/>
                                          </a:lnTo>
                                          <a:lnTo>
                                            <a:pt x="94633" y="84037"/>
                                          </a:lnTo>
                                          <a:lnTo>
                                            <a:pt x="94270" y="74299"/>
                                          </a:lnTo>
                                          <a:lnTo>
                                            <a:pt x="100936" y="72690"/>
                                          </a:lnTo>
                                          <a:lnTo>
                                            <a:pt x="106682" y="64307"/>
                                          </a:lnTo>
                                          <a:lnTo>
                                            <a:pt x="106319" y="56553"/>
                                          </a:lnTo>
                                          <a:lnTo>
                                            <a:pt x="103416" y="54690"/>
                                          </a:lnTo>
                                          <a:lnTo>
                                            <a:pt x="106827" y="53105"/>
                                          </a:lnTo>
                                          <a:lnTo>
                                            <a:pt x="120194" y="45339"/>
                                          </a:lnTo>
                                          <a:lnTo>
                                            <a:pt x="122528" y="36859"/>
                                          </a:lnTo>
                                          <a:lnTo>
                                            <a:pt x="118851" y="35493"/>
                                          </a:lnTo>
                                          <a:lnTo>
                                            <a:pt x="125093" y="28464"/>
                                          </a:lnTo>
                                          <a:lnTo>
                                            <a:pt x="148536" y="25972"/>
                                          </a:lnTo>
                                          <a:lnTo>
                                            <a:pt x="153339" y="12255"/>
                                          </a:lnTo>
                                          <a:lnTo>
                                            <a:pt x="125468" y="6255"/>
                                          </a:lnTo>
                                          <a:lnTo>
                                            <a:pt x="101758" y="5432"/>
                                          </a:lnTo>
                                          <a:lnTo>
                                            <a:pt x="85016" y="1"/>
                                          </a:lnTo>
                                          <a:lnTo>
                                            <a:pt x="60532" y="12255"/>
                                          </a:lnTo>
                                          <a:lnTo>
                                            <a:pt x="39714" y="20214"/>
                                          </a:lnTo>
                                          <a:lnTo>
                                            <a:pt x="35444" y="13089"/>
                                          </a:lnTo>
                                          <a:lnTo>
                                            <a:pt x="22186" y="13464"/>
                                          </a:lnTo>
                                          <a:lnTo>
                                            <a:pt x="15291" y="21351"/>
                                          </a:lnTo>
                                          <a:lnTo>
                                            <a:pt x="11831" y="27484"/>
                                          </a:lnTo>
                                          <a:lnTo>
                                            <a:pt x="21581" y="26614"/>
                                          </a:lnTo>
                                          <a:lnTo>
                                            <a:pt x="24532" y="19561"/>
                                          </a:lnTo>
                                          <a:lnTo>
                                            <a:pt x="29480" y="22694"/>
                                          </a:lnTo>
                                          <a:lnTo>
                                            <a:pt x="24811" y="32964"/>
                                          </a:lnTo>
                                          <a:lnTo>
                                            <a:pt x="20262" y="35541"/>
                                          </a:lnTo>
                                          <a:lnTo>
                                            <a:pt x="15569" y="31368"/>
                                          </a:lnTo>
                                          <a:lnTo>
                                            <a:pt x="15061" y="35650"/>
                                          </a:lnTo>
                                          <a:lnTo>
                                            <a:pt x="11057" y="37924"/>
                                          </a:lnTo>
                                          <a:lnTo>
                                            <a:pt x="6024" y="43089"/>
                                          </a:lnTo>
                                          <a:lnTo>
                                            <a:pt x="6387" y="49210"/>
                                          </a:lnTo>
                                          <a:lnTo>
                                            <a:pt x="992" y="49210"/>
                                          </a:lnTo>
                                          <a:lnTo>
                                            <a:pt x="0" y="52198"/>
                                          </a:lnTo>
                                          <a:lnTo>
                                            <a:pt x="835" y="57037"/>
                                          </a:lnTo>
                                          <a:lnTo>
                                            <a:pt x="6726" y="55198"/>
                                          </a:lnTo>
                                          <a:lnTo>
                                            <a:pt x="10924" y="50069"/>
                                          </a:lnTo>
                                          <a:lnTo>
                                            <a:pt x="16367" y="50686"/>
                                          </a:lnTo>
                                          <a:lnTo>
                                            <a:pt x="18049" y="46670"/>
                                          </a:lnTo>
                                          <a:lnTo>
                                            <a:pt x="23093" y="54363"/>
                                          </a:lnTo>
                                          <a:lnTo>
                                            <a:pt x="26528" y="56105"/>
                                          </a:lnTo>
                                          <a:lnTo>
                                            <a:pt x="26734" y="52210"/>
                                          </a:lnTo>
                                          <a:lnTo>
                                            <a:pt x="33835" y="47069"/>
                                          </a:lnTo>
                                          <a:lnTo>
                                            <a:pt x="38069" y="49488"/>
                                          </a:lnTo>
                                          <a:lnTo>
                                            <a:pt x="36278" y="53045"/>
                                          </a:lnTo>
                                          <a:lnTo>
                                            <a:pt x="28343" y="55392"/>
                                          </a:lnTo>
                                          <a:cubicBezTo>
                                            <a:pt x="28343" y="55392"/>
                                            <a:pt x="31041" y="58888"/>
                                            <a:pt x="31319" y="58984"/>
                                          </a:cubicBezTo>
                                          <a:cubicBezTo>
                                            <a:pt x="31597" y="59069"/>
                                            <a:pt x="36278" y="58150"/>
                                            <a:pt x="36278" y="58150"/>
                                          </a:cubicBezTo>
                                          <a:lnTo>
                                            <a:pt x="35456" y="61948"/>
                                          </a:lnTo>
                                          <a:lnTo>
                                            <a:pt x="30920" y="63255"/>
                                          </a:lnTo>
                                          <a:lnTo>
                                            <a:pt x="24823" y="62142"/>
                                          </a:lnTo>
                                        </a:path>
                                      </a:pathLst>
                                    </a:custGeom>
                                    <a:no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121900" tIns="121900" rIns="121900" bIns="121900" anchor="ctr" anchorCtr="0">
                                      <a:noAutofit/>
                                    </a:bodyPr>
                                    <a:lstStyle/>
                                    <a:p>
                                      <a:pPr defTabSz="1219170">
                                        <a:buClr>
                                          <a:srgbClr val="000000"/>
                                        </a:buClr>
                                      </a:pPr>
                                      <a:endParaRPr lang="en-GB" sz="1867" kern="0" noProof="0" dirty="0">
                                        <a:solidFill>
                                          <a:srgbClr val="000000"/>
                                        </a:solidFill>
                                        <a:latin typeface="Arial"/>
                                        <a:cs typeface="Arial"/>
                                        <a:sym typeface="Arial"/>
                                      </a:endParaRPr>
                                    </a:p>
                                  </p:txBody>
                                </p:sp>
                                <p:sp>
                                  <p:nvSpPr>
                                    <p:cNvPr id="3488" name="Google Shape;3488;p70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06356" y="3466721"/>
                                      <a:ext cx="194289" cy="358880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24703" h="45630" fill="none" extrusionOk="0">
                                          <a:moveTo>
                                            <a:pt x="8396" y="39968"/>
                                          </a:moveTo>
                                          <a:lnTo>
                                            <a:pt x="9835" y="45629"/>
                                          </a:lnTo>
                                          <a:lnTo>
                                            <a:pt x="11626" y="36786"/>
                                          </a:lnTo>
                                          <a:lnTo>
                                            <a:pt x="5492" y="30218"/>
                                          </a:lnTo>
                                          <a:lnTo>
                                            <a:pt x="1" y="25016"/>
                                          </a:lnTo>
                                          <a:lnTo>
                                            <a:pt x="1392" y="16040"/>
                                          </a:lnTo>
                                          <a:lnTo>
                                            <a:pt x="24702" y="15206"/>
                                          </a:lnTo>
                                          <a:lnTo>
                                            <a:pt x="6472" y="0"/>
                                          </a:lnTo>
                                        </a:path>
                                      </a:pathLst>
                                    </a:custGeom>
                                    <a:no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121900" tIns="121900" rIns="121900" bIns="121900" anchor="ctr" anchorCtr="0">
                                      <a:noAutofit/>
                                    </a:bodyPr>
                                    <a:lstStyle/>
                                    <a:p>
                                      <a:pPr defTabSz="1219170">
                                        <a:buClr>
                                          <a:srgbClr val="000000"/>
                                        </a:buClr>
                                      </a:pPr>
                                      <a:endParaRPr lang="en-GB" sz="1867" kern="0" noProof="0" dirty="0">
                                        <a:solidFill>
                                          <a:srgbClr val="000000"/>
                                        </a:solidFill>
                                        <a:latin typeface="Arial"/>
                                        <a:cs typeface="Arial"/>
                                        <a:sym typeface="Arial"/>
                                      </a:endParaRPr>
                                    </a:p>
                                  </p:txBody>
                                </p:sp>
                                <p:sp>
                                  <p:nvSpPr>
                                    <p:cNvPr id="3489" name="Google Shape;3489;p70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72383" y="3756043"/>
                                      <a:ext cx="25412" cy="25026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3231" h="3182" fill="none" extrusionOk="0">
                                          <a:moveTo>
                                            <a:pt x="1" y="3182"/>
                                          </a:moveTo>
                                          <a:lnTo>
                                            <a:pt x="3231" y="0"/>
                                          </a:lnTo>
                                        </a:path>
                                      </a:pathLst>
                                    </a:custGeom>
                                    <a:no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121900" tIns="121900" rIns="121900" bIns="121900" anchor="ctr" anchorCtr="0">
                                      <a:noAutofit/>
                                    </a:bodyPr>
                                    <a:lstStyle/>
                                    <a:p>
                                      <a:pPr defTabSz="1219170">
                                        <a:buClr>
                                          <a:srgbClr val="000000"/>
                                        </a:buClr>
                                      </a:pPr>
                                      <a:endParaRPr lang="en-GB" sz="1867" kern="0" noProof="0" dirty="0">
                                        <a:solidFill>
                                          <a:srgbClr val="000000"/>
                                        </a:solidFill>
                                        <a:latin typeface="Arial"/>
                                        <a:cs typeface="Arial"/>
                                        <a:sym typeface="Arial"/>
                                      </a:endParaRPr>
                                    </a:p>
                                  </p:txBody>
                                </p:sp>
                              </p:grpSp>
                            </p:grpSp>
                          </p:grpSp>
                        </p:grpSp>
                        <p:sp>
                          <p:nvSpPr>
                            <p:cNvPr id="3490" name="Google Shape;3490;p70"/>
                            <p:cNvSpPr/>
                            <p:nvPr/>
                          </p:nvSpPr>
                          <p:spPr>
                            <a:xfrm>
                              <a:off x="4890375" y="3688019"/>
                              <a:ext cx="5144" cy="4376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654" h="5565" fill="none" extrusionOk="0">
                                  <a:moveTo>
                                    <a:pt x="653" y="0"/>
                                  </a:moveTo>
                                  <a:lnTo>
                                    <a:pt x="0" y="5565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121900" tIns="121900" rIns="121900" bIns="121900" anchor="ctr" anchorCtr="0">
                              <a:noAutofit/>
                            </a:bodyPr>
                            <a:lstStyle/>
                            <a:p>
                              <a:pPr defTabSz="1219170">
                                <a:buClr>
                                  <a:srgbClr val="000000"/>
                                </a:buClr>
                              </a:pPr>
                              <a:endParaRPr lang="en-GB" sz="1867" kern="0" noProof="0" dirty="0">
                                <a:solidFill>
                                  <a:srgbClr val="000000"/>
                                </a:solidFill>
                                <a:latin typeface="Arial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3491" name="Google Shape;3491;p70"/>
                            <p:cNvSpPr/>
                            <p:nvPr/>
                          </p:nvSpPr>
                          <p:spPr>
                            <a:xfrm>
                              <a:off x="4899317" y="3688019"/>
                              <a:ext cx="54048" cy="2017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6872" h="2565" fill="none" extrusionOk="0">
                                  <a:moveTo>
                                    <a:pt x="0" y="0"/>
                                  </a:moveTo>
                                  <a:lnTo>
                                    <a:pt x="6871" y="2565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121900" tIns="121900" rIns="121900" bIns="121900" anchor="ctr" anchorCtr="0">
                              <a:noAutofit/>
                            </a:bodyPr>
                            <a:lstStyle/>
                            <a:p>
                              <a:pPr defTabSz="1219170">
                                <a:buClr>
                                  <a:srgbClr val="000000"/>
                                </a:buClr>
                              </a:pPr>
                              <a:endParaRPr lang="en-GB" sz="1867" kern="0" noProof="0" dirty="0">
                                <a:solidFill>
                                  <a:srgbClr val="000000"/>
                                </a:solidFill>
                                <a:latin typeface="Arial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3492" name="Google Shape;3492;p70"/>
                            <p:cNvSpPr/>
                            <p:nvPr/>
                          </p:nvSpPr>
                          <p:spPr>
                            <a:xfrm>
                              <a:off x="4862690" y="3700571"/>
                              <a:ext cx="27693" cy="3121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521" h="3969" fill="none" extrusionOk="0">
                                  <a:moveTo>
                                    <a:pt x="0" y="1"/>
                                  </a:moveTo>
                                  <a:lnTo>
                                    <a:pt x="3520" y="3969"/>
                                  </a:lnTo>
                                </a:path>
                              </a:pathLst>
                            </a:custGeom>
                            <a:no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121900" tIns="121900" rIns="121900" bIns="121900" anchor="ctr" anchorCtr="0">
                              <a:noAutofit/>
                            </a:bodyPr>
                            <a:lstStyle/>
                            <a:p>
                              <a:pPr defTabSz="1219170">
                                <a:buClr>
                                  <a:srgbClr val="000000"/>
                                </a:buClr>
                              </a:pPr>
                              <a:endParaRPr lang="en-GB" sz="1867" kern="0" noProof="0" dirty="0">
                                <a:solidFill>
                                  <a:srgbClr val="000000"/>
                                </a:solidFill>
                                <a:latin typeface="Arial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3493" name="Google Shape;3493;p70"/>
                        <p:cNvSpPr/>
                        <p:nvPr/>
                      </p:nvSpPr>
                      <p:spPr>
                        <a:xfrm>
                          <a:off x="4953924" y="3297081"/>
                          <a:ext cx="146053" cy="16812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8570" h="21376" fill="none" extrusionOk="0">
                              <a:moveTo>
                                <a:pt x="1" y="21376"/>
                              </a:moveTo>
                              <a:lnTo>
                                <a:pt x="18569" y="1"/>
                              </a:lnTo>
                            </a:path>
                          </a:pathLst>
                        </a:custGeom>
                        <a:no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121900" tIns="121900" rIns="121900" bIns="121900" anchor="ctr" anchorCtr="0">
                          <a:noAutofit/>
                        </a:bodyPr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en-GB" sz="1867" kern="0" noProof="0" dirty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494" name="Google Shape;3494;p70"/>
              <p:cNvGrpSpPr/>
              <p:nvPr/>
            </p:nvGrpSpPr>
            <p:grpSpPr>
              <a:xfrm>
                <a:off x="4595437" y="3598775"/>
                <a:ext cx="37776" cy="32451"/>
                <a:chOff x="4595437" y="3598775"/>
                <a:chExt cx="37776" cy="32451"/>
              </a:xfrm>
            </p:grpSpPr>
            <p:sp>
              <p:nvSpPr>
                <p:cNvPr id="3495" name="Google Shape;3495;p70"/>
                <p:cNvSpPr/>
                <p:nvPr/>
              </p:nvSpPr>
              <p:spPr>
                <a:xfrm>
                  <a:off x="4595437" y="3598775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5" y="605"/>
                      </a:cubicBezTo>
                      <a:cubicBezTo>
                        <a:pt x="0" y="1900"/>
                        <a:pt x="920" y="4125"/>
                        <a:pt x="2758" y="4125"/>
                      </a:cubicBezTo>
                      <a:cubicBezTo>
                        <a:pt x="3883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96" name="Google Shape;3496;p70"/>
                <p:cNvSpPr/>
                <p:nvPr/>
              </p:nvSpPr>
              <p:spPr>
                <a:xfrm>
                  <a:off x="4610561" y="3608480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75"/>
                        <a:pt x="1" y="835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35"/>
                      </a:cubicBezTo>
                      <a:cubicBezTo>
                        <a:pt x="1658" y="375"/>
                        <a:pt x="1283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97" name="Google Shape;3497;p70"/>
              <p:cNvGrpSpPr/>
              <p:nvPr/>
            </p:nvGrpSpPr>
            <p:grpSpPr>
              <a:xfrm>
                <a:off x="4641864" y="3524443"/>
                <a:ext cx="37776" cy="32380"/>
                <a:chOff x="4641864" y="3524443"/>
                <a:chExt cx="37776" cy="32380"/>
              </a:xfrm>
            </p:grpSpPr>
            <p:sp>
              <p:nvSpPr>
                <p:cNvPr id="3498" name="Google Shape;3498;p70"/>
                <p:cNvSpPr/>
                <p:nvPr/>
              </p:nvSpPr>
              <p:spPr>
                <a:xfrm>
                  <a:off x="4641864" y="3524443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1"/>
                      </a:moveTo>
                      <a:cubicBezTo>
                        <a:pt x="2231" y="1"/>
                        <a:pt x="1715" y="189"/>
                        <a:pt x="1295" y="609"/>
                      </a:cubicBezTo>
                      <a:cubicBezTo>
                        <a:pt x="0" y="1903"/>
                        <a:pt x="908" y="4117"/>
                        <a:pt x="2746" y="4117"/>
                      </a:cubicBezTo>
                      <a:cubicBezTo>
                        <a:pt x="3884" y="4117"/>
                        <a:pt x="4803" y="3197"/>
                        <a:pt x="4803" y="2060"/>
                      </a:cubicBezTo>
                      <a:cubicBezTo>
                        <a:pt x="4803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99" name="Google Shape;3499;p70"/>
                <p:cNvSpPr/>
                <p:nvPr/>
              </p:nvSpPr>
              <p:spPr>
                <a:xfrm>
                  <a:off x="4656988" y="3534077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23" y="1"/>
                      </a:moveTo>
                      <a:cubicBezTo>
                        <a:pt x="376" y="1"/>
                        <a:pt x="1" y="376"/>
                        <a:pt x="1" y="835"/>
                      </a:cubicBezTo>
                      <a:cubicBezTo>
                        <a:pt x="1" y="1295"/>
                        <a:pt x="376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5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00" name="Google Shape;3500;p70"/>
              <p:cNvGrpSpPr/>
              <p:nvPr/>
            </p:nvGrpSpPr>
            <p:grpSpPr>
              <a:xfrm>
                <a:off x="4648431" y="3893901"/>
                <a:ext cx="37776" cy="32357"/>
                <a:chOff x="4648431" y="3893901"/>
                <a:chExt cx="37776" cy="32357"/>
              </a:xfrm>
            </p:grpSpPr>
            <p:sp>
              <p:nvSpPr>
                <p:cNvPr id="3501" name="Google Shape;3501;p70"/>
                <p:cNvSpPr/>
                <p:nvPr/>
              </p:nvSpPr>
              <p:spPr>
                <a:xfrm>
                  <a:off x="4648431" y="3893901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0" y="1900"/>
                        <a:pt x="920" y="4113"/>
                        <a:pt x="2746" y="4113"/>
                      </a:cubicBezTo>
                      <a:cubicBezTo>
                        <a:pt x="3883" y="4113"/>
                        <a:pt x="4803" y="3194"/>
                        <a:pt x="4803" y="2057"/>
                      </a:cubicBezTo>
                      <a:cubicBezTo>
                        <a:pt x="4803" y="821"/>
                        <a:pt x="3788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2" name="Google Shape;3502;p70"/>
                <p:cNvSpPr/>
                <p:nvPr/>
              </p:nvSpPr>
              <p:spPr>
                <a:xfrm>
                  <a:off x="4663556" y="390360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1" y="375"/>
                        <a:pt x="1" y="823"/>
                      </a:cubicBezTo>
                      <a:cubicBezTo>
                        <a:pt x="1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03" name="Google Shape;3503;p70"/>
              <p:cNvGrpSpPr/>
              <p:nvPr/>
            </p:nvGrpSpPr>
            <p:grpSpPr>
              <a:xfrm>
                <a:off x="4567752" y="3722908"/>
                <a:ext cx="37870" cy="32380"/>
                <a:chOff x="4567752" y="3722908"/>
                <a:chExt cx="37870" cy="32380"/>
              </a:xfrm>
            </p:grpSpPr>
            <p:sp>
              <p:nvSpPr>
                <p:cNvPr id="3504" name="Google Shape;3504;p70"/>
                <p:cNvSpPr/>
                <p:nvPr/>
              </p:nvSpPr>
              <p:spPr>
                <a:xfrm>
                  <a:off x="4567752" y="3722908"/>
                  <a:ext cx="37870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7" extrusionOk="0">
                      <a:moveTo>
                        <a:pt x="2749" y="1"/>
                      </a:moveTo>
                      <a:cubicBezTo>
                        <a:pt x="2243" y="1"/>
                        <a:pt x="1726" y="189"/>
                        <a:pt x="1307" y="609"/>
                      </a:cubicBezTo>
                      <a:cubicBezTo>
                        <a:pt x="0" y="1903"/>
                        <a:pt x="919" y="4117"/>
                        <a:pt x="2758" y="4117"/>
                      </a:cubicBezTo>
                      <a:cubicBezTo>
                        <a:pt x="3895" y="4117"/>
                        <a:pt x="4815" y="3197"/>
                        <a:pt x="4815" y="2060"/>
                      </a:cubicBezTo>
                      <a:cubicBezTo>
                        <a:pt x="4815" y="818"/>
                        <a:pt x="3804" y="1"/>
                        <a:pt x="274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5" name="Google Shape;3505;p70"/>
                <p:cNvSpPr/>
                <p:nvPr/>
              </p:nvSpPr>
              <p:spPr>
                <a:xfrm>
                  <a:off x="4580690" y="3732543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0"/>
                      </a:moveTo>
                      <a:cubicBezTo>
                        <a:pt x="375" y="0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3" y="1661"/>
                      </a:cubicBezTo>
                      <a:cubicBezTo>
                        <a:pt x="1528" y="1661"/>
                        <a:pt x="1936" y="1333"/>
                        <a:pt x="1936" y="835"/>
                      </a:cubicBezTo>
                      <a:cubicBezTo>
                        <a:pt x="1936" y="375"/>
                        <a:pt x="1573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06" name="Google Shape;3506;p70"/>
              <p:cNvGrpSpPr/>
              <p:nvPr/>
            </p:nvGrpSpPr>
            <p:grpSpPr>
              <a:xfrm>
                <a:off x="4617506" y="3652052"/>
                <a:ext cx="37783" cy="32357"/>
                <a:chOff x="4617506" y="3652052"/>
                <a:chExt cx="37783" cy="32357"/>
              </a:xfrm>
            </p:grpSpPr>
            <p:sp>
              <p:nvSpPr>
                <p:cNvPr id="3507" name="Google Shape;3507;p70"/>
                <p:cNvSpPr/>
                <p:nvPr/>
              </p:nvSpPr>
              <p:spPr>
                <a:xfrm>
                  <a:off x="4617506" y="3652052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8" name="Google Shape;3508;p70"/>
                <p:cNvSpPr/>
                <p:nvPr/>
              </p:nvSpPr>
              <p:spPr>
                <a:xfrm>
                  <a:off x="4632638" y="366175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0" y="363"/>
                        <a:pt x="0" y="823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2" y="1658"/>
                        <a:pt x="1657" y="1283"/>
                        <a:pt x="1657" y="823"/>
                      </a:cubicBezTo>
                      <a:cubicBezTo>
                        <a:pt x="1657" y="363"/>
                        <a:pt x="1282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09" name="Google Shape;3509;p70"/>
              <p:cNvGrpSpPr/>
              <p:nvPr/>
            </p:nvGrpSpPr>
            <p:grpSpPr>
              <a:xfrm>
                <a:off x="4739005" y="3554149"/>
                <a:ext cx="37870" cy="32357"/>
                <a:chOff x="4739005" y="3554149"/>
                <a:chExt cx="37870" cy="32357"/>
              </a:xfrm>
            </p:grpSpPr>
            <p:sp>
              <p:nvSpPr>
                <p:cNvPr id="3510" name="Google Shape;3510;p70"/>
                <p:cNvSpPr/>
                <p:nvPr/>
              </p:nvSpPr>
              <p:spPr>
                <a:xfrm>
                  <a:off x="4739005" y="3554149"/>
                  <a:ext cx="37870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4" extrusionOk="0">
                      <a:moveTo>
                        <a:pt x="2744" y="1"/>
                      </a:moveTo>
                      <a:cubicBezTo>
                        <a:pt x="2239" y="1"/>
                        <a:pt x="1725" y="188"/>
                        <a:pt x="1307" y="606"/>
                      </a:cubicBezTo>
                      <a:cubicBezTo>
                        <a:pt x="0" y="1900"/>
                        <a:pt x="920" y="4114"/>
                        <a:pt x="2758" y="4114"/>
                      </a:cubicBezTo>
                      <a:cubicBezTo>
                        <a:pt x="3895" y="4114"/>
                        <a:pt x="4815" y="3195"/>
                        <a:pt x="4815" y="2058"/>
                      </a:cubicBezTo>
                      <a:cubicBezTo>
                        <a:pt x="4815" y="821"/>
                        <a:pt x="3801" y="1"/>
                        <a:pt x="274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11" name="Google Shape;3511;p70"/>
                <p:cNvSpPr/>
                <p:nvPr/>
              </p:nvSpPr>
              <p:spPr>
                <a:xfrm>
                  <a:off x="4751943" y="3563854"/>
                  <a:ext cx="15227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9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21" y="1416"/>
                      </a:cubicBezTo>
                      <a:cubicBezTo>
                        <a:pt x="692" y="1583"/>
                        <a:pt x="899" y="1658"/>
                        <a:pt x="1101" y="1658"/>
                      </a:cubicBezTo>
                      <a:cubicBezTo>
                        <a:pt x="1529" y="1658"/>
                        <a:pt x="1936" y="1324"/>
                        <a:pt x="1936" y="824"/>
                      </a:cubicBezTo>
                      <a:cubicBezTo>
                        <a:pt x="1936" y="364"/>
                        <a:pt x="1573" y="1"/>
                        <a:pt x="111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12" name="Google Shape;3512;p70"/>
              <p:cNvGrpSpPr/>
              <p:nvPr/>
            </p:nvGrpSpPr>
            <p:grpSpPr>
              <a:xfrm>
                <a:off x="4806557" y="3630258"/>
                <a:ext cx="37776" cy="32364"/>
                <a:chOff x="4806557" y="3630258"/>
                <a:chExt cx="37776" cy="32364"/>
              </a:xfrm>
            </p:grpSpPr>
            <p:sp>
              <p:nvSpPr>
                <p:cNvPr id="3513" name="Google Shape;3513;p70"/>
                <p:cNvSpPr/>
                <p:nvPr/>
              </p:nvSpPr>
              <p:spPr>
                <a:xfrm>
                  <a:off x="4806557" y="3630258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4" y="606"/>
                      </a:cubicBezTo>
                      <a:cubicBezTo>
                        <a:pt x="0" y="1901"/>
                        <a:pt x="907" y="4114"/>
                        <a:pt x="2746" y="4114"/>
                      </a:cubicBezTo>
                      <a:cubicBezTo>
                        <a:pt x="3883" y="4114"/>
                        <a:pt x="4802" y="3195"/>
                        <a:pt x="4802" y="2058"/>
                      </a:cubicBezTo>
                      <a:cubicBezTo>
                        <a:pt x="4802" y="822"/>
                        <a:pt x="3788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14" name="Google Shape;3514;p70"/>
                <p:cNvSpPr/>
                <p:nvPr/>
              </p:nvSpPr>
              <p:spPr>
                <a:xfrm>
                  <a:off x="4819495" y="3639972"/>
                  <a:ext cx="15227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8" extrusionOk="0">
                      <a:moveTo>
                        <a:pt x="1113" y="0"/>
                      </a:moveTo>
                      <a:cubicBezTo>
                        <a:pt x="363" y="0"/>
                        <a:pt x="0" y="896"/>
                        <a:pt x="520" y="1416"/>
                      </a:cubicBezTo>
                      <a:cubicBezTo>
                        <a:pt x="687" y="1583"/>
                        <a:pt x="893" y="1657"/>
                        <a:pt x="1096" y="1657"/>
                      </a:cubicBezTo>
                      <a:cubicBezTo>
                        <a:pt x="1523" y="1657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15" name="Google Shape;3515;p70"/>
              <p:cNvGrpSpPr/>
              <p:nvPr/>
            </p:nvGrpSpPr>
            <p:grpSpPr>
              <a:xfrm>
                <a:off x="4737007" y="4004357"/>
                <a:ext cx="37870" cy="32357"/>
                <a:chOff x="4737007" y="4004357"/>
                <a:chExt cx="37870" cy="32357"/>
              </a:xfrm>
            </p:grpSpPr>
            <p:sp>
              <p:nvSpPr>
                <p:cNvPr id="3516" name="Google Shape;3516;p70"/>
                <p:cNvSpPr/>
                <p:nvPr/>
              </p:nvSpPr>
              <p:spPr>
                <a:xfrm>
                  <a:off x="4737007" y="4004357"/>
                  <a:ext cx="37870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4" extrusionOk="0">
                      <a:moveTo>
                        <a:pt x="2740" y="0"/>
                      </a:moveTo>
                      <a:cubicBezTo>
                        <a:pt x="2234" y="0"/>
                        <a:pt x="1717" y="187"/>
                        <a:pt x="1295" y="606"/>
                      </a:cubicBezTo>
                      <a:cubicBezTo>
                        <a:pt x="0" y="1900"/>
                        <a:pt x="920" y="4114"/>
                        <a:pt x="2758" y="4114"/>
                      </a:cubicBezTo>
                      <a:cubicBezTo>
                        <a:pt x="3895" y="4114"/>
                        <a:pt x="4803" y="3194"/>
                        <a:pt x="4815" y="2057"/>
                      </a:cubicBezTo>
                      <a:cubicBezTo>
                        <a:pt x="4815" y="821"/>
                        <a:pt x="3801" y="0"/>
                        <a:pt x="274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17" name="Google Shape;3517;p70"/>
                <p:cNvSpPr/>
                <p:nvPr/>
              </p:nvSpPr>
              <p:spPr>
                <a:xfrm>
                  <a:off x="4752131" y="4014062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6" y="1"/>
                        <a:pt x="1" y="364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4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18" name="Google Shape;3518;p70"/>
              <p:cNvGrpSpPr/>
              <p:nvPr/>
            </p:nvGrpSpPr>
            <p:grpSpPr>
              <a:xfrm>
                <a:off x="4773634" y="4208627"/>
                <a:ext cx="37776" cy="32357"/>
                <a:chOff x="4773634" y="4208627"/>
                <a:chExt cx="37776" cy="32357"/>
              </a:xfrm>
            </p:grpSpPr>
            <p:sp>
              <p:nvSpPr>
                <p:cNvPr id="3519" name="Google Shape;3519;p70"/>
                <p:cNvSpPr/>
                <p:nvPr/>
              </p:nvSpPr>
              <p:spPr>
                <a:xfrm>
                  <a:off x="4773634" y="420862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1" y="1900"/>
                        <a:pt x="920" y="4114"/>
                        <a:pt x="2746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0" name="Google Shape;3520;p70"/>
                <p:cNvSpPr/>
                <p:nvPr/>
              </p:nvSpPr>
              <p:spPr>
                <a:xfrm>
                  <a:off x="4788664" y="4218332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21" name="Google Shape;3521;p70"/>
              <p:cNvGrpSpPr/>
              <p:nvPr/>
            </p:nvGrpSpPr>
            <p:grpSpPr>
              <a:xfrm>
                <a:off x="4888282" y="4074764"/>
                <a:ext cx="37776" cy="32451"/>
                <a:chOff x="4888282" y="4074764"/>
                <a:chExt cx="37776" cy="32451"/>
              </a:xfrm>
            </p:grpSpPr>
            <p:sp>
              <p:nvSpPr>
                <p:cNvPr id="3522" name="Google Shape;3522;p70"/>
                <p:cNvSpPr/>
                <p:nvPr/>
              </p:nvSpPr>
              <p:spPr>
                <a:xfrm>
                  <a:off x="4888282" y="4074764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4" y="605"/>
                      </a:cubicBezTo>
                      <a:cubicBezTo>
                        <a:pt x="0" y="1912"/>
                        <a:pt x="919" y="4125"/>
                        <a:pt x="2746" y="4125"/>
                      </a:cubicBezTo>
                      <a:cubicBezTo>
                        <a:pt x="3883" y="4125"/>
                        <a:pt x="4803" y="3206"/>
                        <a:pt x="4803" y="2069"/>
                      </a:cubicBezTo>
                      <a:cubicBezTo>
                        <a:pt x="4803" y="824"/>
                        <a:pt x="3787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3" name="Google Shape;3523;p70"/>
                <p:cNvSpPr/>
                <p:nvPr/>
              </p:nvSpPr>
              <p:spPr>
                <a:xfrm>
                  <a:off x="4901220" y="4084470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01" y="0"/>
                      </a:moveTo>
                      <a:cubicBezTo>
                        <a:pt x="363" y="0"/>
                        <a:pt x="0" y="896"/>
                        <a:pt x="520" y="1416"/>
                      </a:cubicBezTo>
                      <a:cubicBezTo>
                        <a:pt x="689" y="1585"/>
                        <a:pt x="898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24" name="Google Shape;3524;p70"/>
              <p:cNvGrpSpPr/>
              <p:nvPr/>
            </p:nvGrpSpPr>
            <p:grpSpPr>
              <a:xfrm>
                <a:off x="4901315" y="3804271"/>
                <a:ext cx="37776" cy="32364"/>
                <a:chOff x="4901315" y="3804271"/>
                <a:chExt cx="37776" cy="32364"/>
              </a:xfrm>
            </p:grpSpPr>
            <p:sp>
              <p:nvSpPr>
                <p:cNvPr id="3525" name="Google Shape;3525;p70"/>
                <p:cNvSpPr/>
                <p:nvPr/>
              </p:nvSpPr>
              <p:spPr>
                <a:xfrm>
                  <a:off x="4901315" y="3804271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2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6" name="Google Shape;3526;p70"/>
                <p:cNvSpPr/>
                <p:nvPr/>
              </p:nvSpPr>
              <p:spPr>
                <a:xfrm>
                  <a:off x="4914253" y="3813985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1" y="0"/>
                      </a:moveTo>
                      <a:cubicBezTo>
                        <a:pt x="363" y="0"/>
                        <a:pt x="1" y="895"/>
                        <a:pt x="521" y="1416"/>
                      </a:cubicBezTo>
                      <a:cubicBezTo>
                        <a:pt x="688" y="1583"/>
                        <a:pt x="894" y="1657"/>
                        <a:pt x="1096" y="1657"/>
                      </a:cubicBezTo>
                      <a:cubicBezTo>
                        <a:pt x="1524" y="1657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27" name="Google Shape;3527;p70"/>
              <p:cNvGrpSpPr/>
              <p:nvPr/>
            </p:nvGrpSpPr>
            <p:grpSpPr>
              <a:xfrm>
                <a:off x="4866394" y="3715035"/>
                <a:ext cx="37846" cy="32357"/>
                <a:chOff x="4866394" y="3715035"/>
                <a:chExt cx="37846" cy="32357"/>
              </a:xfrm>
            </p:grpSpPr>
            <p:sp>
              <p:nvSpPr>
                <p:cNvPr id="3528" name="Google Shape;3528;p70"/>
                <p:cNvSpPr/>
                <p:nvPr/>
              </p:nvSpPr>
              <p:spPr>
                <a:xfrm>
                  <a:off x="4866394" y="3715035"/>
                  <a:ext cx="3784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2" h="4114" extrusionOk="0">
                      <a:moveTo>
                        <a:pt x="2735" y="0"/>
                      </a:moveTo>
                      <a:cubicBezTo>
                        <a:pt x="2229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11" y="821"/>
                        <a:pt x="3794" y="0"/>
                        <a:pt x="273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9" name="Google Shape;3529;p70"/>
                <p:cNvSpPr/>
                <p:nvPr/>
              </p:nvSpPr>
              <p:spPr>
                <a:xfrm>
                  <a:off x="4879340" y="3724646"/>
                  <a:ext cx="15227" cy="13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6" extrusionOk="0">
                      <a:moveTo>
                        <a:pt x="1101" y="0"/>
                      </a:moveTo>
                      <a:cubicBezTo>
                        <a:pt x="363" y="0"/>
                        <a:pt x="0" y="896"/>
                        <a:pt x="520" y="1416"/>
                      </a:cubicBezTo>
                      <a:cubicBezTo>
                        <a:pt x="689" y="1589"/>
                        <a:pt x="898" y="1666"/>
                        <a:pt x="1103" y="1666"/>
                      </a:cubicBezTo>
                      <a:cubicBezTo>
                        <a:pt x="1528" y="1666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30" name="Google Shape;3530;p70"/>
              <p:cNvGrpSpPr/>
              <p:nvPr/>
            </p:nvGrpSpPr>
            <p:grpSpPr>
              <a:xfrm>
                <a:off x="4979233" y="3839798"/>
                <a:ext cx="37878" cy="32420"/>
                <a:chOff x="4979233" y="3839798"/>
                <a:chExt cx="37878" cy="32420"/>
              </a:xfrm>
            </p:grpSpPr>
            <p:sp>
              <p:nvSpPr>
                <p:cNvPr id="3531" name="Google Shape;3531;p70"/>
                <p:cNvSpPr/>
                <p:nvPr/>
              </p:nvSpPr>
              <p:spPr>
                <a:xfrm>
                  <a:off x="4979233" y="3839798"/>
                  <a:ext cx="37878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3"/>
                      </a:cubicBezTo>
                      <a:cubicBezTo>
                        <a:pt x="1" y="1908"/>
                        <a:pt x="920" y="4122"/>
                        <a:pt x="2759" y="4122"/>
                      </a:cubicBezTo>
                      <a:cubicBezTo>
                        <a:pt x="3884" y="4122"/>
                        <a:pt x="4803" y="3202"/>
                        <a:pt x="4815" y="2065"/>
                      </a:cubicBezTo>
                      <a:cubicBezTo>
                        <a:pt x="4807" y="823"/>
                        <a:pt x="3794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2" name="Google Shape;3532;p70"/>
                <p:cNvSpPr/>
                <p:nvPr/>
              </p:nvSpPr>
              <p:spPr>
                <a:xfrm>
                  <a:off x="4994366" y="384947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33" name="Google Shape;3533;p70"/>
              <p:cNvGrpSpPr/>
              <p:nvPr/>
            </p:nvGrpSpPr>
            <p:grpSpPr>
              <a:xfrm>
                <a:off x="4790662" y="3679147"/>
                <a:ext cx="37783" cy="32380"/>
                <a:chOff x="4790662" y="3679147"/>
                <a:chExt cx="37783" cy="32380"/>
              </a:xfrm>
            </p:grpSpPr>
            <p:sp>
              <p:nvSpPr>
                <p:cNvPr id="3534" name="Google Shape;3534;p70"/>
                <p:cNvSpPr/>
                <p:nvPr/>
              </p:nvSpPr>
              <p:spPr>
                <a:xfrm>
                  <a:off x="4790662" y="3679147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8" y="0"/>
                      </a:moveTo>
                      <a:cubicBezTo>
                        <a:pt x="2231" y="0"/>
                        <a:pt x="1715" y="188"/>
                        <a:pt x="1295" y="608"/>
                      </a:cubicBezTo>
                      <a:cubicBezTo>
                        <a:pt x="1" y="1902"/>
                        <a:pt x="908" y="4116"/>
                        <a:pt x="2747" y="4116"/>
                      </a:cubicBezTo>
                      <a:cubicBezTo>
                        <a:pt x="3884" y="4116"/>
                        <a:pt x="4803" y="3197"/>
                        <a:pt x="4803" y="2060"/>
                      </a:cubicBezTo>
                      <a:cubicBezTo>
                        <a:pt x="4803" y="817"/>
                        <a:pt x="3793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5" name="Google Shape;3535;p70"/>
                <p:cNvSpPr/>
                <p:nvPr/>
              </p:nvSpPr>
              <p:spPr>
                <a:xfrm>
                  <a:off x="4803506" y="3688774"/>
                  <a:ext cx="15235" cy="13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2" extrusionOk="0">
                      <a:moveTo>
                        <a:pt x="1114" y="1"/>
                      </a:moveTo>
                      <a:cubicBezTo>
                        <a:pt x="376" y="1"/>
                        <a:pt x="1" y="896"/>
                        <a:pt x="521" y="1416"/>
                      </a:cubicBezTo>
                      <a:cubicBezTo>
                        <a:pt x="694" y="1585"/>
                        <a:pt x="904" y="1661"/>
                        <a:pt x="1109" y="1661"/>
                      </a:cubicBezTo>
                      <a:cubicBezTo>
                        <a:pt x="1534" y="1661"/>
                        <a:pt x="1936" y="1334"/>
                        <a:pt x="1936" y="836"/>
                      </a:cubicBezTo>
                      <a:cubicBezTo>
                        <a:pt x="1936" y="376"/>
                        <a:pt x="1573" y="1"/>
                        <a:pt x="111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36" name="Google Shape;3536;p70"/>
              <p:cNvGrpSpPr/>
              <p:nvPr/>
            </p:nvGrpSpPr>
            <p:grpSpPr>
              <a:xfrm>
                <a:off x="4857263" y="3557861"/>
                <a:ext cx="37776" cy="32357"/>
                <a:chOff x="4857263" y="3557861"/>
                <a:chExt cx="37776" cy="32357"/>
              </a:xfrm>
            </p:grpSpPr>
            <p:sp>
              <p:nvSpPr>
                <p:cNvPr id="3537" name="Google Shape;3537;p70"/>
                <p:cNvSpPr/>
                <p:nvPr/>
              </p:nvSpPr>
              <p:spPr>
                <a:xfrm>
                  <a:off x="4857263" y="3557861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6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8" name="Google Shape;3538;p70"/>
                <p:cNvSpPr/>
                <p:nvPr/>
              </p:nvSpPr>
              <p:spPr>
                <a:xfrm>
                  <a:off x="4870106" y="3567566"/>
                  <a:ext cx="15329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9" h="1658" extrusionOk="0">
                      <a:moveTo>
                        <a:pt x="1114" y="1"/>
                      </a:moveTo>
                      <a:cubicBezTo>
                        <a:pt x="376" y="1"/>
                        <a:pt x="1" y="896"/>
                        <a:pt x="533" y="1416"/>
                      </a:cubicBezTo>
                      <a:cubicBezTo>
                        <a:pt x="700" y="1583"/>
                        <a:pt x="905" y="1658"/>
                        <a:pt x="1105" y="1658"/>
                      </a:cubicBezTo>
                      <a:cubicBezTo>
                        <a:pt x="1529" y="1658"/>
                        <a:pt x="1936" y="1324"/>
                        <a:pt x="1936" y="823"/>
                      </a:cubicBezTo>
                      <a:cubicBezTo>
                        <a:pt x="1948" y="364"/>
                        <a:pt x="1573" y="1"/>
                        <a:pt x="111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39" name="Google Shape;3539;p70"/>
              <p:cNvGrpSpPr/>
              <p:nvPr/>
            </p:nvGrpSpPr>
            <p:grpSpPr>
              <a:xfrm>
                <a:off x="4883902" y="3648033"/>
                <a:ext cx="37783" cy="32380"/>
                <a:chOff x="4883902" y="3648033"/>
                <a:chExt cx="37783" cy="32380"/>
              </a:xfrm>
            </p:grpSpPr>
            <p:sp>
              <p:nvSpPr>
                <p:cNvPr id="3540" name="Google Shape;3540;p70"/>
                <p:cNvSpPr/>
                <p:nvPr/>
              </p:nvSpPr>
              <p:spPr>
                <a:xfrm>
                  <a:off x="4883902" y="3648033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1" y="0"/>
                      </a:moveTo>
                      <a:cubicBezTo>
                        <a:pt x="2226" y="0"/>
                        <a:pt x="1711" y="188"/>
                        <a:pt x="1295" y="608"/>
                      </a:cubicBezTo>
                      <a:cubicBezTo>
                        <a:pt x="1" y="1903"/>
                        <a:pt x="920" y="4104"/>
                        <a:pt x="2747" y="4116"/>
                      </a:cubicBezTo>
                      <a:cubicBezTo>
                        <a:pt x="3884" y="4104"/>
                        <a:pt x="4803" y="3185"/>
                        <a:pt x="4803" y="2048"/>
                      </a:cubicBezTo>
                      <a:cubicBezTo>
                        <a:pt x="4795" y="814"/>
                        <a:pt x="3783" y="0"/>
                        <a:pt x="273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1" name="Google Shape;3541;p70"/>
                <p:cNvSpPr/>
                <p:nvPr/>
              </p:nvSpPr>
              <p:spPr>
                <a:xfrm>
                  <a:off x="4896745" y="3657668"/>
                  <a:ext cx="15329" cy="13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9" h="1654" extrusionOk="0">
                      <a:moveTo>
                        <a:pt x="1114" y="0"/>
                      </a:moveTo>
                      <a:cubicBezTo>
                        <a:pt x="376" y="0"/>
                        <a:pt x="1" y="883"/>
                        <a:pt x="533" y="1404"/>
                      </a:cubicBezTo>
                      <a:cubicBezTo>
                        <a:pt x="702" y="1577"/>
                        <a:pt x="911" y="1654"/>
                        <a:pt x="1115" y="1654"/>
                      </a:cubicBezTo>
                      <a:cubicBezTo>
                        <a:pt x="1541" y="1654"/>
                        <a:pt x="1948" y="1321"/>
                        <a:pt x="1948" y="823"/>
                      </a:cubicBezTo>
                      <a:cubicBezTo>
                        <a:pt x="1948" y="363"/>
                        <a:pt x="1573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42" name="Google Shape;3542;p70"/>
              <p:cNvGrpSpPr/>
              <p:nvPr/>
            </p:nvGrpSpPr>
            <p:grpSpPr>
              <a:xfrm>
                <a:off x="4907780" y="3347220"/>
                <a:ext cx="37878" cy="32357"/>
                <a:chOff x="4907780" y="3347220"/>
                <a:chExt cx="37878" cy="32357"/>
              </a:xfrm>
            </p:grpSpPr>
            <p:sp>
              <p:nvSpPr>
                <p:cNvPr id="3543" name="Google Shape;3543;p70"/>
                <p:cNvSpPr/>
                <p:nvPr/>
              </p:nvSpPr>
              <p:spPr>
                <a:xfrm>
                  <a:off x="4907780" y="3347220"/>
                  <a:ext cx="37878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14" extrusionOk="0">
                      <a:moveTo>
                        <a:pt x="2733" y="0"/>
                      </a:moveTo>
                      <a:cubicBezTo>
                        <a:pt x="2228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84" y="4114"/>
                        <a:pt x="4803" y="3194"/>
                        <a:pt x="4815" y="2057"/>
                      </a:cubicBezTo>
                      <a:cubicBezTo>
                        <a:pt x="4807" y="821"/>
                        <a:pt x="3791" y="0"/>
                        <a:pt x="273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4" name="Google Shape;3544;p70"/>
                <p:cNvSpPr/>
                <p:nvPr/>
              </p:nvSpPr>
              <p:spPr>
                <a:xfrm>
                  <a:off x="4922912" y="335692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63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45" name="Google Shape;3545;p70"/>
              <p:cNvGrpSpPr/>
              <p:nvPr/>
            </p:nvGrpSpPr>
            <p:grpSpPr>
              <a:xfrm>
                <a:off x="5065048" y="3738150"/>
                <a:ext cx="37783" cy="32364"/>
                <a:chOff x="5065048" y="3738150"/>
                <a:chExt cx="37783" cy="32364"/>
              </a:xfrm>
            </p:grpSpPr>
            <p:sp>
              <p:nvSpPr>
                <p:cNvPr id="3546" name="Google Shape;3546;p70"/>
                <p:cNvSpPr/>
                <p:nvPr/>
              </p:nvSpPr>
              <p:spPr>
                <a:xfrm>
                  <a:off x="5065048" y="3738150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2" y="1"/>
                      </a:moveTo>
                      <a:cubicBezTo>
                        <a:pt x="2228" y="1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7" name="Google Shape;3547;p70"/>
                <p:cNvSpPr/>
                <p:nvPr/>
              </p:nvSpPr>
              <p:spPr>
                <a:xfrm>
                  <a:off x="5077994" y="3747761"/>
                  <a:ext cx="15227" cy="13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2" extrusionOk="0">
                      <a:moveTo>
                        <a:pt x="1101" y="1"/>
                      </a:moveTo>
                      <a:cubicBezTo>
                        <a:pt x="363" y="1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2" y="1661"/>
                      </a:cubicBezTo>
                      <a:cubicBezTo>
                        <a:pt x="1528" y="1661"/>
                        <a:pt x="1936" y="1334"/>
                        <a:pt x="1936" y="836"/>
                      </a:cubicBezTo>
                      <a:cubicBezTo>
                        <a:pt x="1936" y="376"/>
                        <a:pt x="1561" y="1"/>
                        <a:pt x="110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48" name="Google Shape;3548;p70"/>
              <p:cNvGrpSpPr/>
              <p:nvPr/>
            </p:nvGrpSpPr>
            <p:grpSpPr>
              <a:xfrm>
                <a:off x="5071616" y="3284615"/>
                <a:ext cx="37783" cy="32357"/>
                <a:chOff x="5071616" y="3284615"/>
                <a:chExt cx="37783" cy="32357"/>
              </a:xfrm>
            </p:grpSpPr>
            <p:sp>
              <p:nvSpPr>
                <p:cNvPr id="3549" name="Google Shape;3549;p70"/>
                <p:cNvSpPr/>
                <p:nvPr/>
              </p:nvSpPr>
              <p:spPr>
                <a:xfrm>
                  <a:off x="5071616" y="3284615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8"/>
                        <a:pt x="1295" y="606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72" y="4114"/>
                        <a:pt x="4791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0" name="Google Shape;3550;p70"/>
                <p:cNvSpPr/>
                <p:nvPr/>
              </p:nvSpPr>
              <p:spPr>
                <a:xfrm>
                  <a:off x="5086646" y="3294320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36" y="1"/>
                      </a:moveTo>
                      <a:cubicBezTo>
                        <a:pt x="376" y="1"/>
                        <a:pt x="1" y="364"/>
                        <a:pt x="1" y="823"/>
                      </a:cubicBezTo>
                      <a:cubicBezTo>
                        <a:pt x="1" y="1283"/>
                        <a:pt x="376" y="1658"/>
                        <a:pt x="836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36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51" name="Google Shape;3551;p70"/>
              <p:cNvGrpSpPr/>
              <p:nvPr/>
            </p:nvGrpSpPr>
            <p:grpSpPr>
              <a:xfrm>
                <a:off x="5389291" y="3759921"/>
                <a:ext cx="37783" cy="32380"/>
                <a:chOff x="5389291" y="3759921"/>
                <a:chExt cx="37783" cy="32380"/>
              </a:xfrm>
            </p:grpSpPr>
            <p:sp>
              <p:nvSpPr>
                <p:cNvPr id="3552" name="Google Shape;3552;p70"/>
                <p:cNvSpPr/>
                <p:nvPr/>
              </p:nvSpPr>
              <p:spPr>
                <a:xfrm>
                  <a:off x="5389291" y="3759921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8" y="0"/>
                      </a:moveTo>
                      <a:cubicBezTo>
                        <a:pt x="2231" y="0"/>
                        <a:pt x="1715" y="188"/>
                        <a:pt x="1295" y="608"/>
                      </a:cubicBezTo>
                      <a:cubicBezTo>
                        <a:pt x="1" y="1903"/>
                        <a:pt x="920" y="4116"/>
                        <a:pt x="2747" y="4116"/>
                      </a:cubicBezTo>
                      <a:cubicBezTo>
                        <a:pt x="3884" y="4116"/>
                        <a:pt x="4803" y="3197"/>
                        <a:pt x="4803" y="2060"/>
                      </a:cubicBezTo>
                      <a:cubicBezTo>
                        <a:pt x="4803" y="817"/>
                        <a:pt x="3792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3" name="Google Shape;3553;p70"/>
                <p:cNvSpPr/>
                <p:nvPr/>
              </p:nvSpPr>
              <p:spPr>
                <a:xfrm>
                  <a:off x="5402229" y="3769555"/>
                  <a:ext cx="15235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1" extrusionOk="0">
                      <a:moveTo>
                        <a:pt x="1114" y="0"/>
                      </a:moveTo>
                      <a:cubicBezTo>
                        <a:pt x="364" y="0"/>
                        <a:pt x="1" y="895"/>
                        <a:pt x="521" y="1415"/>
                      </a:cubicBezTo>
                      <a:cubicBezTo>
                        <a:pt x="690" y="1584"/>
                        <a:pt x="899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54" name="Google Shape;3554;p70"/>
              <p:cNvGrpSpPr/>
              <p:nvPr/>
            </p:nvGrpSpPr>
            <p:grpSpPr>
              <a:xfrm>
                <a:off x="5431534" y="3632932"/>
                <a:ext cx="37878" cy="32451"/>
                <a:chOff x="5431534" y="3632932"/>
                <a:chExt cx="37878" cy="32451"/>
              </a:xfrm>
            </p:grpSpPr>
            <p:sp>
              <p:nvSpPr>
                <p:cNvPr id="3555" name="Google Shape;3555;p70"/>
                <p:cNvSpPr/>
                <p:nvPr/>
              </p:nvSpPr>
              <p:spPr>
                <a:xfrm>
                  <a:off x="5431534" y="3632932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4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899"/>
                        <a:pt x="920" y="4125"/>
                        <a:pt x="2759" y="4125"/>
                      </a:cubicBezTo>
                      <a:cubicBezTo>
                        <a:pt x="3896" y="4113"/>
                        <a:pt x="4815" y="3194"/>
                        <a:pt x="4815" y="2069"/>
                      </a:cubicBezTo>
                      <a:cubicBezTo>
                        <a:pt x="4815" y="824"/>
                        <a:pt x="3795" y="0"/>
                        <a:pt x="273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6" name="Google Shape;3556;p70"/>
                <p:cNvSpPr/>
                <p:nvPr/>
              </p:nvSpPr>
              <p:spPr>
                <a:xfrm>
                  <a:off x="5444472" y="3642638"/>
                  <a:ext cx="15235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1" extrusionOk="0">
                      <a:moveTo>
                        <a:pt x="1114" y="0"/>
                      </a:moveTo>
                      <a:cubicBezTo>
                        <a:pt x="376" y="0"/>
                        <a:pt x="1" y="895"/>
                        <a:pt x="521" y="1415"/>
                      </a:cubicBezTo>
                      <a:cubicBezTo>
                        <a:pt x="690" y="1584"/>
                        <a:pt x="899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73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57" name="Google Shape;3557;p70"/>
              <p:cNvGrpSpPr/>
              <p:nvPr/>
            </p:nvGrpSpPr>
            <p:grpSpPr>
              <a:xfrm>
                <a:off x="5540755" y="3544829"/>
                <a:ext cx="37783" cy="32357"/>
                <a:chOff x="5540755" y="3544829"/>
                <a:chExt cx="37783" cy="32357"/>
              </a:xfrm>
            </p:grpSpPr>
            <p:sp>
              <p:nvSpPr>
                <p:cNvPr id="3558" name="Google Shape;3558;p70"/>
                <p:cNvSpPr/>
                <p:nvPr/>
              </p:nvSpPr>
              <p:spPr>
                <a:xfrm>
                  <a:off x="5540755" y="3544829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9" name="Google Shape;3559;p70"/>
                <p:cNvSpPr/>
                <p:nvPr/>
              </p:nvSpPr>
              <p:spPr>
                <a:xfrm>
                  <a:off x="5553693" y="3554534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2" y="0"/>
                      </a:moveTo>
                      <a:cubicBezTo>
                        <a:pt x="364" y="0"/>
                        <a:pt x="1" y="896"/>
                        <a:pt x="521" y="1416"/>
                      </a:cubicBezTo>
                      <a:cubicBezTo>
                        <a:pt x="688" y="1583"/>
                        <a:pt x="894" y="1658"/>
                        <a:pt x="1096" y="1658"/>
                      </a:cubicBezTo>
                      <a:cubicBezTo>
                        <a:pt x="1524" y="1658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0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60" name="Google Shape;3560;p70"/>
              <p:cNvGrpSpPr/>
              <p:nvPr/>
            </p:nvGrpSpPr>
            <p:grpSpPr>
              <a:xfrm>
                <a:off x="5579293" y="3412107"/>
                <a:ext cx="37776" cy="32357"/>
                <a:chOff x="5579293" y="3412107"/>
                <a:chExt cx="37776" cy="32357"/>
              </a:xfrm>
            </p:grpSpPr>
            <p:sp>
              <p:nvSpPr>
                <p:cNvPr id="3561" name="Google Shape;3561;p70"/>
                <p:cNvSpPr/>
                <p:nvPr/>
              </p:nvSpPr>
              <p:spPr>
                <a:xfrm>
                  <a:off x="5579293" y="341210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4" y="605"/>
                      </a:cubicBezTo>
                      <a:cubicBezTo>
                        <a:pt x="0" y="1900"/>
                        <a:pt x="919" y="4114"/>
                        <a:pt x="2746" y="4114"/>
                      </a:cubicBezTo>
                      <a:cubicBezTo>
                        <a:pt x="3883" y="4114"/>
                        <a:pt x="4802" y="3194"/>
                        <a:pt x="4802" y="2057"/>
                      </a:cubicBezTo>
                      <a:cubicBezTo>
                        <a:pt x="4802" y="821"/>
                        <a:pt x="3788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2" name="Google Shape;3562;p70"/>
                <p:cNvSpPr/>
                <p:nvPr/>
              </p:nvSpPr>
              <p:spPr>
                <a:xfrm>
                  <a:off x="5594418" y="342181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75" y="1"/>
                        <a:pt x="0" y="363"/>
                        <a:pt x="0" y="823"/>
                      </a:cubicBezTo>
                      <a:cubicBezTo>
                        <a:pt x="0" y="1283"/>
                        <a:pt x="375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63" name="Google Shape;3563;p70"/>
              <p:cNvGrpSpPr/>
              <p:nvPr/>
            </p:nvGrpSpPr>
            <p:grpSpPr>
              <a:xfrm>
                <a:off x="5801346" y="3284615"/>
                <a:ext cx="37783" cy="32357"/>
                <a:chOff x="5801346" y="3284615"/>
                <a:chExt cx="37783" cy="32357"/>
              </a:xfrm>
            </p:grpSpPr>
            <p:sp>
              <p:nvSpPr>
                <p:cNvPr id="3564" name="Google Shape;3564;p70"/>
                <p:cNvSpPr/>
                <p:nvPr/>
              </p:nvSpPr>
              <p:spPr>
                <a:xfrm>
                  <a:off x="5801346" y="3284615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84" y="4114"/>
                        <a:pt x="4803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5" name="Google Shape;3565;p70"/>
                <p:cNvSpPr/>
                <p:nvPr/>
              </p:nvSpPr>
              <p:spPr>
                <a:xfrm>
                  <a:off x="5816478" y="3294320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5" y="1"/>
                        <a:pt x="0" y="364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66" name="Google Shape;3566;p70"/>
              <p:cNvGrpSpPr/>
              <p:nvPr/>
            </p:nvGrpSpPr>
            <p:grpSpPr>
              <a:xfrm>
                <a:off x="5763578" y="3399067"/>
                <a:ext cx="37776" cy="32364"/>
                <a:chOff x="5763578" y="3399067"/>
                <a:chExt cx="37776" cy="32364"/>
              </a:xfrm>
            </p:grpSpPr>
            <p:sp>
              <p:nvSpPr>
                <p:cNvPr id="3567" name="Google Shape;3567;p70"/>
                <p:cNvSpPr/>
                <p:nvPr/>
              </p:nvSpPr>
              <p:spPr>
                <a:xfrm>
                  <a:off x="5763578" y="3399067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2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8" name="Google Shape;3568;p70"/>
                <p:cNvSpPr/>
                <p:nvPr/>
              </p:nvSpPr>
              <p:spPr>
                <a:xfrm>
                  <a:off x="5776516" y="3408780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1" y="0"/>
                      </a:moveTo>
                      <a:cubicBezTo>
                        <a:pt x="364" y="0"/>
                        <a:pt x="1" y="895"/>
                        <a:pt x="521" y="1416"/>
                      </a:cubicBezTo>
                      <a:cubicBezTo>
                        <a:pt x="688" y="1583"/>
                        <a:pt x="894" y="1657"/>
                        <a:pt x="1096" y="1657"/>
                      </a:cubicBezTo>
                      <a:cubicBezTo>
                        <a:pt x="1524" y="1657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69" name="Google Shape;3569;p70"/>
              <p:cNvGrpSpPr/>
              <p:nvPr/>
            </p:nvGrpSpPr>
            <p:grpSpPr>
              <a:xfrm>
                <a:off x="5395858" y="3230952"/>
                <a:ext cx="37776" cy="32364"/>
                <a:chOff x="5395858" y="3230952"/>
                <a:chExt cx="37776" cy="32364"/>
              </a:xfrm>
            </p:grpSpPr>
            <p:sp>
              <p:nvSpPr>
                <p:cNvPr id="3570" name="Google Shape;3570;p70"/>
                <p:cNvSpPr/>
                <p:nvPr/>
              </p:nvSpPr>
              <p:spPr>
                <a:xfrm>
                  <a:off x="5395858" y="3230952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2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1" name="Google Shape;3571;p70"/>
                <p:cNvSpPr/>
                <p:nvPr/>
              </p:nvSpPr>
              <p:spPr>
                <a:xfrm>
                  <a:off x="5408702" y="3240571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0"/>
                      </a:moveTo>
                      <a:cubicBezTo>
                        <a:pt x="375" y="0"/>
                        <a:pt x="0" y="895"/>
                        <a:pt x="521" y="1416"/>
                      </a:cubicBezTo>
                      <a:cubicBezTo>
                        <a:pt x="690" y="1585"/>
                        <a:pt x="898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72" name="Google Shape;3572;p70"/>
              <p:cNvGrpSpPr/>
              <p:nvPr/>
            </p:nvGrpSpPr>
            <p:grpSpPr>
              <a:xfrm>
                <a:off x="5264088" y="3188237"/>
                <a:ext cx="37776" cy="32357"/>
                <a:chOff x="5264088" y="3188237"/>
                <a:chExt cx="37776" cy="32357"/>
              </a:xfrm>
            </p:grpSpPr>
            <p:sp>
              <p:nvSpPr>
                <p:cNvPr id="3573" name="Google Shape;3573;p70"/>
                <p:cNvSpPr/>
                <p:nvPr/>
              </p:nvSpPr>
              <p:spPr>
                <a:xfrm>
                  <a:off x="5264088" y="318823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8"/>
                        <a:pt x="1295" y="606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4" name="Google Shape;3574;p70"/>
                <p:cNvSpPr/>
                <p:nvPr/>
              </p:nvSpPr>
              <p:spPr>
                <a:xfrm>
                  <a:off x="5279212" y="3197943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64" y="1"/>
                        <a:pt x="1" y="376"/>
                        <a:pt x="1" y="823"/>
                      </a:cubicBezTo>
                      <a:cubicBezTo>
                        <a:pt x="1" y="1283"/>
                        <a:pt x="364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75" name="Google Shape;3575;p70"/>
              <p:cNvGrpSpPr/>
              <p:nvPr/>
            </p:nvGrpSpPr>
            <p:grpSpPr>
              <a:xfrm>
                <a:off x="5585758" y="3237425"/>
                <a:ext cx="37878" cy="32357"/>
                <a:chOff x="5585758" y="3237425"/>
                <a:chExt cx="37878" cy="32357"/>
              </a:xfrm>
            </p:grpSpPr>
            <p:sp>
              <p:nvSpPr>
                <p:cNvPr id="3576" name="Google Shape;3576;p70"/>
                <p:cNvSpPr/>
                <p:nvPr/>
              </p:nvSpPr>
              <p:spPr>
                <a:xfrm>
                  <a:off x="5585758" y="3237425"/>
                  <a:ext cx="37878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14" extrusionOk="0">
                      <a:moveTo>
                        <a:pt x="2744" y="0"/>
                      </a:moveTo>
                      <a:cubicBezTo>
                        <a:pt x="2240" y="0"/>
                        <a:pt x="1725" y="188"/>
                        <a:pt x="1307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96" y="4114"/>
                        <a:pt x="4815" y="3195"/>
                        <a:pt x="4815" y="2057"/>
                      </a:cubicBezTo>
                      <a:cubicBezTo>
                        <a:pt x="4815" y="821"/>
                        <a:pt x="3801" y="0"/>
                        <a:pt x="274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7" name="Google Shape;3577;p70"/>
                <p:cNvSpPr/>
                <p:nvPr/>
              </p:nvSpPr>
              <p:spPr>
                <a:xfrm>
                  <a:off x="5598696" y="3247130"/>
                  <a:ext cx="15235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9" extrusionOk="0">
                      <a:moveTo>
                        <a:pt x="1114" y="1"/>
                      </a:moveTo>
                      <a:cubicBezTo>
                        <a:pt x="376" y="1"/>
                        <a:pt x="1" y="896"/>
                        <a:pt x="521" y="1416"/>
                      </a:cubicBezTo>
                      <a:cubicBezTo>
                        <a:pt x="692" y="1583"/>
                        <a:pt x="899" y="1658"/>
                        <a:pt x="1102" y="1658"/>
                      </a:cubicBezTo>
                      <a:cubicBezTo>
                        <a:pt x="1529" y="1658"/>
                        <a:pt x="1936" y="1324"/>
                        <a:pt x="1936" y="823"/>
                      </a:cubicBezTo>
                      <a:cubicBezTo>
                        <a:pt x="1936" y="376"/>
                        <a:pt x="1573" y="1"/>
                        <a:pt x="111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78" name="Google Shape;3578;p70"/>
              <p:cNvGrpSpPr/>
              <p:nvPr/>
            </p:nvGrpSpPr>
            <p:grpSpPr>
              <a:xfrm>
                <a:off x="4874196" y="3291088"/>
                <a:ext cx="37878" cy="32451"/>
                <a:chOff x="4874196" y="3291088"/>
                <a:chExt cx="37878" cy="32451"/>
              </a:xfrm>
            </p:grpSpPr>
            <p:sp>
              <p:nvSpPr>
                <p:cNvPr id="3579" name="Google Shape;3579;p70"/>
                <p:cNvSpPr/>
                <p:nvPr/>
              </p:nvSpPr>
              <p:spPr>
                <a:xfrm>
                  <a:off x="4874196" y="3291088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9" y="0"/>
                      </a:moveTo>
                      <a:cubicBezTo>
                        <a:pt x="2233" y="0"/>
                        <a:pt x="1717" y="188"/>
                        <a:pt x="1295" y="605"/>
                      </a:cubicBezTo>
                      <a:cubicBezTo>
                        <a:pt x="1" y="1900"/>
                        <a:pt x="920" y="4126"/>
                        <a:pt x="2759" y="4126"/>
                      </a:cubicBezTo>
                      <a:cubicBezTo>
                        <a:pt x="3884" y="4113"/>
                        <a:pt x="4803" y="3206"/>
                        <a:pt x="4815" y="2069"/>
                      </a:cubicBezTo>
                      <a:cubicBezTo>
                        <a:pt x="4815" y="824"/>
                        <a:pt x="3800" y="0"/>
                        <a:pt x="273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0" name="Google Shape;3580;p70"/>
                <p:cNvSpPr/>
                <p:nvPr/>
              </p:nvSpPr>
              <p:spPr>
                <a:xfrm>
                  <a:off x="4889328" y="3300793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7" y="1283"/>
                        <a:pt x="1657" y="835"/>
                      </a:cubicBezTo>
                      <a:cubicBezTo>
                        <a:pt x="1657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81" name="Google Shape;3581;p70"/>
              <p:cNvGrpSpPr/>
              <p:nvPr/>
            </p:nvGrpSpPr>
            <p:grpSpPr>
              <a:xfrm>
                <a:off x="5197770" y="3785466"/>
                <a:ext cx="37783" cy="32427"/>
                <a:chOff x="5197770" y="3785466"/>
                <a:chExt cx="37783" cy="32427"/>
              </a:xfrm>
            </p:grpSpPr>
            <p:sp>
              <p:nvSpPr>
                <p:cNvPr id="3582" name="Google Shape;3582;p70"/>
                <p:cNvSpPr/>
                <p:nvPr/>
              </p:nvSpPr>
              <p:spPr>
                <a:xfrm>
                  <a:off x="5197770" y="3785466"/>
                  <a:ext cx="37783" cy="32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3" extrusionOk="0">
                      <a:moveTo>
                        <a:pt x="2738" y="1"/>
                      </a:moveTo>
                      <a:cubicBezTo>
                        <a:pt x="2232" y="1"/>
                        <a:pt x="1715" y="190"/>
                        <a:pt x="1295" y="614"/>
                      </a:cubicBezTo>
                      <a:cubicBezTo>
                        <a:pt x="1" y="1909"/>
                        <a:pt x="908" y="4122"/>
                        <a:pt x="2747" y="4122"/>
                      </a:cubicBezTo>
                      <a:cubicBezTo>
                        <a:pt x="3884" y="4122"/>
                        <a:pt x="4803" y="3203"/>
                        <a:pt x="4803" y="2066"/>
                      </a:cubicBezTo>
                      <a:cubicBezTo>
                        <a:pt x="4803" y="824"/>
                        <a:pt x="3793" y="1"/>
                        <a:pt x="273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3" name="Google Shape;3583;p70"/>
                <p:cNvSpPr/>
                <p:nvPr/>
              </p:nvSpPr>
              <p:spPr>
                <a:xfrm>
                  <a:off x="5212808" y="379514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4"/>
                        <a:pt x="375" y="1657"/>
                        <a:pt x="835" y="1657"/>
                      </a:cubicBezTo>
                      <a:cubicBezTo>
                        <a:pt x="1295" y="1657"/>
                        <a:pt x="1657" y="1294"/>
                        <a:pt x="1657" y="835"/>
                      </a:cubicBezTo>
                      <a:cubicBezTo>
                        <a:pt x="1657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84" name="Google Shape;3584;p70"/>
              <p:cNvGrpSpPr/>
              <p:nvPr/>
            </p:nvGrpSpPr>
            <p:grpSpPr>
              <a:xfrm>
                <a:off x="5177699" y="3492117"/>
                <a:ext cx="37776" cy="32357"/>
                <a:chOff x="5177699" y="3492117"/>
                <a:chExt cx="37776" cy="32357"/>
              </a:xfrm>
            </p:grpSpPr>
            <p:sp>
              <p:nvSpPr>
                <p:cNvPr id="3585" name="Google Shape;3585;p70"/>
                <p:cNvSpPr/>
                <p:nvPr/>
              </p:nvSpPr>
              <p:spPr>
                <a:xfrm>
                  <a:off x="5177699" y="349211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6" y="1"/>
                      </a:moveTo>
                      <a:cubicBezTo>
                        <a:pt x="2232" y="1"/>
                        <a:pt x="1717" y="188"/>
                        <a:pt x="1295" y="606"/>
                      </a:cubicBezTo>
                      <a:cubicBezTo>
                        <a:pt x="1" y="1900"/>
                        <a:pt x="920" y="4114"/>
                        <a:pt x="2746" y="4114"/>
                      </a:cubicBezTo>
                      <a:cubicBezTo>
                        <a:pt x="3884" y="4114"/>
                        <a:pt x="4803" y="3195"/>
                        <a:pt x="4803" y="2070"/>
                      </a:cubicBezTo>
                      <a:cubicBezTo>
                        <a:pt x="4803" y="824"/>
                        <a:pt x="3793" y="1"/>
                        <a:pt x="273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6" name="Google Shape;3586;p70"/>
                <p:cNvSpPr/>
                <p:nvPr/>
              </p:nvSpPr>
              <p:spPr>
                <a:xfrm>
                  <a:off x="5192823" y="3501823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76" y="1"/>
                        <a:pt x="1" y="364"/>
                        <a:pt x="1" y="823"/>
                      </a:cubicBezTo>
                      <a:cubicBezTo>
                        <a:pt x="1" y="1283"/>
                        <a:pt x="376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87" name="Google Shape;3587;p70"/>
              <p:cNvGrpSpPr/>
              <p:nvPr/>
            </p:nvGrpSpPr>
            <p:grpSpPr>
              <a:xfrm>
                <a:off x="5349431" y="3622346"/>
                <a:ext cx="37870" cy="32380"/>
                <a:chOff x="5349431" y="3622346"/>
                <a:chExt cx="37870" cy="32380"/>
              </a:xfrm>
            </p:grpSpPr>
            <p:sp>
              <p:nvSpPr>
                <p:cNvPr id="3588" name="Google Shape;3588;p70"/>
                <p:cNvSpPr/>
                <p:nvPr/>
              </p:nvSpPr>
              <p:spPr>
                <a:xfrm>
                  <a:off x="5349431" y="3622346"/>
                  <a:ext cx="37870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7" extrusionOk="0">
                      <a:moveTo>
                        <a:pt x="2740" y="0"/>
                      </a:moveTo>
                      <a:cubicBezTo>
                        <a:pt x="2232" y="0"/>
                        <a:pt x="1714" y="189"/>
                        <a:pt x="1295" y="608"/>
                      </a:cubicBezTo>
                      <a:cubicBezTo>
                        <a:pt x="0" y="1903"/>
                        <a:pt x="920" y="4116"/>
                        <a:pt x="2758" y="4116"/>
                      </a:cubicBezTo>
                      <a:cubicBezTo>
                        <a:pt x="3883" y="4116"/>
                        <a:pt x="4815" y="3197"/>
                        <a:pt x="4815" y="2060"/>
                      </a:cubicBezTo>
                      <a:cubicBezTo>
                        <a:pt x="4815" y="817"/>
                        <a:pt x="3798" y="0"/>
                        <a:pt x="274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9" name="Google Shape;3589;p70"/>
                <p:cNvSpPr/>
                <p:nvPr/>
              </p:nvSpPr>
              <p:spPr>
                <a:xfrm>
                  <a:off x="5362369" y="3632075"/>
                  <a:ext cx="15227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8" extrusionOk="0">
                      <a:moveTo>
                        <a:pt x="1134" y="0"/>
                      </a:moveTo>
                      <a:cubicBezTo>
                        <a:pt x="1127" y="0"/>
                        <a:pt x="1120" y="0"/>
                        <a:pt x="1113" y="0"/>
                      </a:cubicBezTo>
                      <a:cubicBezTo>
                        <a:pt x="363" y="0"/>
                        <a:pt x="0" y="883"/>
                        <a:pt x="521" y="1416"/>
                      </a:cubicBezTo>
                      <a:cubicBezTo>
                        <a:pt x="691" y="1583"/>
                        <a:pt x="899" y="1657"/>
                        <a:pt x="1101" y="1657"/>
                      </a:cubicBezTo>
                      <a:cubicBezTo>
                        <a:pt x="1529" y="1657"/>
                        <a:pt x="1936" y="1324"/>
                        <a:pt x="1936" y="823"/>
                      </a:cubicBezTo>
                      <a:cubicBezTo>
                        <a:pt x="1936" y="370"/>
                        <a:pt x="1573" y="0"/>
                        <a:pt x="113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90" name="Google Shape;3590;p70"/>
              <p:cNvGrpSpPr/>
              <p:nvPr/>
            </p:nvGrpSpPr>
            <p:grpSpPr>
              <a:xfrm>
                <a:off x="5068855" y="3563980"/>
                <a:ext cx="53954" cy="46223"/>
                <a:chOff x="5068855" y="3563980"/>
                <a:chExt cx="53954" cy="46223"/>
              </a:xfrm>
            </p:grpSpPr>
            <p:sp>
              <p:nvSpPr>
                <p:cNvPr id="3591" name="Google Shape;3591;p70"/>
                <p:cNvSpPr/>
                <p:nvPr/>
              </p:nvSpPr>
              <p:spPr>
                <a:xfrm>
                  <a:off x="5068855" y="3563980"/>
                  <a:ext cx="53954" cy="46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0" h="5877" extrusionOk="0">
                      <a:moveTo>
                        <a:pt x="3909" y="0"/>
                      </a:moveTo>
                      <a:cubicBezTo>
                        <a:pt x="3187" y="0"/>
                        <a:pt x="2451" y="269"/>
                        <a:pt x="1852" y="868"/>
                      </a:cubicBezTo>
                      <a:cubicBezTo>
                        <a:pt x="1" y="2719"/>
                        <a:pt x="1307" y="5876"/>
                        <a:pt x="3920" y="5876"/>
                      </a:cubicBezTo>
                      <a:cubicBezTo>
                        <a:pt x="5541" y="5876"/>
                        <a:pt x="6848" y="4558"/>
                        <a:pt x="6860" y="2937"/>
                      </a:cubicBezTo>
                      <a:cubicBezTo>
                        <a:pt x="6860" y="1170"/>
                        <a:pt x="5416" y="0"/>
                        <a:pt x="390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2" name="Google Shape;3592;p70"/>
                <p:cNvSpPr/>
                <p:nvPr/>
              </p:nvSpPr>
              <p:spPr>
                <a:xfrm>
                  <a:off x="5086268" y="3573654"/>
                  <a:ext cx="26835" cy="26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" h="3413" extrusionOk="0">
                      <a:moveTo>
                        <a:pt x="1706" y="1"/>
                      </a:moveTo>
                      <a:cubicBezTo>
                        <a:pt x="763" y="1"/>
                        <a:pt x="1" y="763"/>
                        <a:pt x="1" y="1707"/>
                      </a:cubicBezTo>
                      <a:cubicBezTo>
                        <a:pt x="1" y="2650"/>
                        <a:pt x="763" y="3412"/>
                        <a:pt x="1706" y="3412"/>
                      </a:cubicBezTo>
                      <a:cubicBezTo>
                        <a:pt x="2650" y="3412"/>
                        <a:pt x="3412" y="2650"/>
                        <a:pt x="3412" y="1707"/>
                      </a:cubicBezTo>
                      <a:cubicBezTo>
                        <a:pt x="3412" y="763"/>
                        <a:pt x="2650" y="1"/>
                        <a:pt x="1706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93" name="Google Shape;3593;p70"/>
              <p:cNvGrpSpPr/>
              <p:nvPr/>
            </p:nvGrpSpPr>
            <p:grpSpPr>
              <a:xfrm>
                <a:off x="5037654" y="3392507"/>
                <a:ext cx="37870" cy="32451"/>
                <a:chOff x="5037654" y="3392507"/>
                <a:chExt cx="37870" cy="32451"/>
              </a:xfrm>
            </p:grpSpPr>
            <p:sp>
              <p:nvSpPr>
                <p:cNvPr id="3594" name="Google Shape;3594;p70"/>
                <p:cNvSpPr/>
                <p:nvPr/>
              </p:nvSpPr>
              <p:spPr>
                <a:xfrm>
                  <a:off x="5037654" y="3392507"/>
                  <a:ext cx="37870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26" extrusionOk="0">
                      <a:moveTo>
                        <a:pt x="2742" y="1"/>
                      </a:moveTo>
                      <a:cubicBezTo>
                        <a:pt x="2238" y="1"/>
                        <a:pt x="1724" y="188"/>
                        <a:pt x="1307" y="606"/>
                      </a:cubicBezTo>
                      <a:cubicBezTo>
                        <a:pt x="0" y="1912"/>
                        <a:pt x="919" y="4126"/>
                        <a:pt x="2758" y="4126"/>
                      </a:cubicBezTo>
                      <a:cubicBezTo>
                        <a:pt x="3895" y="4114"/>
                        <a:pt x="4815" y="3194"/>
                        <a:pt x="4815" y="2069"/>
                      </a:cubicBezTo>
                      <a:cubicBezTo>
                        <a:pt x="4815" y="824"/>
                        <a:pt x="3799" y="1"/>
                        <a:pt x="274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5" name="Google Shape;3595;p70"/>
                <p:cNvSpPr/>
                <p:nvPr/>
              </p:nvSpPr>
              <p:spPr>
                <a:xfrm>
                  <a:off x="5050592" y="3402213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3" y="1661"/>
                      </a:cubicBezTo>
                      <a:cubicBezTo>
                        <a:pt x="1528" y="1661"/>
                        <a:pt x="1936" y="1333"/>
                        <a:pt x="1936" y="835"/>
                      </a:cubicBezTo>
                      <a:cubicBezTo>
                        <a:pt x="1936" y="376"/>
                        <a:pt x="1573" y="1"/>
                        <a:pt x="111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96" name="Google Shape;3596;p70"/>
              <p:cNvGrpSpPr/>
              <p:nvPr/>
            </p:nvGrpSpPr>
            <p:grpSpPr>
              <a:xfrm>
                <a:off x="5456560" y="3368629"/>
                <a:ext cx="37870" cy="32451"/>
                <a:chOff x="5456560" y="3368629"/>
                <a:chExt cx="37870" cy="32451"/>
              </a:xfrm>
            </p:grpSpPr>
            <p:sp>
              <p:nvSpPr>
                <p:cNvPr id="3597" name="Google Shape;3597;p70"/>
                <p:cNvSpPr/>
                <p:nvPr/>
              </p:nvSpPr>
              <p:spPr>
                <a:xfrm>
                  <a:off x="5456560" y="3368629"/>
                  <a:ext cx="37870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26" extrusionOk="0">
                      <a:moveTo>
                        <a:pt x="2742" y="0"/>
                      </a:moveTo>
                      <a:cubicBezTo>
                        <a:pt x="2238" y="0"/>
                        <a:pt x="1724" y="187"/>
                        <a:pt x="1307" y="605"/>
                      </a:cubicBezTo>
                      <a:cubicBezTo>
                        <a:pt x="0" y="1912"/>
                        <a:pt x="920" y="4125"/>
                        <a:pt x="2758" y="4125"/>
                      </a:cubicBezTo>
                      <a:cubicBezTo>
                        <a:pt x="3895" y="4113"/>
                        <a:pt x="4815" y="3194"/>
                        <a:pt x="4815" y="2069"/>
                      </a:cubicBezTo>
                      <a:cubicBezTo>
                        <a:pt x="4815" y="824"/>
                        <a:pt x="3800" y="0"/>
                        <a:pt x="274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8" name="Google Shape;3598;p70"/>
                <p:cNvSpPr/>
                <p:nvPr/>
              </p:nvSpPr>
              <p:spPr>
                <a:xfrm>
                  <a:off x="5469498" y="3378334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0"/>
                      </a:moveTo>
                      <a:cubicBezTo>
                        <a:pt x="375" y="0"/>
                        <a:pt x="0" y="895"/>
                        <a:pt x="520" y="1416"/>
                      </a:cubicBezTo>
                      <a:cubicBezTo>
                        <a:pt x="693" y="1585"/>
                        <a:pt x="903" y="1660"/>
                        <a:pt x="1108" y="1660"/>
                      </a:cubicBezTo>
                      <a:cubicBezTo>
                        <a:pt x="1533" y="1660"/>
                        <a:pt x="1936" y="1333"/>
                        <a:pt x="1936" y="835"/>
                      </a:cubicBezTo>
                      <a:cubicBezTo>
                        <a:pt x="1936" y="375"/>
                        <a:pt x="1573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99" name="Google Shape;3599;p70"/>
              <p:cNvGrpSpPr/>
              <p:nvPr/>
            </p:nvGrpSpPr>
            <p:grpSpPr>
              <a:xfrm>
                <a:off x="4755749" y="3501516"/>
                <a:ext cx="46246" cy="39608"/>
                <a:chOff x="4755749" y="3501516"/>
                <a:chExt cx="46246" cy="39608"/>
              </a:xfrm>
            </p:grpSpPr>
            <p:sp>
              <p:nvSpPr>
                <p:cNvPr id="3600" name="Google Shape;3600;p70"/>
                <p:cNvSpPr/>
                <p:nvPr/>
              </p:nvSpPr>
              <p:spPr>
                <a:xfrm>
                  <a:off x="4755749" y="3501516"/>
                  <a:ext cx="46246" cy="39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0" h="5036" extrusionOk="0">
                      <a:moveTo>
                        <a:pt x="3345" y="0"/>
                      </a:moveTo>
                      <a:cubicBezTo>
                        <a:pt x="2727" y="0"/>
                        <a:pt x="2097" y="229"/>
                        <a:pt x="1585" y="741"/>
                      </a:cubicBezTo>
                      <a:cubicBezTo>
                        <a:pt x="0" y="2326"/>
                        <a:pt x="1125" y="5036"/>
                        <a:pt x="3363" y="5036"/>
                      </a:cubicBezTo>
                      <a:cubicBezTo>
                        <a:pt x="4754" y="5036"/>
                        <a:pt x="5879" y="3911"/>
                        <a:pt x="5879" y="2520"/>
                      </a:cubicBezTo>
                      <a:cubicBezTo>
                        <a:pt x="5879" y="1005"/>
                        <a:pt x="4638" y="0"/>
                        <a:pt x="334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01" name="Google Shape;3601;p70"/>
                <p:cNvSpPr/>
                <p:nvPr/>
              </p:nvSpPr>
              <p:spPr>
                <a:xfrm>
                  <a:off x="4768687" y="3511245"/>
                  <a:ext cx="23697" cy="20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3" h="2571" extrusionOk="0">
                      <a:moveTo>
                        <a:pt x="1718" y="0"/>
                      </a:moveTo>
                      <a:cubicBezTo>
                        <a:pt x="569" y="0"/>
                        <a:pt x="0" y="1379"/>
                        <a:pt x="811" y="2190"/>
                      </a:cubicBezTo>
                      <a:cubicBezTo>
                        <a:pt x="1074" y="2453"/>
                        <a:pt x="1398" y="2571"/>
                        <a:pt x="1715" y="2571"/>
                      </a:cubicBezTo>
                      <a:cubicBezTo>
                        <a:pt x="2377" y="2571"/>
                        <a:pt x="3013" y="2059"/>
                        <a:pt x="3013" y="1283"/>
                      </a:cubicBezTo>
                      <a:cubicBezTo>
                        <a:pt x="3013" y="581"/>
                        <a:pt x="2432" y="0"/>
                        <a:pt x="1718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02" name="Google Shape;3602;p70"/>
              <p:cNvGrpSpPr/>
              <p:nvPr/>
            </p:nvGrpSpPr>
            <p:grpSpPr>
              <a:xfrm>
                <a:off x="4681346" y="3485582"/>
                <a:ext cx="37783" cy="32427"/>
                <a:chOff x="4681346" y="3485582"/>
                <a:chExt cx="37783" cy="32427"/>
              </a:xfrm>
            </p:grpSpPr>
            <p:sp>
              <p:nvSpPr>
                <p:cNvPr id="3603" name="Google Shape;3603;p70"/>
                <p:cNvSpPr/>
                <p:nvPr/>
              </p:nvSpPr>
              <p:spPr>
                <a:xfrm>
                  <a:off x="4681346" y="3485582"/>
                  <a:ext cx="37783" cy="32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3" extrusionOk="0">
                      <a:moveTo>
                        <a:pt x="2738" y="1"/>
                      </a:moveTo>
                      <a:cubicBezTo>
                        <a:pt x="2231" y="1"/>
                        <a:pt x="1715" y="191"/>
                        <a:pt x="1295" y="614"/>
                      </a:cubicBezTo>
                      <a:cubicBezTo>
                        <a:pt x="1" y="1909"/>
                        <a:pt x="920" y="4122"/>
                        <a:pt x="2747" y="4122"/>
                      </a:cubicBezTo>
                      <a:cubicBezTo>
                        <a:pt x="3884" y="4122"/>
                        <a:pt x="4803" y="3203"/>
                        <a:pt x="4803" y="2066"/>
                      </a:cubicBezTo>
                      <a:cubicBezTo>
                        <a:pt x="4803" y="824"/>
                        <a:pt x="3793" y="1"/>
                        <a:pt x="273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04" name="Google Shape;3604;p70"/>
                <p:cNvSpPr/>
                <p:nvPr/>
              </p:nvSpPr>
              <p:spPr>
                <a:xfrm>
                  <a:off x="4696479" y="3495263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0" y="375"/>
                        <a:pt x="0" y="835"/>
                      </a:cubicBezTo>
                      <a:cubicBezTo>
                        <a:pt x="0" y="1295"/>
                        <a:pt x="363" y="1657"/>
                        <a:pt x="823" y="1657"/>
                      </a:cubicBezTo>
                      <a:cubicBezTo>
                        <a:pt x="1282" y="1657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05" name="Google Shape;3605;p70"/>
              <p:cNvGrpSpPr/>
              <p:nvPr/>
            </p:nvGrpSpPr>
            <p:grpSpPr>
              <a:xfrm>
                <a:off x="4767067" y="3291088"/>
                <a:ext cx="37878" cy="32451"/>
                <a:chOff x="4767067" y="3291088"/>
                <a:chExt cx="37878" cy="32451"/>
              </a:xfrm>
            </p:grpSpPr>
            <p:sp>
              <p:nvSpPr>
                <p:cNvPr id="3606" name="Google Shape;3606;p70"/>
                <p:cNvSpPr/>
                <p:nvPr/>
              </p:nvSpPr>
              <p:spPr>
                <a:xfrm>
                  <a:off x="4767067" y="3291088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9" y="0"/>
                      </a:moveTo>
                      <a:cubicBezTo>
                        <a:pt x="2233" y="0"/>
                        <a:pt x="1717" y="188"/>
                        <a:pt x="1295" y="605"/>
                      </a:cubicBezTo>
                      <a:cubicBezTo>
                        <a:pt x="1" y="1900"/>
                        <a:pt x="920" y="4126"/>
                        <a:pt x="2759" y="4126"/>
                      </a:cubicBezTo>
                      <a:cubicBezTo>
                        <a:pt x="3884" y="4113"/>
                        <a:pt x="4803" y="3206"/>
                        <a:pt x="4815" y="2069"/>
                      </a:cubicBezTo>
                      <a:cubicBezTo>
                        <a:pt x="4815" y="824"/>
                        <a:pt x="3800" y="0"/>
                        <a:pt x="273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07" name="Google Shape;3607;p70"/>
                <p:cNvSpPr/>
                <p:nvPr/>
              </p:nvSpPr>
              <p:spPr>
                <a:xfrm>
                  <a:off x="4780036" y="3300888"/>
                  <a:ext cx="15203" cy="13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3" h="1654" extrusionOk="0">
                      <a:moveTo>
                        <a:pt x="1131" y="0"/>
                      </a:moveTo>
                      <a:cubicBezTo>
                        <a:pt x="1124" y="0"/>
                        <a:pt x="1117" y="0"/>
                        <a:pt x="1110" y="1"/>
                      </a:cubicBezTo>
                      <a:cubicBezTo>
                        <a:pt x="1105" y="0"/>
                        <a:pt x="1100" y="0"/>
                        <a:pt x="1095" y="0"/>
                      </a:cubicBezTo>
                      <a:cubicBezTo>
                        <a:pt x="367" y="0"/>
                        <a:pt x="0" y="887"/>
                        <a:pt x="517" y="1404"/>
                      </a:cubicBezTo>
                      <a:cubicBezTo>
                        <a:pt x="686" y="1577"/>
                        <a:pt x="895" y="1654"/>
                        <a:pt x="1100" y="1654"/>
                      </a:cubicBezTo>
                      <a:cubicBezTo>
                        <a:pt x="1525" y="1654"/>
                        <a:pt x="1932" y="1321"/>
                        <a:pt x="1932" y="823"/>
                      </a:cubicBezTo>
                      <a:cubicBezTo>
                        <a:pt x="1932" y="371"/>
                        <a:pt x="1569" y="0"/>
                        <a:pt x="113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08" name="Google Shape;3608;p70"/>
              <p:cNvGrpSpPr/>
              <p:nvPr/>
            </p:nvGrpSpPr>
            <p:grpSpPr>
              <a:xfrm>
                <a:off x="4687819" y="3405539"/>
                <a:ext cx="37776" cy="32451"/>
                <a:chOff x="4687819" y="3405539"/>
                <a:chExt cx="37776" cy="32451"/>
              </a:xfrm>
            </p:grpSpPr>
            <p:sp>
              <p:nvSpPr>
                <p:cNvPr id="3609" name="Google Shape;3609;p70"/>
                <p:cNvSpPr/>
                <p:nvPr/>
              </p:nvSpPr>
              <p:spPr>
                <a:xfrm>
                  <a:off x="4687819" y="3405539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1"/>
                      </a:moveTo>
                      <a:cubicBezTo>
                        <a:pt x="2226" y="1"/>
                        <a:pt x="1712" y="188"/>
                        <a:pt x="1295" y="606"/>
                      </a:cubicBezTo>
                      <a:cubicBezTo>
                        <a:pt x="0" y="1912"/>
                        <a:pt x="920" y="4126"/>
                        <a:pt x="2758" y="4126"/>
                      </a:cubicBezTo>
                      <a:cubicBezTo>
                        <a:pt x="3883" y="4114"/>
                        <a:pt x="4803" y="3195"/>
                        <a:pt x="4803" y="2070"/>
                      </a:cubicBezTo>
                      <a:cubicBezTo>
                        <a:pt x="4803" y="824"/>
                        <a:pt x="3787" y="1"/>
                        <a:pt x="273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0" name="Google Shape;3610;p70"/>
                <p:cNvSpPr/>
                <p:nvPr/>
              </p:nvSpPr>
              <p:spPr>
                <a:xfrm>
                  <a:off x="4702944" y="3415245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76" y="1"/>
                        <a:pt x="1" y="376"/>
                        <a:pt x="1" y="836"/>
                      </a:cubicBezTo>
                      <a:cubicBezTo>
                        <a:pt x="1" y="1295"/>
                        <a:pt x="376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6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11" name="Google Shape;3611;p70"/>
              <p:cNvGrpSpPr/>
              <p:nvPr/>
            </p:nvGrpSpPr>
            <p:grpSpPr>
              <a:xfrm>
                <a:off x="4923101" y="3444809"/>
                <a:ext cx="52813" cy="45318"/>
                <a:chOff x="4923101" y="3444809"/>
                <a:chExt cx="52813" cy="45318"/>
              </a:xfrm>
            </p:grpSpPr>
            <p:sp>
              <p:nvSpPr>
                <p:cNvPr id="3612" name="Google Shape;3612;p70"/>
                <p:cNvSpPr/>
                <p:nvPr/>
              </p:nvSpPr>
              <p:spPr>
                <a:xfrm>
                  <a:off x="4923101" y="3444809"/>
                  <a:ext cx="52813" cy="45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5" h="5762" extrusionOk="0">
                      <a:moveTo>
                        <a:pt x="3823" y="1"/>
                      </a:moveTo>
                      <a:cubicBezTo>
                        <a:pt x="3117" y="1"/>
                        <a:pt x="2398" y="263"/>
                        <a:pt x="1815" y="851"/>
                      </a:cubicBezTo>
                      <a:cubicBezTo>
                        <a:pt x="1" y="2665"/>
                        <a:pt x="1283" y="5762"/>
                        <a:pt x="3847" y="5762"/>
                      </a:cubicBezTo>
                      <a:cubicBezTo>
                        <a:pt x="5432" y="5762"/>
                        <a:pt x="6714" y="4468"/>
                        <a:pt x="6714" y="2883"/>
                      </a:cubicBezTo>
                      <a:cubicBezTo>
                        <a:pt x="6714" y="1148"/>
                        <a:pt x="5298" y="1"/>
                        <a:pt x="382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3" name="Google Shape;3613;p70"/>
                <p:cNvSpPr/>
                <p:nvPr/>
              </p:nvSpPr>
              <p:spPr>
                <a:xfrm>
                  <a:off x="4936039" y="3454538"/>
                  <a:ext cx="30265" cy="25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8" h="3295" extrusionOk="0">
                      <a:moveTo>
                        <a:pt x="2202" y="1"/>
                      </a:moveTo>
                      <a:cubicBezTo>
                        <a:pt x="727" y="1"/>
                        <a:pt x="1" y="1779"/>
                        <a:pt x="1029" y="2807"/>
                      </a:cubicBezTo>
                      <a:cubicBezTo>
                        <a:pt x="1365" y="3144"/>
                        <a:pt x="1779" y="3294"/>
                        <a:pt x="2185" y="3294"/>
                      </a:cubicBezTo>
                      <a:cubicBezTo>
                        <a:pt x="3034" y="3294"/>
                        <a:pt x="3847" y="2636"/>
                        <a:pt x="3847" y="1646"/>
                      </a:cubicBezTo>
                      <a:cubicBezTo>
                        <a:pt x="3847" y="739"/>
                        <a:pt x="3110" y="1"/>
                        <a:pt x="220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14" name="Google Shape;3614;p70"/>
              <p:cNvGrpSpPr/>
              <p:nvPr/>
            </p:nvGrpSpPr>
            <p:grpSpPr>
              <a:xfrm>
                <a:off x="4846040" y="3654750"/>
                <a:ext cx="31405" cy="26993"/>
                <a:chOff x="4846040" y="3654750"/>
                <a:chExt cx="31405" cy="26993"/>
              </a:xfrm>
            </p:grpSpPr>
            <p:sp>
              <p:nvSpPr>
                <p:cNvPr id="3615" name="Google Shape;3615;p70"/>
                <p:cNvSpPr/>
                <p:nvPr/>
              </p:nvSpPr>
              <p:spPr>
                <a:xfrm>
                  <a:off x="4846040" y="3654750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2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50" y="3432"/>
                        <a:pt x="2274" y="3432"/>
                      </a:cubicBezTo>
                      <a:cubicBezTo>
                        <a:pt x="3218" y="3432"/>
                        <a:pt x="3992" y="2658"/>
                        <a:pt x="3992" y="1714"/>
                      </a:cubicBezTo>
                      <a:cubicBezTo>
                        <a:pt x="3992" y="683"/>
                        <a:pt x="3150" y="0"/>
                        <a:pt x="227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6" name="Google Shape;3616;p70"/>
                <p:cNvSpPr/>
                <p:nvPr/>
              </p:nvSpPr>
              <p:spPr>
                <a:xfrm>
                  <a:off x="4858883" y="3664424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1" y="0"/>
                      </a:moveTo>
                      <a:cubicBezTo>
                        <a:pt x="218" y="0"/>
                        <a:pt x="0" y="520"/>
                        <a:pt x="303" y="835"/>
                      </a:cubicBezTo>
                      <a:cubicBezTo>
                        <a:pt x="400" y="932"/>
                        <a:pt x="519" y="975"/>
                        <a:pt x="636" y="975"/>
                      </a:cubicBezTo>
                      <a:cubicBezTo>
                        <a:pt x="885" y="975"/>
                        <a:pt x="1125" y="780"/>
                        <a:pt x="1125" y="484"/>
                      </a:cubicBezTo>
                      <a:cubicBezTo>
                        <a:pt x="1125" y="218"/>
                        <a:pt x="907" y="0"/>
                        <a:pt x="64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17" name="Google Shape;3617;p70"/>
              <p:cNvGrpSpPr/>
              <p:nvPr/>
            </p:nvGrpSpPr>
            <p:grpSpPr>
              <a:xfrm>
                <a:off x="4925673" y="3691700"/>
                <a:ext cx="40253" cy="34472"/>
                <a:chOff x="4925673" y="3691700"/>
                <a:chExt cx="40253" cy="34472"/>
              </a:xfrm>
            </p:grpSpPr>
            <p:sp>
              <p:nvSpPr>
                <p:cNvPr id="3618" name="Google Shape;3618;p70"/>
                <p:cNvSpPr/>
                <p:nvPr/>
              </p:nvSpPr>
              <p:spPr>
                <a:xfrm>
                  <a:off x="4925673" y="3691700"/>
                  <a:ext cx="40253" cy="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" h="4383" extrusionOk="0">
                      <a:moveTo>
                        <a:pt x="2908" y="0"/>
                      </a:moveTo>
                      <a:cubicBezTo>
                        <a:pt x="2371" y="0"/>
                        <a:pt x="1825" y="200"/>
                        <a:pt x="1379" y="645"/>
                      </a:cubicBezTo>
                      <a:cubicBezTo>
                        <a:pt x="0" y="2024"/>
                        <a:pt x="968" y="4383"/>
                        <a:pt x="2915" y="4383"/>
                      </a:cubicBezTo>
                      <a:cubicBezTo>
                        <a:pt x="4125" y="4383"/>
                        <a:pt x="5105" y="3403"/>
                        <a:pt x="5117" y="2193"/>
                      </a:cubicBezTo>
                      <a:cubicBezTo>
                        <a:pt x="5109" y="875"/>
                        <a:pt x="4031" y="0"/>
                        <a:pt x="290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9" name="Google Shape;3619;p70"/>
                <p:cNvSpPr/>
                <p:nvPr/>
              </p:nvSpPr>
              <p:spPr>
                <a:xfrm>
                  <a:off x="4938516" y="3701334"/>
                  <a:ext cx="17704" cy="15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1" h="1931" extrusionOk="0">
                      <a:moveTo>
                        <a:pt x="1295" y="1"/>
                      </a:moveTo>
                      <a:cubicBezTo>
                        <a:pt x="436" y="1"/>
                        <a:pt x="0" y="1041"/>
                        <a:pt x="605" y="1646"/>
                      </a:cubicBezTo>
                      <a:cubicBezTo>
                        <a:pt x="801" y="1842"/>
                        <a:pt x="1043" y="1930"/>
                        <a:pt x="1281" y="1930"/>
                      </a:cubicBezTo>
                      <a:cubicBezTo>
                        <a:pt x="1775" y="1930"/>
                        <a:pt x="2250" y="1549"/>
                        <a:pt x="2250" y="968"/>
                      </a:cubicBezTo>
                      <a:cubicBezTo>
                        <a:pt x="2250" y="436"/>
                        <a:pt x="1827" y="1"/>
                        <a:pt x="129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20" name="Google Shape;3620;p70"/>
              <p:cNvGrpSpPr/>
              <p:nvPr/>
            </p:nvGrpSpPr>
            <p:grpSpPr>
              <a:xfrm>
                <a:off x="4894653" y="3740848"/>
                <a:ext cx="31405" cy="26906"/>
                <a:chOff x="4894653" y="3740848"/>
                <a:chExt cx="31405" cy="26906"/>
              </a:xfrm>
            </p:grpSpPr>
            <p:sp>
              <p:nvSpPr>
                <p:cNvPr id="3621" name="Google Shape;3621;p70"/>
                <p:cNvSpPr/>
                <p:nvPr/>
              </p:nvSpPr>
              <p:spPr>
                <a:xfrm>
                  <a:off x="4894653" y="3740848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1" y="1582"/>
                        <a:pt x="763" y="3420"/>
                        <a:pt x="2287" y="3420"/>
                      </a:cubicBezTo>
                      <a:cubicBezTo>
                        <a:pt x="3230" y="3420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2" name="Google Shape;3622;p70"/>
                <p:cNvSpPr/>
                <p:nvPr/>
              </p:nvSpPr>
              <p:spPr>
                <a:xfrm>
                  <a:off x="4907497" y="3750522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1"/>
                      </a:moveTo>
                      <a:cubicBezTo>
                        <a:pt x="218" y="1"/>
                        <a:pt x="1" y="521"/>
                        <a:pt x="303" y="823"/>
                      </a:cubicBezTo>
                      <a:cubicBezTo>
                        <a:pt x="406" y="922"/>
                        <a:pt x="531" y="967"/>
                        <a:pt x="652" y="967"/>
                      </a:cubicBezTo>
                      <a:cubicBezTo>
                        <a:pt x="902" y="967"/>
                        <a:pt x="1138" y="778"/>
                        <a:pt x="1138" y="485"/>
                      </a:cubicBezTo>
                      <a:cubicBezTo>
                        <a:pt x="1138" y="219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23" name="Google Shape;3623;p70"/>
              <p:cNvGrpSpPr/>
              <p:nvPr/>
            </p:nvGrpSpPr>
            <p:grpSpPr>
              <a:xfrm>
                <a:off x="4962300" y="3696348"/>
                <a:ext cx="38255" cy="32773"/>
                <a:chOff x="4962300" y="3696348"/>
                <a:chExt cx="38255" cy="32773"/>
              </a:xfrm>
            </p:grpSpPr>
            <p:sp>
              <p:nvSpPr>
                <p:cNvPr id="3624" name="Google Shape;3624;p70"/>
                <p:cNvSpPr/>
                <p:nvPr/>
              </p:nvSpPr>
              <p:spPr>
                <a:xfrm>
                  <a:off x="4962300" y="3696348"/>
                  <a:ext cx="38255" cy="32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4167" extrusionOk="0">
                      <a:moveTo>
                        <a:pt x="2767" y="1"/>
                      </a:moveTo>
                      <a:cubicBezTo>
                        <a:pt x="2259" y="1"/>
                        <a:pt x="1740" y="189"/>
                        <a:pt x="1319" y="611"/>
                      </a:cubicBezTo>
                      <a:cubicBezTo>
                        <a:pt x="0" y="1929"/>
                        <a:pt x="932" y="4167"/>
                        <a:pt x="2783" y="4167"/>
                      </a:cubicBezTo>
                      <a:cubicBezTo>
                        <a:pt x="3932" y="4167"/>
                        <a:pt x="4863" y="3236"/>
                        <a:pt x="4863" y="2086"/>
                      </a:cubicBezTo>
                      <a:cubicBezTo>
                        <a:pt x="4863" y="833"/>
                        <a:pt x="3836" y="1"/>
                        <a:pt x="276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5" name="Google Shape;3625;p70"/>
                <p:cNvSpPr/>
                <p:nvPr/>
              </p:nvSpPr>
              <p:spPr>
                <a:xfrm>
                  <a:off x="4975238" y="3706093"/>
                  <a:ext cx="15612" cy="13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5" h="1702" extrusionOk="0">
                      <a:moveTo>
                        <a:pt x="1138" y="1"/>
                      </a:moveTo>
                      <a:cubicBezTo>
                        <a:pt x="388" y="1"/>
                        <a:pt x="1" y="908"/>
                        <a:pt x="533" y="1452"/>
                      </a:cubicBezTo>
                      <a:cubicBezTo>
                        <a:pt x="709" y="1624"/>
                        <a:pt x="923" y="1702"/>
                        <a:pt x="1132" y="1702"/>
                      </a:cubicBezTo>
                      <a:cubicBezTo>
                        <a:pt x="1569" y="1702"/>
                        <a:pt x="1984" y="1363"/>
                        <a:pt x="1984" y="847"/>
                      </a:cubicBezTo>
                      <a:cubicBezTo>
                        <a:pt x="1984" y="376"/>
                        <a:pt x="1609" y="1"/>
                        <a:pt x="113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26" name="Google Shape;3626;p70"/>
              <p:cNvGrpSpPr/>
              <p:nvPr/>
            </p:nvGrpSpPr>
            <p:grpSpPr>
              <a:xfrm>
                <a:off x="4980185" y="3743349"/>
                <a:ext cx="31499" cy="26969"/>
                <a:chOff x="4980185" y="3743349"/>
                <a:chExt cx="31499" cy="26969"/>
              </a:xfrm>
            </p:grpSpPr>
            <p:sp>
              <p:nvSpPr>
                <p:cNvPr id="3627" name="Google Shape;3627;p70"/>
                <p:cNvSpPr/>
                <p:nvPr/>
              </p:nvSpPr>
              <p:spPr>
                <a:xfrm>
                  <a:off x="4980185" y="3743349"/>
                  <a:ext cx="31499" cy="2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9" extrusionOk="0">
                      <a:moveTo>
                        <a:pt x="2274" y="0"/>
                      </a:moveTo>
                      <a:cubicBezTo>
                        <a:pt x="1855" y="0"/>
                        <a:pt x="1427" y="155"/>
                        <a:pt x="1077" y="501"/>
                      </a:cubicBezTo>
                      <a:cubicBezTo>
                        <a:pt x="1" y="1578"/>
                        <a:pt x="763" y="3429"/>
                        <a:pt x="2287" y="3429"/>
                      </a:cubicBezTo>
                      <a:cubicBezTo>
                        <a:pt x="3230" y="3429"/>
                        <a:pt x="3993" y="2667"/>
                        <a:pt x="4005" y="1723"/>
                      </a:cubicBezTo>
                      <a:cubicBezTo>
                        <a:pt x="4005" y="689"/>
                        <a:pt x="3158" y="0"/>
                        <a:pt x="227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8" name="Google Shape;3628;p70"/>
                <p:cNvSpPr/>
                <p:nvPr/>
              </p:nvSpPr>
              <p:spPr>
                <a:xfrm>
                  <a:off x="4993123" y="3753094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0"/>
                      </a:moveTo>
                      <a:cubicBezTo>
                        <a:pt x="206" y="0"/>
                        <a:pt x="1" y="521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0" y="966"/>
                        <a:pt x="1126" y="777"/>
                        <a:pt x="1126" y="484"/>
                      </a:cubicBezTo>
                      <a:cubicBezTo>
                        <a:pt x="1126" y="218"/>
                        <a:pt x="908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29" name="Google Shape;3629;p70"/>
              <p:cNvGrpSpPr/>
              <p:nvPr/>
            </p:nvGrpSpPr>
            <p:grpSpPr>
              <a:xfrm>
                <a:off x="5013768" y="3734312"/>
                <a:ext cx="31499" cy="26969"/>
                <a:chOff x="5013768" y="3734312"/>
                <a:chExt cx="31499" cy="26969"/>
              </a:xfrm>
            </p:grpSpPr>
            <p:sp>
              <p:nvSpPr>
                <p:cNvPr id="3630" name="Google Shape;3630;p70"/>
                <p:cNvSpPr/>
                <p:nvPr/>
              </p:nvSpPr>
              <p:spPr>
                <a:xfrm>
                  <a:off x="5013768" y="3734312"/>
                  <a:ext cx="31499" cy="2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9" extrusionOk="0">
                      <a:moveTo>
                        <a:pt x="2281" y="1"/>
                      </a:moveTo>
                      <a:cubicBezTo>
                        <a:pt x="1858" y="1"/>
                        <a:pt x="1428" y="159"/>
                        <a:pt x="1077" y="513"/>
                      </a:cubicBezTo>
                      <a:cubicBezTo>
                        <a:pt x="1" y="1590"/>
                        <a:pt x="775" y="3429"/>
                        <a:pt x="2299" y="3429"/>
                      </a:cubicBezTo>
                      <a:cubicBezTo>
                        <a:pt x="3231" y="3417"/>
                        <a:pt x="3993" y="2655"/>
                        <a:pt x="4005" y="1711"/>
                      </a:cubicBezTo>
                      <a:cubicBezTo>
                        <a:pt x="3997" y="682"/>
                        <a:pt x="3157" y="1"/>
                        <a:pt x="228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1" name="Google Shape;3631;p70"/>
                <p:cNvSpPr/>
                <p:nvPr/>
              </p:nvSpPr>
              <p:spPr>
                <a:xfrm>
                  <a:off x="5028043" y="3743963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32" name="Google Shape;3632;p70"/>
              <p:cNvGrpSpPr/>
              <p:nvPr/>
            </p:nvGrpSpPr>
            <p:grpSpPr>
              <a:xfrm>
                <a:off x="5036703" y="3764545"/>
                <a:ext cx="31499" cy="26898"/>
                <a:chOff x="5036703" y="3764545"/>
                <a:chExt cx="31499" cy="26898"/>
              </a:xfrm>
            </p:grpSpPr>
            <p:sp>
              <p:nvSpPr>
                <p:cNvPr id="3633" name="Google Shape;3633;p70"/>
                <p:cNvSpPr/>
                <p:nvPr/>
              </p:nvSpPr>
              <p:spPr>
                <a:xfrm>
                  <a:off x="5036703" y="3764545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4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19"/>
                        <a:pt x="2298" y="3419"/>
                      </a:cubicBezTo>
                      <a:cubicBezTo>
                        <a:pt x="3242" y="3419"/>
                        <a:pt x="4004" y="2657"/>
                        <a:pt x="4004" y="1714"/>
                      </a:cubicBezTo>
                      <a:cubicBezTo>
                        <a:pt x="4004" y="682"/>
                        <a:pt x="3162" y="0"/>
                        <a:pt x="228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4" name="Google Shape;3634;p70"/>
                <p:cNvSpPr/>
                <p:nvPr/>
              </p:nvSpPr>
              <p:spPr>
                <a:xfrm>
                  <a:off x="5049641" y="3774211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53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9"/>
                        <a:pt x="920" y="1"/>
                        <a:pt x="65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35" name="Google Shape;3635;p70"/>
              <p:cNvGrpSpPr/>
              <p:nvPr/>
            </p:nvGrpSpPr>
            <p:grpSpPr>
              <a:xfrm>
                <a:off x="4953546" y="3768352"/>
                <a:ext cx="31405" cy="26898"/>
                <a:chOff x="4953546" y="3768352"/>
                <a:chExt cx="31405" cy="26898"/>
              </a:xfrm>
            </p:grpSpPr>
            <p:sp>
              <p:nvSpPr>
                <p:cNvPr id="3636" name="Google Shape;3636;p70"/>
                <p:cNvSpPr/>
                <p:nvPr/>
              </p:nvSpPr>
              <p:spPr>
                <a:xfrm>
                  <a:off x="4953546" y="3768352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1" y="0"/>
                      </a:moveTo>
                      <a:cubicBezTo>
                        <a:pt x="1852" y="0"/>
                        <a:pt x="1425" y="156"/>
                        <a:pt x="1077" y="504"/>
                      </a:cubicBezTo>
                      <a:cubicBezTo>
                        <a:pt x="1" y="1581"/>
                        <a:pt x="751" y="3419"/>
                        <a:pt x="2287" y="3419"/>
                      </a:cubicBezTo>
                      <a:cubicBezTo>
                        <a:pt x="3218" y="3419"/>
                        <a:pt x="3992" y="2657"/>
                        <a:pt x="3992" y="1726"/>
                      </a:cubicBezTo>
                      <a:cubicBezTo>
                        <a:pt x="3992" y="686"/>
                        <a:pt x="3150" y="0"/>
                        <a:pt x="227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7" name="Google Shape;3637;p70"/>
                <p:cNvSpPr/>
                <p:nvPr/>
              </p:nvSpPr>
              <p:spPr>
                <a:xfrm>
                  <a:off x="4966390" y="3778018"/>
                  <a:ext cx="8950" cy="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7" extrusionOk="0">
                      <a:moveTo>
                        <a:pt x="654" y="1"/>
                      </a:moveTo>
                      <a:cubicBezTo>
                        <a:pt x="218" y="1"/>
                        <a:pt x="1" y="533"/>
                        <a:pt x="303" y="835"/>
                      </a:cubicBezTo>
                      <a:cubicBezTo>
                        <a:pt x="404" y="933"/>
                        <a:pt x="527" y="976"/>
                        <a:pt x="647" y="976"/>
                      </a:cubicBezTo>
                      <a:cubicBezTo>
                        <a:pt x="899" y="976"/>
                        <a:pt x="1138" y="784"/>
                        <a:pt x="1138" y="497"/>
                      </a:cubicBezTo>
                      <a:cubicBezTo>
                        <a:pt x="1138" y="218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38" name="Google Shape;3638;p70"/>
              <p:cNvGrpSpPr/>
              <p:nvPr/>
            </p:nvGrpSpPr>
            <p:grpSpPr>
              <a:xfrm>
                <a:off x="4964770" y="3814016"/>
                <a:ext cx="31499" cy="26993"/>
                <a:chOff x="4964770" y="3814016"/>
                <a:chExt cx="31499" cy="26993"/>
              </a:xfrm>
            </p:grpSpPr>
            <p:sp>
              <p:nvSpPr>
                <p:cNvPr id="3639" name="Google Shape;3639;p70"/>
                <p:cNvSpPr/>
                <p:nvPr/>
              </p:nvSpPr>
              <p:spPr>
                <a:xfrm>
                  <a:off x="4964770" y="3814016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76" y="0"/>
                      </a:moveTo>
                      <a:cubicBezTo>
                        <a:pt x="1855" y="0"/>
                        <a:pt x="1426" y="156"/>
                        <a:pt x="1078" y="504"/>
                      </a:cubicBezTo>
                      <a:cubicBezTo>
                        <a:pt x="1" y="1581"/>
                        <a:pt x="763" y="3432"/>
                        <a:pt x="2287" y="3432"/>
                      </a:cubicBezTo>
                      <a:cubicBezTo>
                        <a:pt x="3231" y="3432"/>
                        <a:pt x="3993" y="2658"/>
                        <a:pt x="4005" y="1714"/>
                      </a:cubicBezTo>
                      <a:cubicBezTo>
                        <a:pt x="4005" y="683"/>
                        <a:pt x="3158" y="0"/>
                        <a:pt x="227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40" name="Google Shape;3640;p70"/>
                <p:cNvSpPr/>
                <p:nvPr/>
              </p:nvSpPr>
              <p:spPr>
                <a:xfrm>
                  <a:off x="4977715" y="3823690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1" y="0"/>
                      </a:moveTo>
                      <a:cubicBezTo>
                        <a:pt x="206" y="0"/>
                        <a:pt x="0" y="520"/>
                        <a:pt x="303" y="835"/>
                      </a:cubicBezTo>
                      <a:cubicBezTo>
                        <a:pt x="399" y="932"/>
                        <a:pt x="519" y="975"/>
                        <a:pt x="636" y="975"/>
                      </a:cubicBezTo>
                      <a:cubicBezTo>
                        <a:pt x="885" y="975"/>
                        <a:pt x="1125" y="780"/>
                        <a:pt x="1125" y="484"/>
                      </a:cubicBezTo>
                      <a:cubicBezTo>
                        <a:pt x="1125" y="218"/>
                        <a:pt x="907" y="0"/>
                        <a:pt x="64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41" name="Google Shape;3641;p70"/>
              <p:cNvGrpSpPr/>
              <p:nvPr/>
            </p:nvGrpSpPr>
            <p:grpSpPr>
              <a:xfrm>
                <a:off x="4923290" y="3800504"/>
                <a:ext cx="31468" cy="26898"/>
                <a:chOff x="4923290" y="3800504"/>
                <a:chExt cx="31468" cy="26898"/>
              </a:xfrm>
            </p:grpSpPr>
            <p:sp>
              <p:nvSpPr>
                <p:cNvPr id="3642" name="Google Shape;3642;p70"/>
                <p:cNvSpPr/>
                <p:nvPr/>
              </p:nvSpPr>
              <p:spPr>
                <a:xfrm>
                  <a:off x="4923290" y="3800504"/>
                  <a:ext cx="31468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1" h="3420" extrusionOk="0">
                      <a:moveTo>
                        <a:pt x="2276" y="1"/>
                      </a:moveTo>
                      <a:cubicBezTo>
                        <a:pt x="1855" y="1"/>
                        <a:pt x="1426" y="156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3993" y="2658"/>
                        <a:pt x="3993" y="1714"/>
                      </a:cubicBezTo>
                      <a:cubicBezTo>
                        <a:pt x="4001" y="683"/>
                        <a:pt x="3156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43" name="Google Shape;3643;p70"/>
                <p:cNvSpPr/>
                <p:nvPr/>
              </p:nvSpPr>
              <p:spPr>
                <a:xfrm>
                  <a:off x="4937470" y="3810178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44" name="Google Shape;3644;p70"/>
              <p:cNvGrpSpPr/>
              <p:nvPr/>
            </p:nvGrpSpPr>
            <p:grpSpPr>
              <a:xfrm>
                <a:off x="5108534" y="3650943"/>
                <a:ext cx="31405" cy="26993"/>
                <a:chOff x="5108534" y="3650943"/>
                <a:chExt cx="31405" cy="26993"/>
              </a:xfrm>
            </p:grpSpPr>
            <p:sp>
              <p:nvSpPr>
                <p:cNvPr id="3645" name="Google Shape;3645;p70"/>
                <p:cNvSpPr/>
                <p:nvPr/>
              </p:nvSpPr>
              <p:spPr>
                <a:xfrm>
                  <a:off x="5108534" y="3650943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2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32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46" name="Google Shape;3646;p70"/>
                <p:cNvSpPr/>
                <p:nvPr/>
              </p:nvSpPr>
              <p:spPr>
                <a:xfrm>
                  <a:off x="5122707" y="366061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0"/>
                      </a:moveTo>
                      <a:cubicBezTo>
                        <a:pt x="218" y="0"/>
                        <a:pt x="1" y="218"/>
                        <a:pt x="1" y="484"/>
                      </a:cubicBezTo>
                      <a:cubicBezTo>
                        <a:pt x="1" y="750"/>
                        <a:pt x="218" y="968"/>
                        <a:pt x="484" y="968"/>
                      </a:cubicBezTo>
                      <a:cubicBezTo>
                        <a:pt x="751" y="968"/>
                        <a:pt x="968" y="750"/>
                        <a:pt x="968" y="484"/>
                      </a:cubicBezTo>
                      <a:cubicBezTo>
                        <a:pt x="968" y="218"/>
                        <a:pt x="751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47" name="Google Shape;3647;p70"/>
              <p:cNvGrpSpPr/>
              <p:nvPr/>
            </p:nvGrpSpPr>
            <p:grpSpPr>
              <a:xfrm>
                <a:off x="5119380" y="3760739"/>
                <a:ext cx="31499" cy="26993"/>
                <a:chOff x="5119380" y="3760739"/>
                <a:chExt cx="31499" cy="26993"/>
              </a:xfrm>
            </p:grpSpPr>
            <p:sp>
              <p:nvSpPr>
                <p:cNvPr id="3648" name="Google Shape;3648;p70"/>
                <p:cNvSpPr/>
                <p:nvPr/>
              </p:nvSpPr>
              <p:spPr>
                <a:xfrm>
                  <a:off x="5119380" y="3760739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75" y="0"/>
                      </a:moveTo>
                      <a:cubicBezTo>
                        <a:pt x="1854" y="0"/>
                        <a:pt x="1425" y="156"/>
                        <a:pt x="1077" y="504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20"/>
                        <a:pt x="3992" y="2657"/>
                        <a:pt x="4004" y="1714"/>
                      </a:cubicBezTo>
                      <a:cubicBezTo>
                        <a:pt x="4004" y="683"/>
                        <a:pt x="3157" y="0"/>
                        <a:pt x="227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49" name="Google Shape;3649;p70"/>
                <p:cNvSpPr/>
                <p:nvPr/>
              </p:nvSpPr>
              <p:spPr>
                <a:xfrm>
                  <a:off x="5132318" y="3770405"/>
                  <a:ext cx="8856" cy="7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3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3" y="824"/>
                      </a:cubicBezTo>
                      <a:cubicBezTo>
                        <a:pt x="402" y="926"/>
                        <a:pt x="524" y="972"/>
                        <a:pt x="644" y="972"/>
                      </a:cubicBezTo>
                      <a:cubicBezTo>
                        <a:pt x="890" y="972"/>
                        <a:pt x="1125" y="778"/>
                        <a:pt x="1125" y="485"/>
                      </a:cubicBezTo>
                      <a:cubicBezTo>
                        <a:pt x="1125" y="219"/>
                        <a:pt x="908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50" name="Google Shape;3650;p70"/>
              <p:cNvGrpSpPr/>
              <p:nvPr/>
            </p:nvGrpSpPr>
            <p:grpSpPr>
              <a:xfrm>
                <a:off x="5119380" y="3788235"/>
                <a:ext cx="31499" cy="26993"/>
                <a:chOff x="5119380" y="3788235"/>
                <a:chExt cx="31499" cy="26993"/>
              </a:xfrm>
            </p:grpSpPr>
            <p:sp>
              <p:nvSpPr>
                <p:cNvPr id="3651" name="Google Shape;3651;p70"/>
                <p:cNvSpPr/>
                <p:nvPr/>
              </p:nvSpPr>
              <p:spPr>
                <a:xfrm>
                  <a:off x="5119380" y="3788235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75" y="0"/>
                      </a:moveTo>
                      <a:cubicBezTo>
                        <a:pt x="1854" y="0"/>
                        <a:pt x="1425" y="156"/>
                        <a:pt x="1077" y="504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19"/>
                        <a:pt x="3992" y="2657"/>
                        <a:pt x="4004" y="1714"/>
                      </a:cubicBezTo>
                      <a:cubicBezTo>
                        <a:pt x="4004" y="683"/>
                        <a:pt x="3157" y="0"/>
                        <a:pt x="227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2" name="Google Shape;3652;p70"/>
                <p:cNvSpPr/>
                <p:nvPr/>
              </p:nvSpPr>
              <p:spPr>
                <a:xfrm>
                  <a:off x="5132318" y="3797901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3" y="824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9"/>
                        <a:pt x="908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53" name="Google Shape;3653;p70"/>
              <p:cNvGrpSpPr/>
              <p:nvPr/>
            </p:nvGrpSpPr>
            <p:grpSpPr>
              <a:xfrm>
                <a:off x="5158005" y="3875284"/>
                <a:ext cx="31405" cy="27001"/>
                <a:chOff x="5158005" y="3875284"/>
                <a:chExt cx="31405" cy="27001"/>
              </a:xfrm>
            </p:grpSpPr>
            <p:sp>
              <p:nvSpPr>
                <p:cNvPr id="3654" name="Google Shape;3654;p70"/>
                <p:cNvSpPr/>
                <p:nvPr/>
              </p:nvSpPr>
              <p:spPr>
                <a:xfrm>
                  <a:off x="5158005" y="3875284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3" y="3432"/>
                        <a:pt x="2287" y="3432"/>
                      </a:cubicBezTo>
                      <a:cubicBezTo>
                        <a:pt x="3230" y="3432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5" name="Google Shape;3655;p70"/>
                <p:cNvSpPr/>
                <p:nvPr/>
              </p:nvSpPr>
              <p:spPr>
                <a:xfrm>
                  <a:off x="5170848" y="3884958"/>
                  <a:ext cx="8950" cy="7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2" extrusionOk="0">
                      <a:moveTo>
                        <a:pt x="654" y="0"/>
                      </a:moveTo>
                      <a:cubicBezTo>
                        <a:pt x="218" y="0"/>
                        <a:pt x="1" y="521"/>
                        <a:pt x="303" y="823"/>
                      </a:cubicBezTo>
                      <a:cubicBezTo>
                        <a:pt x="406" y="926"/>
                        <a:pt x="531" y="972"/>
                        <a:pt x="652" y="972"/>
                      </a:cubicBezTo>
                      <a:cubicBezTo>
                        <a:pt x="902" y="972"/>
                        <a:pt x="1138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56" name="Google Shape;3656;p70"/>
              <p:cNvGrpSpPr/>
              <p:nvPr/>
            </p:nvGrpSpPr>
            <p:grpSpPr>
              <a:xfrm>
                <a:off x="5233163" y="3764545"/>
                <a:ext cx="31499" cy="26898"/>
                <a:chOff x="5233163" y="3764545"/>
                <a:chExt cx="31499" cy="26898"/>
              </a:xfrm>
            </p:grpSpPr>
            <p:sp>
              <p:nvSpPr>
                <p:cNvPr id="3657" name="Google Shape;3657;p70"/>
                <p:cNvSpPr/>
                <p:nvPr/>
              </p:nvSpPr>
              <p:spPr>
                <a:xfrm>
                  <a:off x="5233163" y="3764545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0"/>
                      </a:moveTo>
                      <a:cubicBezTo>
                        <a:pt x="1855" y="0"/>
                        <a:pt x="1426" y="156"/>
                        <a:pt x="1078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4005" y="2657"/>
                        <a:pt x="4005" y="1714"/>
                      </a:cubicBezTo>
                      <a:cubicBezTo>
                        <a:pt x="4005" y="682"/>
                        <a:pt x="3158" y="0"/>
                        <a:pt x="227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8" name="Google Shape;3658;p70"/>
                <p:cNvSpPr/>
                <p:nvPr/>
              </p:nvSpPr>
              <p:spPr>
                <a:xfrm>
                  <a:off x="5246108" y="3774211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0" y="921"/>
                        <a:pt x="520" y="964"/>
                        <a:pt x="638" y="964"/>
                      </a:cubicBezTo>
                      <a:cubicBezTo>
                        <a:pt x="886" y="964"/>
                        <a:pt x="1125" y="772"/>
                        <a:pt x="1125" y="485"/>
                      </a:cubicBezTo>
                      <a:cubicBezTo>
                        <a:pt x="1125" y="219"/>
                        <a:pt x="907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59" name="Google Shape;3659;p70"/>
              <p:cNvGrpSpPr/>
              <p:nvPr/>
            </p:nvGrpSpPr>
            <p:grpSpPr>
              <a:xfrm>
                <a:off x="5276168" y="3805545"/>
                <a:ext cx="31499" cy="26906"/>
                <a:chOff x="5276168" y="3805545"/>
                <a:chExt cx="31499" cy="26906"/>
              </a:xfrm>
            </p:grpSpPr>
            <p:sp>
              <p:nvSpPr>
                <p:cNvPr id="3660" name="Google Shape;3660;p70"/>
                <p:cNvSpPr/>
                <p:nvPr/>
              </p:nvSpPr>
              <p:spPr>
                <a:xfrm>
                  <a:off x="5276168" y="3805545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81" y="1"/>
                      </a:moveTo>
                      <a:cubicBezTo>
                        <a:pt x="1860" y="1"/>
                        <a:pt x="1429" y="157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4005" y="2658"/>
                        <a:pt x="4005" y="1714"/>
                      </a:cubicBezTo>
                      <a:cubicBezTo>
                        <a:pt x="4005" y="683"/>
                        <a:pt x="3163" y="1"/>
                        <a:pt x="228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1" name="Google Shape;3661;p70"/>
                <p:cNvSpPr/>
                <p:nvPr/>
              </p:nvSpPr>
              <p:spPr>
                <a:xfrm>
                  <a:off x="5289106" y="3815219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1"/>
                      </a:moveTo>
                      <a:cubicBezTo>
                        <a:pt x="219" y="1"/>
                        <a:pt x="1" y="521"/>
                        <a:pt x="303" y="823"/>
                      </a:cubicBezTo>
                      <a:cubicBezTo>
                        <a:pt x="402" y="922"/>
                        <a:pt x="524" y="967"/>
                        <a:pt x="644" y="967"/>
                      </a:cubicBezTo>
                      <a:cubicBezTo>
                        <a:pt x="890" y="967"/>
                        <a:pt x="1126" y="778"/>
                        <a:pt x="1126" y="484"/>
                      </a:cubicBezTo>
                      <a:cubicBezTo>
                        <a:pt x="1126" y="218"/>
                        <a:pt x="908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62" name="Google Shape;3662;p70"/>
              <p:cNvGrpSpPr/>
              <p:nvPr/>
            </p:nvGrpSpPr>
            <p:grpSpPr>
              <a:xfrm>
                <a:off x="5294053" y="3851933"/>
                <a:ext cx="31405" cy="26945"/>
                <a:chOff x="5294053" y="3851933"/>
                <a:chExt cx="31405" cy="26945"/>
              </a:xfrm>
            </p:grpSpPr>
            <p:sp>
              <p:nvSpPr>
                <p:cNvPr id="3663" name="Google Shape;3663;p70"/>
                <p:cNvSpPr/>
                <p:nvPr/>
              </p:nvSpPr>
              <p:spPr>
                <a:xfrm>
                  <a:off x="5294053" y="3851933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1"/>
                      </a:moveTo>
                      <a:cubicBezTo>
                        <a:pt x="1854" y="1"/>
                        <a:pt x="1426" y="158"/>
                        <a:pt x="1077" y="510"/>
                      </a:cubicBezTo>
                      <a:cubicBezTo>
                        <a:pt x="1" y="1587"/>
                        <a:pt x="763" y="3425"/>
                        <a:pt x="2287" y="3425"/>
                      </a:cubicBezTo>
                      <a:cubicBezTo>
                        <a:pt x="3231" y="3425"/>
                        <a:pt x="3993" y="2663"/>
                        <a:pt x="3993" y="1720"/>
                      </a:cubicBezTo>
                      <a:cubicBezTo>
                        <a:pt x="3993" y="688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4" name="Google Shape;3664;p70"/>
                <p:cNvSpPr/>
                <p:nvPr/>
              </p:nvSpPr>
              <p:spPr>
                <a:xfrm>
                  <a:off x="5308234" y="3861552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63"/>
                        <a:pt x="218" y="968"/>
                        <a:pt x="484" y="968"/>
                      </a:cubicBezTo>
                      <a:cubicBezTo>
                        <a:pt x="750" y="968"/>
                        <a:pt x="968" y="763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65" name="Google Shape;3665;p70"/>
              <p:cNvGrpSpPr/>
              <p:nvPr/>
            </p:nvGrpSpPr>
            <p:grpSpPr>
              <a:xfrm>
                <a:off x="5341723" y="3851902"/>
                <a:ext cx="31405" cy="26977"/>
                <a:chOff x="5341723" y="3851902"/>
                <a:chExt cx="31405" cy="26977"/>
              </a:xfrm>
            </p:grpSpPr>
            <p:sp>
              <p:nvSpPr>
                <p:cNvPr id="3666" name="Google Shape;3666;p70"/>
                <p:cNvSpPr/>
                <p:nvPr/>
              </p:nvSpPr>
              <p:spPr>
                <a:xfrm>
                  <a:off x="5341723" y="3851902"/>
                  <a:ext cx="31405" cy="26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0" extrusionOk="0">
                      <a:moveTo>
                        <a:pt x="2266" y="1"/>
                      </a:moveTo>
                      <a:cubicBezTo>
                        <a:pt x="1848" y="1"/>
                        <a:pt x="1423" y="156"/>
                        <a:pt x="1077" y="502"/>
                      </a:cubicBezTo>
                      <a:cubicBezTo>
                        <a:pt x="0" y="1578"/>
                        <a:pt x="762" y="3429"/>
                        <a:pt x="2287" y="3429"/>
                      </a:cubicBezTo>
                      <a:cubicBezTo>
                        <a:pt x="3230" y="3429"/>
                        <a:pt x="3992" y="2667"/>
                        <a:pt x="3992" y="1724"/>
                      </a:cubicBezTo>
                      <a:cubicBezTo>
                        <a:pt x="3992" y="690"/>
                        <a:pt x="3146" y="1"/>
                        <a:pt x="226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7" name="Google Shape;3667;p70"/>
                <p:cNvSpPr/>
                <p:nvPr/>
              </p:nvSpPr>
              <p:spPr>
                <a:xfrm>
                  <a:off x="5354567" y="3861647"/>
                  <a:ext cx="8950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5" extrusionOk="0">
                      <a:moveTo>
                        <a:pt x="654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4" y="921"/>
                        <a:pt x="527" y="964"/>
                        <a:pt x="646" y="964"/>
                      </a:cubicBezTo>
                      <a:cubicBezTo>
                        <a:pt x="898" y="964"/>
                        <a:pt x="1138" y="772"/>
                        <a:pt x="1138" y="485"/>
                      </a:cubicBezTo>
                      <a:cubicBezTo>
                        <a:pt x="1138" y="206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68" name="Google Shape;3668;p70"/>
              <p:cNvGrpSpPr/>
              <p:nvPr/>
            </p:nvGrpSpPr>
            <p:grpSpPr>
              <a:xfrm>
                <a:off x="5054871" y="3507855"/>
                <a:ext cx="31405" cy="26993"/>
                <a:chOff x="5054871" y="3507855"/>
                <a:chExt cx="31405" cy="26993"/>
              </a:xfrm>
            </p:grpSpPr>
            <p:sp>
              <p:nvSpPr>
                <p:cNvPr id="3669" name="Google Shape;3669;p70"/>
                <p:cNvSpPr/>
                <p:nvPr/>
              </p:nvSpPr>
              <p:spPr>
                <a:xfrm>
                  <a:off x="5054871" y="3507855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1" y="1581"/>
                        <a:pt x="763" y="3431"/>
                        <a:pt x="2287" y="3431"/>
                      </a:cubicBezTo>
                      <a:cubicBezTo>
                        <a:pt x="3230" y="3431"/>
                        <a:pt x="3993" y="2657"/>
                        <a:pt x="3993" y="1714"/>
                      </a:cubicBezTo>
                      <a:cubicBezTo>
                        <a:pt x="3993" y="682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0" name="Google Shape;3670;p70"/>
                <p:cNvSpPr/>
                <p:nvPr/>
              </p:nvSpPr>
              <p:spPr>
                <a:xfrm>
                  <a:off x="5067715" y="3517521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1"/>
                      </a:moveTo>
                      <a:cubicBezTo>
                        <a:pt x="218" y="1"/>
                        <a:pt x="1" y="521"/>
                        <a:pt x="315" y="823"/>
                      </a:cubicBezTo>
                      <a:cubicBezTo>
                        <a:pt x="414" y="922"/>
                        <a:pt x="536" y="967"/>
                        <a:pt x="656" y="967"/>
                      </a:cubicBezTo>
                      <a:cubicBezTo>
                        <a:pt x="902" y="967"/>
                        <a:pt x="1138" y="778"/>
                        <a:pt x="1138" y="485"/>
                      </a:cubicBezTo>
                      <a:cubicBezTo>
                        <a:pt x="1138" y="219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71" name="Google Shape;3671;p70"/>
              <p:cNvGrpSpPr/>
              <p:nvPr/>
            </p:nvGrpSpPr>
            <p:grpSpPr>
              <a:xfrm>
                <a:off x="4876579" y="3675325"/>
                <a:ext cx="31405" cy="26969"/>
                <a:chOff x="4876579" y="3675325"/>
                <a:chExt cx="31405" cy="26969"/>
              </a:xfrm>
            </p:grpSpPr>
            <p:sp>
              <p:nvSpPr>
                <p:cNvPr id="3672" name="Google Shape;3672;p70"/>
                <p:cNvSpPr/>
                <p:nvPr/>
              </p:nvSpPr>
              <p:spPr>
                <a:xfrm>
                  <a:off x="4876579" y="3675325"/>
                  <a:ext cx="31405" cy="2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9" extrusionOk="0">
                      <a:moveTo>
                        <a:pt x="2266" y="0"/>
                      </a:moveTo>
                      <a:cubicBezTo>
                        <a:pt x="1848" y="0"/>
                        <a:pt x="1423" y="155"/>
                        <a:pt x="1077" y="501"/>
                      </a:cubicBezTo>
                      <a:cubicBezTo>
                        <a:pt x="0" y="1578"/>
                        <a:pt x="762" y="3429"/>
                        <a:pt x="2287" y="3429"/>
                      </a:cubicBezTo>
                      <a:cubicBezTo>
                        <a:pt x="3230" y="3429"/>
                        <a:pt x="3992" y="2667"/>
                        <a:pt x="3992" y="1723"/>
                      </a:cubicBezTo>
                      <a:cubicBezTo>
                        <a:pt x="3992" y="689"/>
                        <a:pt x="3146" y="0"/>
                        <a:pt x="226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3" name="Google Shape;3673;p70"/>
                <p:cNvSpPr/>
                <p:nvPr/>
              </p:nvSpPr>
              <p:spPr>
                <a:xfrm>
                  <a:off x="4889517" y="3684975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2" y="0"/>
                      </a:moveTo>
                      <a:cubicBezTo>
                        <a:pt x="218" y="12"/>
                        <a:pt x="0" y="520"/>
                        <a:pt x="303" y="835"/>
                      </a:cubicBezTo>
                      <a:cubicBezTo>
                        <a:pt x="400" y="932"/>
                        <a:pt x="520" y="976"/>
                        <a:pt x="638" y="976"/>
                      </a:cubicBezTo>
                      <a:cubicBezTo>
                        <a:pt x="886" y="976"/>
                        <a:pt x="1125" y="783"/>
                        <a:pt x="1125" y="496"/>
                      </a:cubicBezTo>
                      <a:cubicBezTo>
                        <a:pt x="1125" y="218"/>
                        <a:pt x="908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74" name="Google Shape;3674;p70"/>
              <p:cNvGrpSpPr/>
              <p:nvPr/>
            </p:nvGrpSpPr>
            <p:grpSpPr>
              <a:xfrm>
                <a:off x="4842233" y="3688333"/>
                <a:ext cx="31405" cy="26993"/>
                <a:chOff x="4842233" y="3688333"/>
                <a:chExt cx="31405" cy="26993"/>
              </a:xfrm>
            </p:grpSpPr>
            <p:sp>
              <p:nvSpPr>
                <p:cNvPr id="3675" name="Google Shape;3675;p70"/>
                <p:cNvSpPr/>
                <p:nvPr/>
              </p:nvSpPr>
              <p:spPr>
                <a:xfrm>
                  <a:off x="4842233" y="3688333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3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2" y="3420"/>
                        <a:pt x="2287" y="3432"/>
                      </a:cubicBezTo>
                      <a:cubicBezTo>
                        <a:pt x="3230" y="3432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6" name="Google Shape;3676;p70"/>
                <p:cNvSpPr/>
                <p:nvPr/>
              </p:nvSpPr>
              <p:spPr>
                <a:xfrm>
                  <a:off x="4855076" y="3698094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64" y="1"/>
                      </a:moveTo>
                      <a:cubicBezTo>
                        <a:pt x="656" y="1"/>
                        <a:pt x="649" y="1"/>
                        <a:pt x="641" y="1"/>
                      </a:cubicBezTo>
                      <a:cubicBezTo>
                        <a:pt x="218" y="1"/>
                        <a:pt x="0" y="522"/>
                        <a:pt x="303" y="824"/>
                      </a:cubicBezTo>
                      <a:cubicBezTo>
                        <a:pt x="400" y="921"/>
                        <a:pt x="520" y="965"/>
                        <a:pt x="638" y="965"/>
                      </a:cubicBezTo>
                      <a:cubicBezTo>
                        <a:pt x="886" y="965"/>
                        <a:pt x="1125" y="772"/>
                        <a:pt x="1125" y="485"/>
                      </a:cubicBezTo>
                      <a:cubicBezTo>
                        <a:pt x="1125" y="215"/>
                        <a:pt x="931" y="1"/>
                        <a:pt x="66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77" name="Google Shape;3677;p70"/>
              <p:cNvGrpSpPr/>
              <p:nvPr/>
            </p:nvGrpSpPr>
            <p:grpSpPr>
              <a:xfrm>
                <a:off x="5187876" y="3608032"/>
                <a:ext cx="31405" cy="27001"/>
                <a:chOff x="5187876" y="3608032"/>
                <a:chExt cx="31405" cy="27001"/>
              </a:xfrm>
            </p:grpSpPr>
            <p:sp>
              <p:nvSpPr>
                <p:cNvPr id="3678" name="Google Shape;3678;p70"/>
                <p:cNvSpPr/>
                <p:nvPr/>
              </p:nvSpPr>
              <p:spPr>
                <a:xfrm>
                  <a:off x="5187876" y="3608032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6" y="157"/>
                        <a:pt x="1077" y="505"/>
                      </a:cubicBezTo>
                      <a:cubicBezTo>
                        <a:pt x="1" y="1582"/>
                        <a:pt x="763" y="3432"/>
                        <a:pt x="2287" y="3432"/>
                      </a:cubicBezTo>
                      <a:cubicBezTo>
                        <a:pt x="3231" y="3420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9" name="Google Shape;3679;p70"/>
                <p:cNvSpPr/>
                <p:nvPr/>
              </p:nvSpPr>
              <p:spPr>
                <a:xfrm>
                  <a:off x="5202057" y="3617706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80" name="Google Shape;3680;p70"/>
              <p:cNvSpPr/>
              <p:nvPr/>
            </p:nvSpPr>
            <p:spPr>
              <a:xfrm>
                <a:off x="5142589" y="3410030"/>
                <a:ext cx="42542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5409" h="4644" extrusionOk="0">
                    <a:moveTo>
                      <a:pt x="3085" y="1"/>
                    </a:moveTo>
                    <a:cubicBezTo>
                      <a:pt x="2516" y="1"/>
                      <a:pt x="1935" y="213"/>
                      <a:pt x="1465" y="688"/>
                    </a:cubicBezTo>
                    <a:cubicBezTo>
                      <a:pt x="1" y="2140"/>
                      <a:pt x="1029" y="4632"/>
                      <a:pt x="3098" y="4644"/>
                    </a:cubicBezTo>
                    <a:cubicBezTo>
                      <a:pt x="4380" y="4632"/>
                      <a:pt x="5408" y="3603"/>
                      <a:pt x="5408" y="2321"/>
                    </a:cubicBezTo>
                    <a:cubicBezTo>
                      <a:pt x="5408" y="923"/>
                      <a:pt x="4270" y="1"/>
                      <a:pt x="3085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681" name="Google Shape;3681;p70"/>
              <p:cNvSpPr/>
              <p:nvPr/>
            </p:nvSpPr>
            <p:spPr>
              <a:xfrm>
                <a:off x="5158382" y="3419720"/>
                <a:ext cx="17138" cy="17130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2178" extrusionOk="0">
                    <a:moveTo>
                      <a:pt x="1090" y="0"/>
                    </a:moveTo>
                    <a:cubicBezTo>
                      <a:pt x="485" y="0"/>
                      <a:pt x="1" y="484"/>
                      <a:pt x="1" y="1089"/>
                    </a:cubicBezTo>
                    <a:cubicBezTo>
                      <a:pt x="1" y="1694"/>
                      <a:pt x="485" y="2178"/>
                      <a:pt x="1090" y="2178"/>
                    </a:cubicBezTo>
                    <a:cubicBezTo>
                      <a:pt x="1694" y="2178"/>
                      <a:pt x="2178" y="1694"/>
                      <a:pt x="2178" y="1089"/>
                    </a:cubicBezTo>
                    <a:cubicBezTo>
                      <a:pt x="2178" y="484"/>
                      <a:pt x="1694" y="0"/>
                      <a:pt x="1090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3682" name="Google Shape;3682;p70"/>
              <p:cNvGrpSpPr/>
              <p:nvPr/>
            </p:nvGrpSpPr>
            <p:grpSpPr>
              <a:xfrm>
                <a:off x="5269224" y="3304167"/>
                <a:ext cx="40253" cy="34402"/>
                <a:chOff x="5269224" y="3304167"/>
                <a:chExt cx="40253" cy="34402"/>
              </a:xfrm>
            </p:grpSpPr>
            <p:sp>
              <p:nvSpPr>
                <p:cNvPr id="3683" name="Google Shape;3683;p70"/>
                <p:cNvSpPr/>
                <p:nvPr/>
              </p:nvSpPr>
              <p:spPr>
                <a:xfrm>
                  <a:off x="5269224" y="3304167"/>
                  <a:ext cx="40253" cy="34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" h="4374" extrusionOk="0">
                      <a:moveTo>
                        <a:pt x="2915" y="0"/>
                      </a:moveTo>
                      <a:cubicBezTo>
                        <a:pt x="2376" y="0"/>
                        <a:pt x="1827" y="201"/>
                        <a:pt x="1380" y="648"/>
                      </a:cubicBezTo>
                      <a:cubicBezTo>
                        <a:pt x="1" y="2015"/>
                        <a:pt x="980" y="4374"/>
                        <a:pt x="2928" y="4374"/>
                      </a:cubicBezTo>
                      <a:cubicBezTo>
                        <a:pt x="4126" y="4374"/>
                        <a:pt x="5105" y="3394"/>
                        <a:pt x="5118" y="2184"/>
                      </a:cubicBezTo>
                      <a:cubicBezTo>
                        <a:pt x="5109" y="869"/>
                        <a:pt x="4036" y="0"/>
                        <a:pt x="291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4" name="Google Shape;3684;p70"/>
                <p:cNvSpPr/>
                <p:nvPr/>
              </p:nvSpPr>
              <p:spPr>
                <a:xfrm>
                  <a:off x="5284639" y="3313826"/>
                  <a:ext cx="15132" cy="15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4" h="1925" extrusionOk="0">
                      <a:moveTo>
                        <a:pt x="968" y="1"/>
                      </a:moveTo>
                      <a:cubicBezTo>
                        <a:pt x="436" y="1"/>
                        <a:pt x="0" y="436"/>
                        <a:pt x="0" y="956"/>
                      </a:cubicBezTo>
                      <a:cubicBezTo>
                        <a:pt x="0" y="1489"/>
                        <a:pt x="436" y="1924"/>
                        <a:pt x="968" y="1924"/>
                      </a:cubicBezTo>
                      <a:cubicBezTo>
                        <a:pt x="1500" y="1924"/>
                        <a:pt x="1924" y="1489"/>
                        <a:pt x="1924" y="956"/>
                      </a:cubicBezTo>
                      <a:cubicBezTo>
                        <a:pt x="1924" y="436"/>
                        <a:pt x="1500" y="1"/>
                        <a:pt x="96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85" name="Google Shape;3685;p70"/>
              <p:cNvGrpSpPr/>
              <p:nvPr/>
            </p:nvGrpSpPr>
            <p:grpSpPr>
              <a:xfrm>
                <a:off x="5327354" y="3476615"/>
                <a:ext cx="49864" cy="42723"/>
                <a:chOff x="5327354" y="3476615"/>
                <a:chExt cx="49864" cy="42723"/>
              </a:xfrm>
            </p:grpSpPr>
            <p:sp>
              <p:nvSpPr>
                <p:cNvPr id="3686" name="Google Shape;3686;p70"/>
                <p:cNvSpPr/>
                <p:nvPr/>
              </p:nvSpPr>
              <p:spPr>
                <a:xfrm>
                  <a:off x="5327354" y="3476615"/>
                  <a:ext cx="49864" cy="42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0" h="5432" extrusionOk="0">
                      <a:moveTo>
                        <a:pt x="3602" y="1"/>
                      </a:moveTo>
                      <a:cubicBezTo>
                        <a:pt x="2936" y="1"/>
                        <a:pt x="2257" y="248"/>
                        <a:pt x="1706" y="799"/>
                      </a:cubicBezTo>
                      <a:cubicBezTo>
                        <a:pt x="1" y="2504"/>
                        <a:pt x="1210" y="5432"/>
                        <a:pt x="3630" y="5432"/>
                      </a:cubicBezTo>
                      <a:cubicBezTo>
                        <a:pt x="5118" y="5432"/>
                        <a:pt x="6339" y="4222"/>
                        <a:pt x="6339" y="2722"/>
                      </a:cubicBezTo>
                      <a:cubicBezTo>
                        <a:pt x="6339" y="1084"/>
                        <a:pt x="4998" y="1"/>
                        <a:pt x="360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7" name="Google Shape;3687;p70"/>
                <p:cNvSpPr/>
                <p:nvPr/>
              </p:nvSpPr>
              <p:spPr>
                <a:xfrm>
                  <a:off x="5340197" y="3486321"/>
                  <a:ext cx="27315" cy="23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3" h="2976" extrusionOk="0">
                      <a:moveTo>
                        <a:pt x="1985" y="0"/>
                      </a:moveTo>
                      <a:cubicBezTo>
                        <a:pt x="666" y="0"/>
                        <a:pt x="1" y="1597"/>
                        <a:pt x="944" y="2540"/>
                      </a:cubicBezTo>
                      <a:cubicBezTo>
                        <a:pt x="1245" y="2841"/>
                        <a:pt x="1614" y="2975"/>
                        <a:pt x="1977" y="2975"/>
                      </a:cubicBezTo>
                      <a:cubicBezTo>
                        <a:pt x="2739" y="2975"/>
                        <a:pt x="3473" y="2381"/>
                        <a:pt x="3473" y="1488"/>
                      </a:cubicBezTo>
                      <a:cubicBezTo>
                        <a:pt x="3473" y="665"/>
                        <a:pt x="2807" y="0"/>
                        <a:pt x="19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88" name="Google Shape;3688;p70"/>
              <p:cNvSpPr/>
              <p:nvPr/>
            </p:nvSpPr>
            <p:spPr>
              <a:xfrm>
                <a:off x="5290255" y="3703080"/>
                <a:ext cx="31397" cy="26898"/>
              </a:xfrm>
              <a:custGeom>
                <a:avLst/>
                <a:gdLst/>
                <a:ahLst/>
                <a:cxnLst/>
                <a:rect l="l" t="t" r="r" b="b"/>
                <a:pathLst>
                  <a:path w="3992" h="3420" extrusionOk="0">
                    <a:moveTo>
                      <a:pt x="2272" y="1"/>
                    </a:moveTo>
                    <a:cubicBezTo>
                      <a:pt x="1853" y="1"/>
                      <a:pt x="1425" y="156"/>
                      <a:pt x="1077" y="505"/>
                    </a:cubicBezTo>
                    <a:cubicBezTo>
                      <a:pt x="0" y="1581"/>
                      <a:pt x="762" y="3420"/>
                      <a:pt x="2286" y="3420"/>
                    </a:cubicBezTo>
                    <a:cubicBezTo>
                      <a:pt x="3230" y="3420"/>
                      <a:pt x="3992" y="2658"/>
                      <a:pt x="3992" y="1714"/>
                    </a:cubicBezTo>
                    <a:cubicBezTo>
                      <a:pt x="3992" y="683"/>
                      <a:pt x="3150" y="1"/>
                      <a:pt x="2272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689" name="Google Shape;3689;p70"/>
              <p:cNvSpPr/>
              <p:nvPr/>
            </p:nvSpPr>
            <p:spPr>
              <a:xfrm>
                <a:off x="5304427" y="3712754"/>
                <a:ext cx="7621" cy="7621"/>
              </a:xfrm>
              <a:custGeom>
                <a:avLst/>
                <a:gdLst/>
                <a:ahLst/>
                <a:cxnLst/>
                <a:rect l="l" t="t" r="r" b="b"/>
                <a:pathLst>
                  <a:path w="969" h="969" extrusionOk="0">
                    <a:moveTo>
                      <a:pt x="484" y="0"/>
                    </a:moveTo>
                    <a:cubicBezTo>
                      <a:pt x="218" y="0"/>
                      <a:pt x="0" y="218"/>
                      <a:pt x="0" y="484"/>
                    </a:cubicBezTo>
                    <a:cubicBezTo>
                      <a:pt x="0" y="750"/>
                      <a:pt x="218" y="968"/>
                      <a:pt x="484" y="968"/>
                    </a:cubicBezTo>
                    <a:cubicBezTo>
                      <a:pt x="750" y="968"/>
                      <a:pt x="968" y="750"/>
                      <a:pt x="968" y="484"/>
                    </a:cubicBezTo>
                    <a:cubicBezTo>
                      <a:pt x="968" y="218"/>
                      <a:pt x="750" y="0"/>
                      <a:pt x="484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3690" name="Google Shape;3690;p70"/>
              <p:cNvGrpSpPr/>
              <p:nvPr/>
            </p:nvGrpSpPr>
            <p:grpSpPr>
              <a:xfrm>
                <a:off x="5341723" y="3775957"/>
                <a:ext cx="31405" cy="26898"/>
                <a:chOff x="5341723" y="3775957"/>
                <a:chExt cx="31405" cy="26898"/>
              </a:xfrm>
            </p:grpSpPr>
            <p:sp>
              <p:nvSpPr>
                <p:cNvPr id="3691" name="Google Shape;3691;p70"/>
                <p:cNvSpPr/>
                <p:nvPr/>
              </p:nvSpPr>
              <p:spPr>
                <a:xfrm>
                  <a:off x="5341723" y="3775957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2" name="Google Shape;3692;p70"/>
                <p:cNvSpPr/>
                <p:nvPr/>
              </p:nvSpPr>
              <p:spPr>
                <a:xfrm>
                  <a:off x="5354567" y="3785631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0"/>
                      </a:moveTo>
                      <a:cubicBezTo>
                        <a:pt x="218" y="0"/>
                        <a:pt x="0" y="521"/>
                        <a:pt x="303" y="823"/>
                      </a:cubicBezTo>
                      <a:cubicBezTo>
                        <a:pt x="402" y="922"/>
                        <a:pt x="525" y="966"/>
                        <a:pt x="646" y="966"/>
                      </a:cubicBezTo>
                      <a:cubicBezTo>
                        <a:pt x="896" y="966"/>
                        <a:pt x="1138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93" name="Google Shape;3693;p70"/>
              <p:cNvGrpSpPr/>
              <p:nvPr/>
            </p:nvGrpSpPr>
            <p:grpSpPr>
              <a:xfrm>
                <a:off x="5439053" y="3699274"/>
                <a:ext cx="31405" cy="26898"/>
                <a:chOff x="5439053" y="3699274"/>
                <a:chExt cx="31405" cy="26898"/>
              </a:xfrm>
            </p:grpSpPr>
            <p:sp>
              <p:nvSpPr>
                <p:cNvPr id="3694" name="Google Shape;3694;p70"/>
                <p:cNvSpPr/>
                <p:nvPr/>
              </p:nvSpPr>
              <p:spPr>
                <a:xfrm>
                  <a:off x="5439053" y="3699274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5" name="Google Shape;3695;p70"/>
                <p:cNvSpPr/>
                <p:nvPr/>
              </p:nvSpPr>
              <p:spPr>
                <a:xfrm>
                  <a:off x="5453225" y="3708948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96" name="Google Shape;3696;p70"/>
              <p:cNvGrpSpPr/>
              <p:nvPr/>
            </p:nvGrpSpPr>
            <p:grpSpPr>
              <a:xfrm>
                <a:off x="5412414" y="3622307"/>
                <a:ext cx="31499" cy="26993"/>
                <a:chOff x="5412414" y="3622307"/>
                <a:chExt cx="31499" cy="26993"/>
              </a:xfrm>
            </p:grpSpPr>
            <p:sp>
              <p:nvSpPr>
                <p:cNvPr id="3697" name="Google Shape;3697;p70"/>
                <p:cNvSpPr/>
                <p:nvPr/>
              </p:nvSpPr>
              <p:spPr>
                <a:xfrm>
                  <a:off x="5412414" y="3622307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32"/>
                        <a:pt x="2299" y="3432"/>
                      </a:cubicBezTo>
                      <a:cubicBezTo>
                        <a:pt x="3242" y="3432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8" name="Google Shape;3698;p70"/>
                <p:cNvSpPr/>
                <p:nvPr/>
              </p:nvSpPr>
              <p:spPr>
                <a:xfrm>
                  <a:off x="5426681" y="3632075"/>
                  <a:ext cx="7527" cy="7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" h="956" extrusionOk="0">
                      <a:moveTo>
                        <a:pt x="485" y="0"/>
                      </a:moveTo>
                      <a:cubicBezTo>
                        <a:pt x="206" y="0"/>
                        <a:pt x="1" y="206"/>
                        <a:pt x="1" y="472"/>
                      </a:cubicBezTo>
                      <a:cubicBezTo>
                        <a:pt x="1" y="738"/>
                        <a:pt x="206" y="956"/>
                        <a:pt x="485" y="956"/>
                      </a:cubicBezTo>
                      <a:cubicBezTo>
                        <a:pt x="751" y="956"/>
                        <a:pt x="956" y="738"/>
                        <a:pt x="956" y="472"/>
                      </a:cubicBezTo>
                      <a:cubicBezTo>
                        <a:pt x="956" y="206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99" name="Google Shape;3699;p70"/>
              <p:cNvGrpSpPr/>
              <p:nvPr/>
            </p:nvGrpSpPr>
            <p:grpSpPr>
              <a:xfrm>
                <a:off x="5476254" y="3473949"/>
                <a:ext cx="26835" cy="26930"/>
                <a:chOff x="5476254" y="3473949"/>
                <a:chExt cx="26835" cy="26930"/>
              </a:xfrm>
            </p:grpSpPr>
            <p:sp>
              <p:nvSpPr>
                <p:cNvPr id="3700" name="Google Shape;3700;p70"/>
                <p:cNvSpPr/>
                <p:nvPr/>
              </p:nvSpPr>
              <p:spPr>
                <a:xfrm>
                  <a:off x="5476254" y="3473949"/>
                  <a:ext cx="26835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" h="3424" extrusionOk="0">
                      <a:moveTo>
                        <a:pt x="1706" y="1"/>
                      </a:moveTo>
                      <a:cubicBezTo>
                        <a:pt x="762" y="1"/>
                        <a:pt x="0" y="775"/>
                        <a:pt x="0" y="1718"/>
                      </a:cubicBezTo>
                      <a:cubicBezTo>
                        <a:pt x="0" y="2662"/>
                        <a:pt x="762" y="3424"/>
                        <a:pt x="1706" y="3424"/>
                      </a:cubicBezTo>
                      <a:cubicBezTo>
                        <a:pt x="2649" y="3424"/>
                        <a:pt x="3411" y="2662"/>
                        <a:pt x="3411" y="1718"/>
                      </a:cubicBezTo>
                      <a:cubicBezTo>
                        <a:pt x="3411" y="775"/>
                        <a:pt x="2649" y="1"/>
                        <a:pt x="170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1" name="Google Shape;3701;p70"/>
                <p:cNvSpPr/>
                <p:nvPr/>
              </p:nvSpPr>
              <p:spPr>
                <a:xfrm>
                  <a:off x="5485857" y="3483655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02" name="Google Shape;3702;p70"/>
              <p:cNvGrpSpPr/>
              <p:nvPr/>
            </p:nvGrpSpPr>
            <p:grpSpPr>
              <a:xfrm>
                <a:off x="5564547" y="3481594"/>
                <a:ext cx="31397" cy="26898"/>
                <a:chOff x="5564547" y="3481594"/>
                <a:chExt cx="31397" cy="26898"/>
              </a:xfrm>
            </p:grpSpPr>
            <p:sp>
              <p:nvSpPr>
                <p:cNvPr id="3703" name="Google Shape;3703;p70"/>
                <p:cNvSpPr/>
                <p:nvPr/>
              </p:nvSpPr>
              <p:spPr>
                <a:xfrm>
                  <a:off x="5564547" y="3481594"/>
                  <a:ext cx="31397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0" extrusionOk="0">
                      <a:moveTo>
                        <a:pt x="2272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0"/>
                        <a:pt x="227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4" name="Google Shape;3704;p70"/>
                <p:cNvSpPr/>
                <p:nvPr/>
              </p:nvSpPr>
              <p:spPr>
                <a:xfrm>
                  <a:off x="5578719" y="3491268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05" name="Google Shape;3705;p70"/>
              <p:cNvGrpSpPr/>
              <p:nvPr/>
            </p:nvGrpSpPr>
            <p:grpSpPr>
              <a:xfrm>
                <a:off x="5534101" y="3470174"/>
                <a:ext cx="31397" cy="26906"/>
                <a:chOff x="5534101" y="3470174"/>
                <a:chExt cx="31397" cy="26906"/>
              </a:xfrm>
            </p:grpSpPr>
            <p:sp>
              <p:nvSpPr>
                <p:cNvPr id="3706" name="Google Shape;3706;p70"/>
                <p:cNvSpPr/>
                <p:nvPr/>
              </p:nvSpPr>
              <p:spPr>
                <a:xfrm>
                  <a:off x="5534101" y="3470174"/>
                  <a:ext cx="31397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1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7" name="Google Shape;3707;p70"/>
                <p:cNvSpPr/>
                <p:nvPr/>
              </p:nvSpPr>
              <p:spPr>
                <a:xfrm>
                  <a:off x="5546945" y="3479848"/>
                  <a:ext cx="8950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4" extrusionOk="0">
                      <a:moveTo>
                        <a:pt x="653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4" y="921"/>
                        <a:pt x="526" y="964"/>
                        <a:pt x="646" y="964"/>
                      </a:cubicBezTo>
                      <a:cubicBezTo>
                        <a:pt x="898" y="964"/>
                        <a:pt x="1137" y="771"/>
                        <a:pt x="1137" y="484"/>
                      </a:cubicBezTo>
                      <a:cubicBezTo>
                        <a:pt x="1137" y="218"/>
                        <a:pt x="919" y="1"/>
                        <a:pt x="65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08" name="Google Shape;3708;p70"/>
              <p:cNvGrpSpPr/>
              <p:nvPr/>
            </p:nvGrpSpPr>
            <p:grpSpPr>
              <a:xfrm>
                <a:off x="5610879" y="3314486"/>
                <a:ext cx="31499" cy="26938"/>
                <a:chOff x="5610879" y="3314486"/>
                <a:chExt cx="31499" cy="26938"/>
              </a:xfrm>
            </p:grpSpPr>
            <p:sp>
              <p:nvSpPr>
                <p:cNvPr id="3709" name="Google Shape;3709;p70"/>
                <p:cNvSpPr/>
                <p:nvPr/>
              </p:nvSpPr>
              <p:spPr>
                <a:xfrm>
                  <a:off x="5610879" y="3314486"/>
                  <a:ext cx="31499" cy="2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5" extrusionOk="0">
                      <a:moveTo>
                        <a:pt x="2285" y="0"/>
                      </a:moveTo>
                      <a:cubicBezTo>
                        <a:pt x="1865" y="0"/>
                        <a:pt x="1437" y="157"/>
                        <a:pt x="1089" y="509"/>
                      </a:cubicBezTo>
                      <a:cubicBezTo>
                        <a:pt x="0" y="1586"/>
                        <a:pt x="774" y="3425"/>
                        <a:pt x="2299" y="3425"/>
                      </a:cubicBezTo>
                      <a:cubicBezTo>
                        <a:pt x="3242" y="3425"/>
                        <a:pt x="4004" y="2663"/>
                        <a:pt x="4004" y="1719"/>
                      </a:cubicBezTo>
                      <a:cubicBezTo>
                        <a:pt x="4004" y="688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0" name="Google Shape;3710;p70"/>
                <p:cNvSpPr/>
                <p:nvPr/>
              </p:nvSpPr>
              <p:spPr>
                <a:xfrm>
                  <a:off x="5623817" y="3324192"/>
                  <a:ext cx="8950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5" extrusionOk="0">
                      <a:moveTo>
                        <a:pt x="675" y="1"/>
                      </a:moveTo>
                      <a:cubicBezTo>
                        <a:pt x="668" y="1"/>
                        <a:pt x="661" y="1"/>
                        <a:pt x="654" y="1"/>
                      </a:cubicBezTo>
                      <a:cubicBezTo>
                        <a:pt x="218" y="1"/>
                        <a:pt x="0" y="509"/>
                        <a:pt x="303" y="824"/>
                      </a:cubicBezTo>
                      <a:cubicBezTo>
                        <a:pt x="404" y="921"/>
                        <a:pt x="525" y="965"/>
                        <a:pt x="644" y="965"/>
                      </a:cubicBezTo>
                      <a:cubicBezTo>
                        <a:pt x="893" y="965"/>
                        <a:pt x="1129" y="772"/>
                        <a:pt x="1137" y="485"/>
                      </a:cubicBezTo>
                      <a:cubicBezTo>
                        <a:pt x="1137" y="214"/>
                        <a:pt x="931" y="1"/>
                        <a:pt x="67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11" name="Google Shape;3711;p70"/>
              <p:cNvGrpSpPr/>
              <p:nvPr/>
            </p:nvGrpSpPr>
            <p:grpSpPr>
              <a:xfrm>
                <a:off x="4834525" y="3501382"/>
                <a:ext cx="31499" cy="26898"/>
                <a:chOff x="4834525" y="3501382"/>
                <a:chExt cx="31499" cy="26898"/>
              </a:xfrm>
            </p:grpSpPr>
            <p:sp>
              <p:nvSpPr>
                <p:cNvPr id="3712" name="Google Shape;3712;p70"/>
                <p:cNvSpPr/>
                <p:nvPr/>
              </p:nvSpPr>
              <p:spPr>
                <a:xfrm>
                  <a:off x="4834525" y="3501382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5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3" name="Google Shape;3713;p70"/>
                <p:cNvSpPr/>
                <p:nvPr/>
              </p:nvSpPr>
              <p:spPr>
                <a:xfrm>
                  <a:off x="4847463" y="3511056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0"/>
                      </a:moveTo>
                      <a:cubicBezTo>
                        <a:pt x="218" y="0"/>
                        <a:pt x="1" y="520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1" y="966"/>
                        <a:pt x="1130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14" name="Google Shape;3714;p70"/>
              <p:cNvGrpSpPr/>
              <p:nvPr/>
            </p:nvGrpSpPr>
            <p:grpSpPr>
              <a:xfrm>
                <a:off x="4898460" y="3580158"/>
                <a:ext cx="31405" cy="26898"/>
                <a:chOff x="4898460" y="3580158"/>
                <a:chExt cx="31405" cy="26898"/>
              </a:xfrm>
            </p:grpSpPr>
            <p:sp>
              <p:nvSpPr>
                <p:cNvPr id="3715" name="Google Shape;3715;p70"/>
                <p:cNvSpPr/>
                <p:nvPr/>
              </p:nvSpPr>
              <p:spPr>
                <a:xfrm>
                  <a:off x="4898460" y="3580158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3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6" name="Google Shape;3716;p70"/>
                <p:cNvSpPr/>
                <p:nvPr/>
              </p:nvSpPr>
              <p:spPr>
                <a:xfrm>
                  <a:off x="4911303" y="3589832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0"/>
                      </a:moveTo>
                      <a:cubicBezTo>
                        <a:pt x="218" y="0"/>
                        <a:pt x="1" y="521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1" y="966"/>
                        <a:pt x="1130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17" name="Google Shape;3717;p70"/>
              <p:cNvGrpSpPr/>
              <p:nvPr/>
            </p:nvGrpSpPr>
            <p:grpSpPr>
              <a:xfrm>
                <a:off x="4882667" y="3608032"/>
                <a:ext cx="31499" cy="27001"/>
                <a:chOff x="4882667" y="3608032"/>
                <a:chExt cx="31499" cy="27001"/>
              </a:xfrm>
            </p:grpSpPr>
            <p:sp>
              <p:nvSpPr>
                <p:cNvPr id="3718" name="Google Shape;3718;p70"/>
                <p:cNvSpPr/>
                <p:nvPr/>
              </p:nvSpPr>
              <p:spPr>
                <a:xfrm>
                  <a:off x="4882667" y="3608032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6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2"/>
                        <a:pt x="763" y="3432"/>
                        <a:pt x="2287" y="3432"/>
                      </a:cubicBezTo>
                      <a:cubicBezTo>
                        <a:pt x="3230" y="3420"/>
                        <a:pt x="4004" y="2658"/>
                        <a:pt x="4004" y="1715"/>
                      </a:cubicBezTo>
                      <a:cubicBezTo>
                        <a:pt x="4004" y="683"/>
                        <a:pt x="3157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9" name="Google Shape;3719;p70"/>
                <p:cNvSpPr/>
                <p:nvPr/>
              </p:nvSpPr>
              <p:spPr>
                <a:xfrm>
                  <a:off x="4895605" y="3617706"/>
                  <a:ext cx="8950" cy="7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3" extrusionOk="0">
                      <a:moveTo>
                        <a:pt x="642" y="1"/>
                      </a:moveTo>
                      <a:cubicBezTo>
                        <a:pt x="218" y="1"/>
                        <a:pt x="1" y="521"/>
                        <a:pt x="303" y="823"/>
                      </a:cubicBezTo>
                      <a:cubicBezTo>
                        <a:pt x="402" y="926"/>
                        <a:pt x="524" y="972"/>
                        <a:pt x="644" y="972"/>
                      </a:cubicBezTo>
                      <a:cubicBezTo>
                        <a:pt x="891" y="972"/>
                        <a:pt x="1130" y="778"/>
                        <a:pt x="1138" y="485"/>
                      </a:cubicBezTo>
                      <a:cubicBezTo>
                        <a:pt x="1138" y="218"/>
                        <a:pt x="920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20" name="Google Shape;3720;p70"/>
              <p:cNvGrpSpPr/>
              <p:nvPr/>
            </p:nvGrpSpPr>
            <p:grpSpPr>
              <a:xfrm>
                <a:off x="4843373" y="3631407"/>
                <a:ext cx="16273" cy="16186"/>
                <a:chOff x="4843373" y="3631407"/>
                <a:chExt cx="16273" cy="16186"/>
              </a:xfrm>
            </p:grpSpPr>
            <p:sp>
              <p:nvSpPr>
                <p:cNvPr id="3721" name="Google Shape;3721;p70"/>
                <p:cNvSpPr/>
                <p:nvPr/>
              </p:nvSpPr>
              <p:spPr>
                <a:xfrm>
                  <a:off x="4843373" y="3631407"/>
                  <a:ext cx="16273" cy="1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9" h="2058" extrusionOk="0">
                      <a:moveTo>
                        <a:pt x="1029" y="1"/>
                      </a:moveTo>
                      <a:cubicBezTo>
                        <a:pt x="460" y="1"/>
                        <a:pt x="0" y="460"/>
                        <a:pt x="0" y="1029"/>
                      </a:cubicBezTo>
                      <a:cubicBezTo>
                        <a:pt x="0" y="1597"/>
                        <a:pt x="460" y="2057"/>
                        <a:pt x="1029" y="2057"/>
                      </a:cubicBezTo>
                      <a:cubicBezTo>
                        <a:pt x="1609" y="2057"/>
                        <a:pt x="2069" y="1597"/>
                        <a:pt x="2069" y="1029"/>
                      </a:cubicBezTo>
                      <a:cubicBezTo>
                        <a:pt x="2069" y="460"/>
                        <a:pt x="1609" y="1"/>
                        <a:pt x="102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2" name="Google Shape;3722;p70"/>
                <p:cNvSpPr/>
                <p:nvPr/>
              </p:nvSpPr>
              <p:spPr>
                <a:xfrm>
                  <a:off x="4849178" y="3637211"/>
                  <a:ext cx="4672" cy="4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" h="582" extrusionOk="0">
                      <a:moveTo>
                        <a:pt x="291" y="1"/>
                      </a:moveTo>
                      <a:cubicBezTo>
                        <a:pt x="133" y="1"/>
                        <a:pt x="0" y="134"/>
                        <a:pt x="0" y="291"/>
                      </a:cubicBezTo>
                      <a:cubicBezTo>
                        <a:pt x="0" y="460"/>
                        <a:pt x="133" y="581"/>
                        <a:pt x="291" y="581"/>
                      </a:cubicBezTo>
                      <a:cubicBezTo>
                        <a:pt x="460" y="581"/>
                        <a:pt x="593" y="460"/>
                        <a:pt x="593" y="291"/>
                      </a:cubicBezTo>
                      <a:cubicBezTo>
                        <a:pt x="593" y="134"/>
                        <a:pt x="460" y="1"/>
                        <a:pt x="29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23" name="Google Shape;3723;p70"/>
              <p:cNvGrpSpPr/>
              <p:nvPr/>
            </p:nvGrpSpPr>
            <p:grpSpPr>
              <a:xfrm>
                <a:off x="4727773" y="3591578"/>
                <a:ext cx="31499" cy="26898"/>
                <a:chOff x="4727773" y="3591578"/>
                <a:chExt cx="31499" cy="26898"/>
              </a:xfrm>
            </p:grpSpPr>
            <p:sp>
              <p:nvSpPr>
                <p:cNvPr id="3724" name="Google Shape;3724;p70"/>
                <p:cNvSpPr/>
                <p:nvPr/>
              </p:nvSpPr>
              <p:spPr>
                <a:xfrm>
                  <a:off x="4727773" y="3591578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0"/>
                      </a:moveTo>
                      <a:cubicBezTo>
                        <a:pt x="1855" y="0"/>
                        <a:pt x="1426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3993" y="2657"/>
                        <a:pt x="4005" y="1714"/>
                      </a:cubicBezTo>
                      <a:cubicBezTo>
                        <a:pt x="4005" y="683"/>
                        <a:pt x="3158" y="0"/>
                        <a:pt x="227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5" name="Google Shape;3725;p70"/>
                <p:cNvSpPr/>
                <p:nvPr/>
              </p:nvSpPr>
              <p:spPr>
                <a:xfrm>
                  <a:off x="4740719" y="3601244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2" y="824"/>
                      </a:cubicBezTo>
                      <a:cubicBezTo>
                        <a:pt x="400" y="921"/>
                        <a:pt x="520" y="964"/>
                        <a:pt x="638" y="964"/>
                      </a:cubicBezTo>
                      <a:cubicBezTo>
                        <a:pt x="886" y="964"/>
                        <a:pt x="1125" y="772"/>
                        <a:pt x="1125" y="485"/>
                      </a:cubicBezTo>
                      <a:cubicBezTo>
                        <a:pt x="1125" y="219"/>
                        <a:pt x="907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726" name="Google Shape;3726;p70"/>
              <p:cNvSpPr/>
              <p:nvPr/>
            </p:nvSpPr>
            <p:spPr>
              <a:xfrm>
                <a:off x="4652041" y="3622590"/>
                <a:ext cx="31405" cy="26906"/>
              </a:xfrm>
              <a:custGeom>
                <a:avLst/>
                <a:gdLst/>
                <a:ahLst/>
                <a:cxnLst/>
                <a:rect l="l" t="t" r="r" b="b"/>
                <a:pathLst>
                  <a:path w="3993" h="3421" extrusionOk="0">
                    <a:moveTo>
                      <a:pt x="2273" y="1"/>
                    </a:moveTo>
                    <a:cubicBezTo>
                      <a:pt x="1853" y="1"/>
                      <a:pt x="1426" y="157"/>
                      <a:pt x="1077" y="505"/>
                    </a:cubicBezTo>
                    <a:cubicBezTo>
                      <a:pt x="1" y="1581"/>
                      <a:pt x="763" y="3420"/>
                      <a:pt x="2287" y="3420"/>
                    </a:cubicBezTo>
                    <a:cubicBezTo>
                      <a:pt x="3231" y="3420"/>
                      <a:pt x="3993" y="2658"/>
                      <a:pt x="3993" y="1714"/>
                    </a:cubicBezTo>
                    <a:cubicBezTo>
                      <a:pt x="3993" y="683"/>
                      <a:pt x="3151" y="1"/>
                      <a:pt x="227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27" name="Google Shape;3727;p70"/>
              <p:cNvSpPr/>
              <p:nvPr/>
            </p:nvSpPr>
            <p:spPr>
              <a:xfrm>
                <a:off x="4666222" y="3632264"/>
                <a:ext cx="7613" cy="7621"/>
              </a:xfrm>
              <a:custGeom>
                <a:avLst/>
                <a:gdLst/>
                <a:ahLst/>
                <a:cxnLst/>
                <a:rect l="l" t="t" r="r" b="b"/>
                <a:pathLst>
                  <a:path w="968" h="969" extrusionOk="0">
                    <a:moveTo>
                      <a:pt x="484" y="1"/>
                    </a:moveTo>
                    <a:cubicBezTo>
                      <a:pt x="218" y="1"/>
                      <a:pt x="0" y="218"/>
                      <a:pt x="0" y="484"/>
                    </a:cubicBezTo>
                    <a:cubicBezTo>
                      <a:pt x="0" y="751"/>
                      <a:pt x="218" y="968"/>
                      <a:pt x="484" y="968"/>
                    </a:cubicBezTo>
                    <a:cubicBezTo>
                      <a:pt x="750" y="968"/>
                      <a:pt x="968" y="751"/>
                      <a:pt x="968" y="484"/>
                    </a:cubicBezTo>
                    <a:cubicBezTo>
                      <a:pt x="968" y="218"/>
                      <a:pt x="750" y="1"/>
                      <a:pt x="484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3728" name="Google Shape;3728;p70"/>
              <p:cNvGrpSpPr/>
              <p:nvPr/>
            </p:nvGrpSpPr>
            <p:grpSpPr>
              <a:xfrm>
                <a:off x="4609421" y="3577398"/>
                <a:ext cx="31499" cy="27001"/>
                <a:chOff x="4609421" y="3577398"/>
                <a:chExt cx="31499" cy="27001"/>
              </a:xfrm>
            </p:grpSpPr>
            <p:sp>
              <p:nvSpPr>
                <p:cNvPr id="3729" name="Google Shape;3729;p70"/>
                <p:cNvSpPr/>
                <p:nvPr/>
              </p:nvSpPr>
              <p:spPr>
                <a:xfrm>
                  <a:off x="4609421" y="3577398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3" y="3432"/>
                        <a:pt x="2287" y="3432"/>
                      </a:cubicBezTo>
                      <a:cubicBezTo>
                        <a:pt x="3230" y="3432"/>
                        <a:pt x="3992" y="2658"/>
                        <a:pt x="4005" y="1714"/>
                      </a:cubicBezTo>
                      <a:cubicBezTo>
                        <a:pt x="3996" y="683"/>
                        <a:pt x="3152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0" name="Google Shape;3730;p70"/>
                <p:cNvSpPr/>
                <p:nvPr/>
              </p:nvSpPr>
              <p:spPr>
                <a:xfrm>
                  <a:off x="4623594" y="3587072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9" y="1"/>
                        <a:pt x="1" y="218"/>
                        <a:pt x="1" y="484"/>
                      </a:cubicBezTo>
                      <a:cubicBezTo>
                        <a:pt x="1" y="751"/>
                        <a:pt x="219" y="968"/>
                        <a:pt x="485" y="968"/>
                      </a:cubicBezTo>
                      <a:cubicBezTo>
                        <a:pt x="751" y="968"/>
                        <a:pt x="969" y="751"/>
                        <a:pt x="969" y="484"/>
                      </a:cubicBezTo>
                      <a:cubicBezTo>
                        <a:pt x="969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31" name="Google Shape;3731;p70"/>
              <p:cNvGrpSpPr/>
              <p:nvPr/>
            </p:nvGrpSpPr>
            <p:grpSpPr>
              <a:xfrm>
                <a:off x="4649289" y="3577398"/>
                <a:ext cx="31499" cy="27001"/>
                <a:chOff x="4649289" y="3577398"/>
                <a:chExt cx="31499" cy="27001"/>
              </a:xfrm>
            </p:grpSpPr>
            <p:sp>
              <p:nvSpPr>
                <p:cNvPr id="3732" name="Google Shape;3732;p70"/>
                <p:cNvSpPr/>
                <p:nvPr/>
              </p:nvSpPr>
              <p:spPr>
                <a:xfrm>
                  <a:off x="4649289" y="3577398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5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32"/>
                        <a:pt x="4004" y="2658"/>
                        <a:pt x="4004" y="1714"/>
                      </a:cubicBezTo>
                      <a:cubicBezTo>
                        <a:pt x="4004" y="683"/>
                        <a:pt x="3157" y="1"/>
                        <a:pt x="227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3" name="Google Shape;3733;p70"/>
                <p:cNvSpPr/>
                <p:nvPr/>
              </p:nvSpPr>
              <p:spPr>
                <a:xfrm>
                  <a:off x="4662227" y="3587072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35"/>
                      </a:cubicBezTo>
                      <a:cubicBezTo>
                        <a:pt x="400" y="932"/>
                        <a:pt x="519" y="976"/>
                        <a:pt x="636" y="976"/>
                      </a:cubicBezTo>
                      <a:cubicBezTo>
                        <a:pt x="885" y="976"/>
                        <a:pt x="1125" y="780"/>
                        <a:pt x="1125" y="484"/>
                      </a:cubicBezTo>
                      <a:cubicBezTo>
                        <a:pt x="1125" y="218"/>
                        <a:pt x="907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34" name="Google Shape;3734;p70"/>
              <p:cNvGrpSpPr/>
              <p:nvPr/>
            </p:nvGrpSpPr>
            <p:grpSpPr>
              <a:xfrm>
                <a:off x="4605614" y="3639523"/>
                <a:ext cx="31499" cy="26906"/>
                <a:chOff x="4605614" y="3639523"/>
                <a:chExt cx="31499" cy="26906"/>
              </a:xfrm>
            </p:grpSpPr>
            <p:sp>
              <p:nvSpPr>
                <p:cNvPr id="3735" name="Google Shape;3735;p70"/>
                <p:cNvSpPr/>
                <p:nvPr/>
              </p:nvSpPr>
              <p:spPr>
                <a:xfrm>
                  <a:off x="4605614" y="3639523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76" y="1"/>
                      </a:moveTo>
                      <a:cubicBezTo>
                        <a:pt x="1855" y="1"/>
                        <a:pt x="1425" y="157"/>
                        <a:pt x="1077" y="505"/>
                      </a:cubicBezTo>
                      <a:cubicBezTo>
                        <a:pt x="1" y="1582"/>
                        <a:pt x="763" y="3420"/>
                        <a:pt x="2287" y="3420"/>
                      </a:cubicBezTo>
                      <a:cubicBezTo>
                        <a:pt x="3230" y="3420"/>
                        <a:pt x="3993" y="2658"/>
                        <a:pt x="4005" y="1715"/>
                      </a:cubicBezTo>
                      <a:cubicBezTo>
                        <a:pt x="4005" y="683"/>
                        <a:pt x="3157" y="1"/>
                        <a:pt x="227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6" name="Google Shape;3736;p70"/>
                <p:cNvSpPr/>
                <p:nvPr/>
              </p:nvSpPr>
              <p:spPr>
                <a:xfrm>
                  <a:off x="4619795" y="3649197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37" name="Google Shape;3737;p70"/>
              <p:cNvGrpSpPr/>
              <p:nvPr/>
            </p:nvGrpSpPr>
            <p:grpSpPr>
              <a:xfrm>
                <a:off x="4785149" y="3618846"/>
                <a:ext cx="26930" cy="26843"/>
                <a:chOff x="4785149" y="3618846"/>
                <a:chExt cx="26930" cy="26843"/>
              </a:xfrm>
            </p:grpSpPr>
            <p:sp>
              <p:nvSpPr>
                <p:cNvPr id="3738" name="Google Shape;3738;p70"/>
                <p:cNvSpPr/>
                <p:nvPr/>
              </p:nvSpPr>
              <p:spPr>
                <a:xfrm>
                  <a:off x="4785149" y="3618846"/>
                  <a:ext cx="26930" cy="26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" h="3413" extrusionOk="0">
                      <a:moveTo>
                        <a:pt x="1718" y="1"/>
                      </a:moveTo>
                      <a:cubicBezTo>
                        <a:pt x="774" y="1"/>
                        <a:pt x="0" y="763"/>
                        <a:pt x="0" y="1707"/>
                      </a:cubicBezTo>
                      <a:cubicBezTo>
                        <a:pt x="0" y="2650"/>
                        <a:pt x="774" y="3412"/>
                        <a:pt x="1718" y="3412"/>
                      </a:cubicBezTo>
                      <a:cubicBezTo>
                        <a:pt x="2662" y="3412"/>
                        <a:pt x="3424" y="2650"/>
                        <a:pt x="3424" y="1707"/>
                      </a:cubicBezTo>
                      <a:cubicBezTo>
                        <a:pt x="3424" y="763"/>
                        <a:pt x="2662" y="1"/>
                        <a:pt x="171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9" name="Google Shape;3739;p70"/>
                <p:cNvSpPr/>
                <p:nvPr/>
              </p:nvSpPr>
              <p:spPr>
                <a:xfrm>
                  <a:off x="4793611" y="3628457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2" y="1"/>
                      </a:moveTo>
                      <a:cubicBezTo>
                        <a:pt x="206" y="1"/>
                        <a:pt x="1" y="521"/>
                        <a:pt x="303" y="823"/>
                      </a:cubicBezTo>
                      <a:cubicBezTo>
                        <a:pt x="401" y="921"/>
                        <a:pt x="521" y="964"/>
                        <a:pt x="639" y="964"/>
                      </a:cubicBezTo>
                      <a:cubicBezTo>
                        <a:pt x="887" y="964"/>
                        <a:pt x="1126" y="772"/>
                        <a:pt x="1126" y="485"/>
                      </a:cubicBezTo>
                      <a:cubicBezTo>
                        <a:pt x="1126" y="218"/>
                        <a:pt x="908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40" name="Google Shape;3740;p70"/>
              <p:cNvGrpSpPr/>
              <p:nvPr/>
            </p:nvGrpSpPr>
            <p:grpSpPr>
              <a:xfrm>
                <a:off x="4810167" y="3601567"/>
                <a:ext cx="31405" cy="26898"/>
                <a:chOff x="4810167" y="3601567"/>
                <a:chExt cx="31405" cy="26898"/>
              </a:xfrm>
            </p:grpSpPr>
            <p:sp>
              <p:nvSpPr>
                <p:cNvPr id="3741" name="Google Shape;3741;p70"/>
                <p:cNvSpPr/>
                <p:nvPr/>
              </p:nvSpPr>
              <p:spPr>
                <a:xfrm>
                  <a:off x="4810167" y="3601567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3993" y="2658"/>
                        <a:pt x="3993" y="1714"/>
                      </a:cubicBezTo>
                      <a:cubicBezTo>
                        <a:pt x="3993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2" name="Google Shape;3742;p70"/>
                <p:cNvSpPr/>
                <p:nvPr/>
              </p:nvSpPr>
              <p:spPr>
                <a:xfrm>
                  <a:off x="4824348" y="3611241"/>
                  <a:ext cx="7613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43" name="Google Shape;3743;p70"/>
              <p:cNvGrpSpPr/>
              <p:nvPr/>
            </p:nvGrpSpPr>
            <p:grpSpPr>
              <a:xfrm>
                <a:off x="4831002" y="3373230"/>
                <a:ext cx="31405" cy="26898"/>
                <a:chOff x="4831002" y="3373230"/>
                <a:chExt cx="31405" cy="26898"/>
              </a:xfrm>
            </p:grpSpPr>
            <p:sp>
              <p:nvSpPr>
                <p:cNvPr id="3744" name="Google Shape;3744;p70"/>
                <p:cNvSpPr/>
                <p:nvPr/>
              </p:nvSpPr>
              <p:spPr>
                <a:xfrm>
                  <a:off x="4831002" y="3373230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6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3993" y="2657"/>
                        <a:pt x="3993" y="1714"/>
                      </a:cubicBezTo>
                      <a:cubicBezTo>
                        <a:pt x="3993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5" name="Google Shape;3745;p70"/>
                <p:cNvSpPr/>
                <p:nvPr/>
              </p:nvSpPr>
              <p:spPr>
                <a:xfrm>
                  <a:off x="4845182" y="3382896"/>
                  <a:ext cx="7519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" h="969" extrusionOk="0">
                      <a:moveTo>
                        <a:pt x="472" y="1"/>
                      </a:moveTo>
                      <a:cubicBezTo>
                        <a:pt x="206" y="1"/>
                        <a:pt x="0" y="219"/>
                        <a:pt x="0" y="485"/>
                      </a:cubicBezTo>
                      <a:cubicBezTo>
                        <a:pt x="0" y="751"/>
                        <a:pt x="206" y="969"/>
                        <a:pt x="472" y="969"/>
                      </a:cubicBezTo>
                      <a:cubicBezTo>
                        <a:pt x="750" y="969"/>
                        <a:pt x="956" y="751"/>
                        <a:pt x="956" y="485"/>
                      </a:cubicBezTo>
                      <a:cubicBezTo>
                        <a:pt x="956" y="219"/>
                        <a:pt x="750" y="1"/>
                        <a:pt x="47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46" name="Google Shape;3746;p70"/>
              <p:cNvGrpSpPr/>
              <p:nvPr/>
            </p:nvGrpSpPr>
            <p:grpSpPr>
              <a:xfrm>
                <a:off x="4719311" y="3355054"/>
                <a:ext cx="31499" cy="27001"/>
                <a:chOff x="4719311" y="3355054"/>
                <a:chExt cx="31499" cy="27001"/>
              </a:xfrm>
            </p:grpSpPr>
            <p:sp>
              <p:nvSpPr>
                <p:cNvPr id="3747" name="Google Shape;3747;p70"/>
                <p:cNvSpPr/>
                <p:nvPr/>
              </p:nvSpPr>
              <p:spPr>
                <a:xfrm>
                  <a:off x="4719311" y="3355054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5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1"/>
                        <a:pt x="762" y="3432"/>
                        <a:pt x="2287" y="3432"/>
                      </a:cubicBezTo>
                      <a:cubicBezTo>
                        <a:pt x="3230" y="3432"/>
                        <a:pt x="4004" y="2658"/>
                        <a:pt x="4004" y="1714"/>
                      </a:cubicBezTo>
                      <a:cubicBezTo>
                        <a:pt x="4004" y="683"/>
                        <a:pt x="3157" y="1"/>
                        <a:pt x="227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8" name="Google Shape;3748;p70"/>
                <p:cNvSpPr/>
                <p:nvPr/>
              </p:nvSpPr>
              <p:spPr>
                <a:xfrm>
                  <a:off x="4733578" y="3364822"/>
                  <a:ext cx="7527" cy="75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" h="957" extrusionOk="0">
                      <a:moveTo>
                        <a:pt x="473" y="1"/>
                      </a:moveTo>
                      <a:cubicBezTo>
                        <a:pt x="206" y="1"/>
                        <a:pt x="1" y="206"/>
                        <a:pt x="1" y="472"/>
                      </a:cubicBezTo>
                      <a:cubicBezTo>
                        <a:pt x="1" y="738"/>
                        <a:pt x="206" y="956"/>
                        <a:pt x="473" y="956"/>
                      </a:cubicBezTo>
                      <a:cubicBezTo>
                        <a:pt x="751" y="956"/>
                        <a:pt x="956" y="738"/>
                        <a:pt x="956" y="472"/>
                      </a:cubicBezTo>
                      <a:cubicBezTo>
                        <a:pt x="956" y="206"/>
                        <a:pt x="751" y="1"/>
                        <a:pt x="47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49" name="Google Shape;3749;p70"/>
              <p:cNvGrpSpPr/>
              <p:nvPr/>
            </p:nvGrpSpPr>
            <p:grpSpPr>
              <a:xfrm>
                <a:off x="4798755" y="3450260"/>
                <a:ext cx="26930" cy="26930"/>
                <a:chOff x="4798755" y="3450260"/>
                <a:chExt cx="26930" cy="26930"/>
              </a:xfrm>
            </p:grpSpPr>
            <p:sp>
              <p:nvSpPr>
                <p:cNvPr id="3750" name="Google Shape;3750;p70"/>
                <p:cNvSpPr/>
                <p:nvPr/>
              </p:nvSpPr>
              <p:spPr>
                <a:xfrm>
                  <a:off x="4798755" y="3450260"/>
                  <a:ext cx="26930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" h="3424" extrusionOk="0">
                      <a:moveTo>
                        <a:pt x="1718" y="0"/>
                      </a:moveTo>
                      <a:cubicBezTo>
                        <a:pt x="774" y="0"/>
                        <a:pt x="0" y="763"/>
                        <a:pt x="0" y="1706"/>
                      </a:cubicBezTo>
                      <a:cubicBezTo>
                        <a:pt x="0" y="2650"/>
                        <a:pt x="774" y="3424"/>
                        <a:pt x="1718" y="3424"/>
                      </a:cubicBezTo>
                      <a:cubicBezTo>
                        <a:pt x="2661" y="3424"/>
                        <a:pt x="3423" y="2650"/>
                        <a:pt x="3423" y="1706"/>
                      </a:cubicBezTo>
                      <a:cubicBezTo>
                        <a:pt x="3423" y="763"/>
                        <a:pt x="2661" y="0"/>
                        <a:pt x="171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1" name="Google Shape;3751;p70"/>
                <p:cNvSpPr/>
                <p:nvPr/>
              </p:nvSpPr>
              <p:spPr>
                <a:xfrm>
                  <a:off x="4807218" y="3459871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0"/>
                      </a:moveTo>
                      <a:cubicBezTo>
                        <a:pt x="206" y="0"/>
                        <a:pt x="1" y="520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0" y="966"/>
                        <a:pt x="1126" y="777"/>
                        <a:pt x="1126" y="484"/>
                      </a:cubicBezTo>
                      <a:cubicBezTo>
                        <a:pt x="1126" y="218"/>
                        <a:pt x="908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52" name="Google Shape;3752;p70"/>
              <p:cNvGrpSpPr/>
              <p:nvPr/>
            </p:nvGrpSpPr>
            <p:grpSpPr>
              <a:xfrm>
                <a:off x="4645576" y="3467555"/>
                <a:ext cx="31405" cy="26953"/>
                <a:chOff x="4645576" y="3467555"/>
                <a:chExt cx="31405" cy="26953"/>
              </a:xfrm>
            </p:grpSpPr>
            <p:sp>
              <p:nvSpPr>
                <p:cNvPr id="3753" name="Google Shape;3753;p70"/>
                <p:cNvSpPr/>
                <p:nvPr/>
              </p:nvSpPr>
              <p:spPr>
                <a:xfrm>
                  <a:off x="4645576" y="3467555"/>
                  <a:ext cx="31405" cy="2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7" extrusionOk="0">
                      <a:moveTo>
                        <a:pt x="2272" y="0"/>
                      </a:moveTo>
                      <a:cubicBezTo>
                        <a:pt x="1853" y="0"/>
                        <a:pt x="1425" y="155"/>
                        <a:pt x="1077" y="499"/>
                      </a:cubicBezTo>
                      <a:cubicBezTo>
                        <a:pt x="0" y="1576"/>
                        <a:pt x="750" y="3414"/>
                        <a:pt x="2274" y="3426"/>
                      </a:cubicBezTo>
                      <a:cubicBezTo>
                        <a:pt x="3218" y="3426"/>
                        <a:pt x="3992" y="2652"/>
                        <a:pt x="3992" y="1709"/>
                      </a:cubicBezTo>
                      <a:cubicBezTo>
                        <a:pt x="3992" y="677"/>
                        <a:pt x="3150" y="0"/>
                        <a:pt x="227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4" name="Google Shape;3754;p70"/>
                <p:cNvSpPr/>
                <p:nvPr/>
              </p:nvSpPr>
              <p:spPr>
                <a:xfrm>
                  <a:off x="4659749" y="3477182"/>
                  <a:ext cx="7527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" h="969" extrusionOk="0">
                      <a:moveTo>
                        <a:pt x="472" y="1"/>
                      </a:moveTo>
                      <a:cubicBezTo>
                        <a:pt x="206" y="1"/>
                        <a:pt x="1" y="219"/>
                        <a:pt x="1" y="485"/>
                      </a:cubicBezTo>
                      <a:cubicBezTo>
                        <a:pt x="1" y="751"/>
                        <a:pt x="206" y="969"/>
                        <a:pt x="472" y="969"/>
                      </a:cubicBezTo>
                      <a:cubicBezTo>
                        <a:pt x="751" y="969"/>
                        <a:pt x="956" y="751"/>
                        <a:pt x="956" y="485"/>
                      </a:cubicBezTo>
                      <a:cubicBezTo>
                        <a:pt x="956" y="219"/>
                        <a:pt x="751" y="1"/>
                        <a:pt x="47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55" name="Google Shape;3755;p70"/>
              <p:cNvGrpSpPr/>
              <p:nvPr/>
            </p:nvGrpSpPr>
            <p:grpSpPr>
              <a:xfrm>
                <a:off x="4687631" y="3583965"/>
                <a:ext cx="31499" cy="26898"/>
                <a:chOff x="4687631" y="3583965"/>
                <a:chExt cx="31499" cy="26898"/>
              </a:xfrm>
            </p:grpSpPr>
            <p:sp>
              <p:nvSpPr>
                <p:cNvPr id="3756" name="Google Shape;3756;p70"/>
                <p:cNvSpPr/>
                <p:nvPr/>
              </p:nvSpPr>
              <p:spPr>
                <a:xfrm>
                  <a:off x="4687631" y="3583965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4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20"/>
                        <a:pt x="2298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2" y="0"/>
                        <a:pt x="228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7" name="Google Shape;3757;p70"/>
                <p:cNvSpPr/>
                <p:nvPr/>
              </p:nvSpPr>
              <p:spPr>
                <a:xfrm>
                  <a:off x="4700568" y="3593639"/>
                  <a:ext cx="8950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4" extrusionOk="0">
                      <a:moveTo>
                        <a:pt x="641" y="0"/>
                      </a:moveTo>
                      <a:cubicBezTo>
                        <a:pt x="218" y="0"/>
                        <a:pt x="0" y="520"/>
                        <a:pt x="303" y="823"/>
                      </a:cubicBezTo>
                      <a:cubicBezTo>
                        <a:pt x="404" y="920"/>
                        <a:pt x="525" y="964"/>
                        <a:pt x="644" y="964"/>
                      </a:cubicBezTo>
                      <a:cubicBezTo>
                        <a:pt x="893" y="964"/>
                        <a:pt x="1129" y="771"/>
                        <a:pt x="1137" y="484"/>
                      </a:cubicBezTo>
                      <a:cubicBezTo>
                        <a:pt x="1137" y="218"/>
                        <a:pt x="920" y="0"/>
                        <a:pt x="64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58" name="Google Shape;3758;p70"/>
              <p:cNvGrpSpPr/>
              <p:nvPr/>
            </p:nvGrpSpPr>
            <p:grpSpPr>
              <a:xfrm>
                <a:off x="4719311" y="3471314"/>
                <a:ext cx="31499" cy="27001"/>
                <a:chOff x="4719311" y="3471314"/>
                <a:chExt cx="31499" cy="27001"/>
              </a:xfrm>
            </p:grpSpPr>
            <p:sp>
              <p:nvSpPr>
                <p:cNvPr id="3759" name="Google Shape;3759;p70"/>
                <p:cNvSpPr/>
                <p:nvPr/>
              </p:nvSpPr>
              <p:spPr>
                <a:xfrm>
                  <a:off x="4719311" y="3471314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5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1"/>
                        <a:pt x="774" y="3432"/>
                        <a:pt x="2299" y="3432"/>
                      </a:cubicBezTo>
                      <a:cubicBezTo>
                        <a:pt x="3242" y="3432"/>
                        <a:pt x="4004" y="2658"/>
                        <a:pt x="4004" y="1715"/>
                      </a:cubicBezTo>
                      <a:cubicBezTo>
                        <a:pt x="4004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0" name="Google Shape;3760;p70"/>
                <p:cNvSpPr/>
                <p:nvPr/>
              </p:nvSpPr>
              <p:spPr>
                <a:xfrm>
                  <a:off x="4732249" y="3480988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8"/>
                        <a:pt x="920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61" name="Google Shape;3761;p70"/>
              <p:cNvGrpSpPr/>
              <p:nvPr/>
            </p:nvGrpSpPr>
            <p:grpSpPr>
              <a:xfrm>
                <a:off x="4719311" y="3434404"/>
                <a:ext cx="31499" cy="26898"/>
                <a:chOff x="4719311" y="3434404"/>
                <a:chExt cx="31499" cy="26898"/>
              </a:xfrm>
            </p:grpSpPr>
            <p:sp>
              <p:nvSpPr>
                <p:cNvPr id="3762" name="Google Shape;3762;p70"/>
                <p:cNvSpPr/>
                <p:nvPr/>
              </p:nvSpPr>
              <p:spPr>
                <a:xfrm>
                  <a:off x="4719311" y="3434404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3" name="Google Shape;3763;p70"/>
                <p:cNvSpPr/>
                <p:nvPr/>
              </p:nvSpPr>
              <p:spPr>
                <a:xfrm>
                  <a:off x="4732249" y="3444078"/>
                  <a:ext cx="8856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4" extrusionOk="0">
                      <a:moveTo>
                        <a:pt x="642" y="0"/>
                      </a:moveTo>
                      <a:cubicBezTo>
                        <a:pt x="218" y="0"/>
                        <a:pt x="0" y="520"/>
                        <a:pt x="303" y="823"/>
                      </a:cubicBezTo>
                      <a:cubicBezTo>
                        <a:pt x="400" y="920"/>
                        <a:pt x="520" y="964"/>
                        <a:pt x="638" y="964"/>
                      </a:cubicBezTo>
                      <a:cubicBezTo>
                        <a:pt x="886" y="964"/>
                        <a:pt x="1125" y="771"/>
                        <a:pt x="1125" y="484"/>
                      </a:cubicBezTo>
                      <a:cubicBezTo>
                        <a:pt x="1125" y="218"/>
                        <a:pt x="920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64" name="Google Shape;3764;p70"/>
              <p:cNvGrpSpPr/>
              <p:nvPr/>
            </p:nvGrpSpPr>
            <p:grpSpPr>
              <a:xfrm>
                <a:off x="4768876" y="3401772"/>
                <a:ext cx="31499" cy="26898"/>
                <a:chOff x="4768876" y="3401772"/>
                <a:chExt cx="31499" cy="26898"/>
              </a:xfrm>
            </p:grpSpPr>
            <p:sp>
              <p:nvSpPr>
                <p:cNvPr id="3765" name="Google Shape;3765;p70"/>
                <p:cNvSpPr/>
                <p:nvPr/>
              </p:nvSpPr>
              <p:spPr>
                <a:xfrm>
                  <a:off x="4768876" y="3401772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0"/>
                      </a:moveTo>
                      <a:cubicBezTo>
                        <a:pt x="1855" y="0"/>
                        <a:pt x="1425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4005" y="2657"/>
                        <a:pt x="4005" y="1714"/>
                      </a:cubicBezTo>
                      <a:cubicBezTo>
                        <a:pt x="4005" y="683"/>
                        <a:pt x="3157" y="0"/>
                        <a:pt x="227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6" name="Google Shape;3766;p70"/>
                <p:cNvSpPr/>
                <p:nvPr/>
              </p:nvSpPr>
              <p:spPr>
                <a:xfrm>
                  <a:off x="4783057" y="3411438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51"/>
                        <a:pt x="218" y="969"/>
                        <a:pt x="484" y="969"/>
                      </a:cubicBezTo>
                      <a:cubicBezTo>
                        <a:pt x="750" y="969"/>
                        <a:pt x="968" y="751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67" name="Google Shape;3767;p70"/>
              <p:cNvGrpSpPr/>
              <p:nvPr/>
            </p:nvGrpSpPr>
            <p:grpSpPr>
              <a:xfrm>
                <a:off x="4762214" y="3471377"/>
                <a:ext cx="26938" cy="26938"/>
                <a:chOff x="4762214" y="3471377"/>
                <a:chExt cx="26938" cy="26938"/>
              </a:xfrm>
            </p:grpSpPr>
            <p:sp>
              <p:nvSpPr>
                <p:cNvPr id="3768" name="Google Shape;3768;p70"/>
                <p:cNvSpPr/>
                <p:nvPr/>
              </p:nvSpPr>
              <p:spPr>
                <a:xfrm>
                  <a:off x="4762214" y="3471377"/>
                  <a:ext cx="26938" cy="2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5" h="3425" extrusionOk="0">
                      <a:moveTo>
                        <a:pt x="1707" y="1"/>
                      </a:moveTo>
                      <a:cubicBezTo>
                        <a:pt x="763" y="1"/>
                        <a:pt x="1" y="763"/>
                        <a:pt x="1" y="1707"/>
                      </a:cubicBezTo>
                      <a:cubicBezTo>
                        <a:pt x="1" y="2650"/>
                        <a:pt x="763" y="3424"/>
                        <a:pt x="1707" y="3424"/>
                      </a:cubicBezTo>
                      <a:cubicBezTo>
                        <a:pt x="2662" y="3424"/>
                        <a:pt x="3424" y="2650"/>
                        <a:pt x="3424" y="1707"/>
                      </a:cubicBezTo>
                      <a:cubicBezTo>
                        <a:pt x="3424" y="763"/>
                        <a:pt x="2662" y="1"/>
                        <a:pt x="170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9" name="Google Shape;3769;p70"/>
                <p:cNvSpPr/>
                <p:nvPr/>
              </p:nvSpPr>
              <p:spPr>
                <a:xfrm>
                  <a:off x="4770591" y="3480988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8"/>
                        <a:pt x="920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70" name="Google Shape;3770;p70"/>
              <p:cNvGrpSpPr/>
              <p:nvPr/>
            </p:nvGrpSpPr>
            <p:grpSpPr>
              <a:xfrm>
                <a:off x="4790473" y="3344782"/>
                <a:ext cx="31405" cy="26898"/>
                <a:chOff x="4790473" y="3344782"/>
                <a:chExt cx="31405" cy="26898"/>
              </a:xfrm>
            </p:grpSpPr>
            <p:sp>
              <p:nvSpPr>
                <p:cNvPr id="3771" name="Google Shape;3771;p70"/>
                <p:cNvSpPr/>
                <p:nvPr/>
              </p:nvSpPr>
              <p:spPr>
                <a:xfrm>
                  <a:off x="4790473" y="3344782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0" y="3420"/>
                        <a:pt x="3993" y="2657"/>
                        <a:pt x="3993" y="1714"/>
                      </a:cubicBezTo>
                      <a:cubicBezTo>
                        <a:pt x="3993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2" name="Google Shape;3772;p70"/>
                <p:cNvSpPr/>
                <p:nvPr/>
              </p:nvSpPr>
              <p:spPr>
                <a:xfrm>
                  <a:off x="4804654" y="3354456"/>
                  <a:ext cx="7613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73" name="Google Shape;3773;p70"/>
              <p:cNvGrpSpPr/>
              <p:nvPr/>
            </p:nvGrpSpPr>
            <p:grpSpPr>
              <a:xfrm>
                <a:off x="4823774" y="3950733"/>
                <a:ext cx="37398" cy="32034"/>
                <a:chOff x="4823774" y="3950733"/>
                <a:chExt cx="37398" cy="32034"/>
              </a:xfrm>
            </p:grpSpPr>
            <p:sp>
              <p:nvSpPr>
                <p:cNvPr id="3774" name="Google Shape;3774;p70"/>
                <p:cNvSpPr/>
                <p:nvPr/>
              </p:nvSpPr>
              <p:spPr>
                <a:xfrm>
                  <a:off x="4823774" y="3950733"/>
                  <a:ext cx="37398" cy="32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5" h="4073" extrusionOk="0">
                      <a:moveTo>
                        <a:pt x="2707" y="1"/>
                      </a:moveTo>
                      <a:cubicBezTo>
                        <a:pt x="2207" y="1"/>
                        <a:pt x="1698" y="186"/>
                        <a:pt x="1283" y="601"/>
                      </a:cubicBezTo>
                      <a:cubicBezTo>
                        <a:pt x="1" y="1883"/>
                        <a:pt x="908" y="4073"/>
                        <a:pt x="2722" y="4073"/>
                      </a:cubicBezTo>
                      <a:cubicBezTo>
                        <a:pt x="3835" y="4073"/>
                        <a:pt x="4755" y="3166"/>
                        <a:pt x="4755" y="2041"/>
                      </a:cubicBezTo>
                      <a:cubicBezTo>
                        <a:pt x="4755" y="813"/>
                        <a:pt x="3752" y="1"/>
                        <a:pt x="270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5" name="Google Shape;3775;p70"/>
                <p:cNvSpPr/>
                <p:nvPr/>
              </p:nvSpPr>
              <p:spPr>
                <a:xfrm>
                  <a:off x="4836617" y="3960407"/>
                  <a:ext cx="14849" cy="12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" h="1617" extrusionOk="0">
                      <a:moveTo>
                        <a:pt x="1089" y="0"/>
                      </a:moveTo>
                      <a:cubicBezTo>
                        <a:pt x="363" y="0"/>
                        <a:pt x="1" y="871"/>
                        <a:pt x="509" y="1379"/>
                      </a:cubicBezTo>
                      <a:cubicBezTo>
                        <a:pt x="673" y="1543"/>
                        <a:pt x="874" y="1616"/>
                        <a:pt x="1073" y="1616"/>
                      </a:cubicBezTo>
                      <a:cubicBezTo>
                        <a:pt x="1488" y="1616"/>
                        <a:pt x="1888" y="1294"/>
                        <a:pt x="1888" y="811"/>
                      </a:cubicBezTo>
                      <a:cubicBezTo>
                        <a:pt x="1888" y="363"/>
                        <a:pt x="1537" y="0"/>
                        <a:pt x="108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76" name="Google Shape;3776;p70"/>
              <p:cNvGrpSpPr/>
              <p:nvPr/>
            </p:nvGrpSpPr>
            <p:grpSpPr>
              <a:xfrm>
                <a:off x="4823396" y="4110566"/>
                <a:ext cx="31405" cy="26906"/>
                <a:chOff x="4823396" y="4110566"/>
                <a:chExt cx="31405" cy="26906"/>
              </a:xfrm>
            </p:grpSpPr>
            <p:sp>
              <p:nvSpPr>
                <p:cNvPr id="3777" name="Google Shape;3777;p70"/>
                <p:cNvSpPr/>
                <p:nvPr/>
              </p:nvSpPr>
              <p:spPr>
                <a:xfrm>
                  <a:off x="4823396" y="4110566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2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5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8" name="Google Shape;3778;p70"/>
                <p:cNvSpPr/>
                <p:nvPr/>
              </p:nvSpPr>
              <p:spPr>
                <a:xfrm>
                  <a:off x="4836240" y="4120145"/>
                  <a:ext cx="8950" cy="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7" extrusionOk="0">
                      <a:moveTo>
                        <a:pt x="653" y="1"/>
                      </a:moveTo>
                      <a:cubicBezTo>
                        <a:pt x="218" y="1"/>
                        <a:pt x="0" y="533"/>
                        <a:pt x="303" y="835"/>
                      </a:cubicBezTo>
                      <a:cubicBezTo>
                        <a:pt x="404" y="933"/>
                        <a:pt x="527" y="976"/>
                        <a:pt x="646" y="976"/>
                      </a:cubicBezTo>
                      <a:cubicBezTo>
                        <a:pt x="898" y="976"/>
                        <a:pt x="1137" y="784"/>
                        <a:pt x="1137" y="497"/>
                      </a:cubicBezTo>
                      <a:cubicBezTo>
                        <a:pt x="1137" y="218"/>
                        <a:pt x="920" y="1"/>
                        <a:pt x="65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79" name="Google Shape;3779;p70"/>
              <p:cNvGrpSpPr/>
              <p:nvPr/>
            </p:nvGrpSpPr>
            <p:grpSpPr>
              <a:xfrm>
                <a:off x="4838332" y="3821150"/>
                <a:ext cx="31499" cy="26898"/>
                <a:chOff x="4838332" y="3821150"/>
                <a:chExt cx="31499" cy="26898"/>
              </a:xfrm>
            </p:grpSpPr>
            <p:sp>
              <p:nvSpPr>
                <p:cNvPr id="3780" name="Google Shape;3780;p70"/>
                <p:cNvSpPr/>
                <p:nvPr/>
              </p:nvSpPr>
              <p:spPr>
                <a:xfrm>
                  <a:off x="4838332" y="3821150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1"/>
                      </a:moveTo>
                      <a:cubicBezTo>
                        <a:pt x="1865" y="1"/>
                        <a:pt x="1437" y="156"/>
                        <a:pt x="1089" y="505"/>
                      </a:cubicBezTo>
                      <a:cubicBezTo>
                        <a:pt x="0" y="1581"/>
                        <a:pt x="775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1" name="Google Shape;3781;p70"/>
                <p:cNvSpPr/>
                <p:nvPr/>
              </p:nvSpPr>
              <p:spPr>
                <a:xfrm>
                  <a:off x="4851270" y="3830824"/>
                  <a:ext cx="8950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4" extrusionOk="0">
                      <a:moveTo>
                        <a:pt x="654" y="0"/>
                      </a:moveTo>
                      <a:cubicBezTo>
                        <a:pt x="218" y="0"/>
                        <a:pt x="0" y="521"/>
                        <a:pt x="303" y="823"/>
                      </a:cubicBezTo>
                      <a:cubicBezTo>
                        <a:pt x="404" y="920"/>
                        <a:pt x="526" y="964"/>
                        <a:pt x="644" y="964"/>
                      </a:cubicBezTo>
                      <a:cubicBezTo>
                        <a:pt x="893" y="964"/>
                        <a:pt x="1129" y="771"/>
                        <a:pt x="1138" y="484"/>
                      </a:cubicBezTo>
                      <a:cubicBezTo>
                        <a:pt x="1125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82" name="Google Shape;3782;p70"/>
              <p:cNvGrpSpPr/>
              <p:nvPr/>
            </p:nvGrpSpPr>
            <p:grpSpPr>
              <a:xfrm>
                <a:off x="4661275" y="3815007"/>
                <a:ext cx="36824" cy="31523"/>
                <a:chOff x="4661275" y="3815007"/>
                <a:chExt cx="36824" cy="31523"/>
              </a:xfrm>
            </p:grpSpPr>
            <p:sp>
              <p:nvSpPr>
                <p:cNvPr id="3783" name="Google Shape;3783;p70"/>
                <p:cNvSpPr/>
                <p:nvPr/>
              </p:nvSpPr>
              <p:spPr>
                <a:xfrm>
                  <a:off x="4661275" y="3815007"/>
                  <a:ext cx="36824" cy="31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2" h="4008" extrusionOk="0">
                      <a:moveTo>
                        <a:pt x="2663" y="0"/>
                      </a:moveTo>
                      <a:cubicBezTo>
                        <a:pt x="2169" y="0"/>
                        <a:pt x="1666" y="184"/>
                        <a:pt x="1258" y="596"/>
                      </a:cubicBezTo>
                      <a:cubicBezTo>
                        <a:pt x="0" y="1854"/>
                        <a:pt x="895" y="4007"/>
                        <a:pt x="2674" y="4007"/>
                      </a:cubicBezTo>
                      <a:cubicBezTo>
                        <a:pt x="3774" y="4007"/>
                        <a:pt x="4682" y="3112"/>
                        <a:pt x="4682" y="2011"/>
                      </a:cubicBezTo>
                      <a:cubicBezTo>
                        <a:pt x="4682" y="801"/>
                        <a:pt x="3692" y="0"/>
                        <a:pt x="266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4" name="Google Shape;3784;p70"/>
                <p:cNvSpPr/>
                <p:nvPr/>
              </p:nvSpPr>
              <p:spPr>
                <a:xfrm>
                  <a:off x="4676211" y="3824736"/>
                  <a:ext cx="12183" cy="12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9" h="1549" extrusionOk="0">
                      <a:moveTo>
                        <a:pt x="775" y="0"/>
                      </a:moveTo>
                      <a:cubicBezTo>
                        <a:pt x="351" y="0"/>
                        <a:pt x="0" y="339"/>
                        <a:pt x="0" y="774"/>
                      </a:cubicBezTo>
                      <a:cubicBezTo>
                        <a:pt x="0" y="1198"/>
                        <a:pt x="351" y="1549"/>
                        <a:pt x="775" y="1549"/>
                      </a:cubicBezTo>
                      <a:cubicBezTo>
                        <a:pt x="1210" y="1549"/>
                        <a:pt x="1549" y="1198"/>
                        <a:pt x="1549" y="774"/>
                      </a:cubicBezTo>
                      <a:cubicBezTo>
                        <a:pt x="1549" y="339"/>
                        <a:pt x="1210" y="0"/>
                        <a:pt x="77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85" name="Google Shape;3785;p70"/>
              <p:cNvGrpSpPr/>
              <p:nvPr/>
            </p:nvGrpSpPr>
            <p:grpSpPr>
              <a:xfrm>
                <a:off x="4558998" y="3851037"/>
                <a:ext cx="33591" cy="28699"/>
                <a:chOff x="4558998" y="3851037"/>
                <a:chExt cx="33591" cy="28699"/>
              </a:xfrm>
            </p:grpSpPr>
            <p:sp>
              <p:nvSpPr>
                <p:cNvPr id="3786" name="Google Shape;3786;p70"/>
                <p:cNvSpPr/>
                <p:nvPr/>
              </p:nvSpPr>
              <p:spPr>
                <a:xfrm>
                  <a:off x="4558998" y="3851037"/>
                  <a:ext cx="33591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49" extrusionOk="0">
                      <a:moveTo>
                        <a:pt x="2430" y="0"/>
                      </a:moveTo>
                      <a:cubicBezTo>
                        <a:pt x="1980" y="0"/>
                        <a:pt x="1522" y="167"/>
                        <a:pt x="1149" y="539"/>
                      </a:cubicBezTo>
                      <a:cubicBezTo>
                        <a:pt x="0" y="1688"/>
                        <a:pt x="823" y="3648"/>
                        <a:pt x="2444" y="3648"/>
                      </a:cubicBezTo>
                      <a:cubicBezTo>
                        <a:pt x="3448" y="3648"/>
                        <a:pt x="4270" y="2838"/>
                        <a:pt x="4270" y="1822"/>
                      </a:cubicBezTo>
                      <a:cubicBezTo>
                        <a:pt x="4270" y="726"/>
                        <a:pt x="3369" y="0"/>
                        <a:pt x="24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7" name="Google Shape;3787;p70"/>
                <p:cNvSpPr/>
                <p:nvPr/>
              </p:nvSpPr>
              <p:spPr>
                <a:xfrm>
                  <a:off x="4573557" y="3860695"/>
                  <a:ext cx="9328" cy="9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99" extrusionOk="0">
                      <a:moveTo>
                        <a:pt x="593" y="1"/>
                      </a:moveTo>
                      <a:cubicBezTo>
                        <a:pt x="266" y="1"/>
                        <a:pt x="0" y="267"/>
                        <a:pt x="0" y="594"/>
                      </a:cubicBezTo>
                      <a:cubicBezTo>
                        <a:pt x="0" y="932"/>
                        <a:pt x="266" y="1198"/>
                        <a:pt x="593" y="1198"/>
                      </a:cubicBezTo>
                      <a:cubicBezTo>
                        <a:pt x="919" y="1198"/>
                        <a:pt x="1185" y="932"/>
                        <a:pt x="1185" y="594"/>
                      </a:cubicBezTo>
                      <a:cubicBezTo>
                        <a:pt x="1185" y="267"/>
                        <a:pt x="919" y="1"/>
                        <a:pt x="59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88" name="Google Shape;3788;p70"/>
              <p:cNvGrpSpPr/>
              <p:nvPr/>
            </p:nvGrpSpPr>
            <p:grpSpPr>
              <a:xfrm>
                <a:off x="4696762" y="3638587"/>
                <a:ext cx="33591" cy="28794"/>
                <a:chOff x="4696762" y="3638587"/>
                <a:chExt cx="33591" cy="28794"/>
              </a:xfrm>
            </p:grpSpPr>
            <p:sp>
              <p:nvSpPr>
                <p:cNvPr id="3789" name="Google Shape;3789;p70"/>
                <p:cNvSpPr/>
                <p:nvPr/>
              </p:nvSpPr>
              <p:spPr>
                <a:xfrm>
                  <a:off x="4696762" y="3638587"/>
                  <a:ext cx="33591" cy="287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61" extrusionOk="0">
                      <a:moveTo>
                        <a:pt x="2426" y="1"/>
                      </a:moveTo>
                      <a:cubicBezTo>
                        <a:pt x="1978" y="1"/>
                        <a:pt x="1521" y="167"/>
                        <a:pt x="1150" y="539"/>
                      </a:cubicBezTo>
                      <a:cubicBezTo>
                        <a:pt x="0" y="1688"/>
                        <a:pt x="823" y="3660"/>
                        <a:pt x="2444" y="3660"/>
                      </a:cubicBezTo>
                      <a:cubicBezTo>
                        <a:pt x="3448" y="3648"/>
                        <a:pt x="4258" y="2838"/>
                        <a:pt x="4270" y="1834"/>
                      </a:cubicBezTo>
                      <a:cubicBezTo>
                        <a:pt x="4262" y="729"/>
                        <a:pt x="3363" y="1"/>
                        <a:pt x="242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0" name="Google Shape;3790;p70"/>
                <p:cNvSpPr/>
                <p:nvPr/>
              </p:nvSpPr>
              <p:spPr>
                <a:xfrm>
                  <a:off x="4711320" y="3648245"/>
                  <a:ext cx="9328" cy="9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99" extrusionOk="0">
                      <a:moveTo>
                        <a:pt x="593" y="1"/>
                      </a:moveTo>
                      <a:cubicBezTo>
                        <a:pt x="266" y="1"/>
                        <a:pt x="0" y="279"/>
                        <a:pt x="0" y="606"/>
                      </a:cubicBezTo>
                      <a:cubicBezTo>
                        <a:pt x="0" y="932"/>
                        <a:pt x="266" y="1198"/>
                        <a:pt x="593" y="1198"/>
                      </a:cubicBezTo>
                      <a:cubicBezTo>
                        <a:pt x="919" y="1198"/>
                        <a:pt x="1186" y="932"/>
                        <a:pt x="1186" y="606"/>
                      </a:cubicBezTo>
                      <a:cubicBezTo>
                        <a:pt x="1186" y="279"/>
                        <a:pt x="919" y="1"/>
                        <a:pt x="59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91" name="Google Shape;3791;p70"/>
              <p:cNvGrpSpPr/>
              <p:nvPr/>
            </p:nvGrpSpPr>
            <p:grpSpPr>
              <a:xfrm>
                <a:off x="4929479" y="3939140"/>
                <a:ext cx="33497" cy="28692"/>
                <a:chOff x="4929479" y="3939140"/>
                <a:chExt cx="33497" cy="28692"/>
              </a:xfrm>
            </p:grpSpPr>
            <p:sp>
              <p:nvSpPr>
                <p:cNvPr id="3792" name="Google Shape;3792;p70"/>
                <p:cNvSpPr/>
                <p:nvPr/>
              </p:nvSpPr>
              <p:spPr>
                <a:xfrm>
                  <a:off x="4929479" y="3939140"/>
                  <a:ext cx="33497" cy="28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8" extrusionOk="0">
                      <a:moveTo>
                        <a:pt x="2426" y="0"/>
                      </a:moveTo>
                      <a:cubicBezTo>
                        <a:pt x="1978" y="0"/>
                        <a:pt x="1521" y="167"/>
                        <a:pt x="1149" y="539"/>
                      </a:cubicBezTo>
                      <a:cubicBezTo>
                        <a:pt x="0" y="1688"/>
                        <a:pt x="811" y="3648"/>
                        <a:pt x="2431" y="3648"/>
                      </a:cubicBezTo>
                      <a:cubicBezTo>
                        <a:pt x="3448" y="3648"/>
                        <a:pt x="4258" y="2837"/>
                        <a:pt x="4258" y="1833"/>
                      </a:cubicBezTo>
                      <a:cubicBezTo>
                        <a:pt x="4258" y="729"/>
                        <a:pt x="3361" y="0"/>
                        <a:pt x="242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3" name="Google Shape;3793;p70"/>
                <p:cNvSpPr/>
                <p:nvPr/>
              </p:nvSpPr>
              <p:spPr>
                <a:xfrm>
                  <a:off x="4943935" y="3948893"/>
                  <a:ext cx="9430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9" h="1186" extrusionOk="0">
                      <a:moveTo>
                        <a:pt x="593" y="0"/>
                      </a:moveTo>
                      <a:cubicBezTo>
                        <a:pt x="267" y="0"/>
                        <a:pt x="1" y="267"/>
                        <a:pt x="1" y="593"/>
                      </a:cubicBezTo>
                      <a:cubicBezTo>
                        <a:pt x="1" y="920"/>
                        <a:pt x="267" y="1186"/>
                        <a:pt x="593" y="1186"/>
                      </a:cubicBezTo>
                      <a:cubicBezTo>
                        <a:pt x="932" y="1186"/>
                        <a:pt x="1198" y="920"/>
                        <a:pt x="1198" y="593"/>
                      </a:cubicBezTo>
                      <a:cubicBezTo>
                        <a:pt x="1198" y="267"/>
                        <a:pt x="932" y="0"/>
                        <a:pt x="59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94" name="Google Shape;3794;p70"/>
              <p:cNvGrpSpPr/>
              <p:nvPr/>
            </p:nvGrpSpPr>
            <p:grpSpPr>
              <a:xfrm>
                <a:off x="4907119" y="3986039"/>
                <a:ext cx="33497" cy="28699"/>
                <a:chOff x="4907119" y="3986039"/>
                <a:chExt cx="33497" cy="28699"/>
              </a:xfrm>
            </p:grpSpPr>
            <p:sp>
              <p:nvSpPr>
                <p:cNvPr id="3795" name="Google Shape;3795;p70"/>
                <p:cNvSpPr/>
                <p:nvPr/>
              </p:nvSpPr>
              <p:spPr>
                <a:xfrm>
                  <a:off x="4907119" y="3986039"/>
                  <a:ext cx="33497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9" extrusionOk="0">
                      <a:moveTo>
                        <a:pt x="2427" y="1"/>
                      </a:moveTo>
                      <a:cubicBezTo>
                        <a:pt x="1979" y="1"/>
                        <a:pt x="1522" y="167"/>
                        <a:pt x="1149" y="540"/>
                      </a:cubicBezTo>
                      <a:cubicBezTo>
                        <a:pt x="0" y="1689"/>
                        <a:pt x="811" y="3648"/>
                        <a:pt x="2444" y="3648"/>
                      </a:cubicBezTo>
                      <a:cubicBezTo>
                        <a:pt x="3448" y="3648"/>
                        <a:pt x="4258" y="2826"/>
                        <a:pt x="4258" y="1822"/>
                      </a:cubicBezTo>
                      <a:cubicBezTo>
                        <a:pt x="4258" y="726"/>
                        <a:pt x="3363" y="1"/>
                        <a:pt x="242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6" name="Google Shape;3796;p70"/>
                <p:cNvSpPr/>
                <p:nvPr/>
              </p:nvSpPr>
              <p:spPr>
                <a:xfrm>
                  <a:off x="4921583" y="3995705"/>
                  <a:ext cx="9422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" h="1186" extrusionOk="0">
                      <a:moveTo>
                        <a:pt x="605" y="0"/>
                      </a:moveTo>
                      <a:cubicBezTo>
                        <a:pt x="266" y="0"/>
                        <a:pt x="0" y="266"/>
                        <a:pt x="0" y="593"/>
                      </a:cubicBezTo>
                      <a:cubicBezTo>
                        <a:pt x="0" y="919"/>
                        <a:pt x="266" y="1186"/>
                        <a:pt x="605" y="1186"/>
                      </a:cubicBezTo>
                      <a:cubicBezTo>
                        <a:pt x="931" y="1186"/>
                        <a:pt x="1198" y="919"/>
                        <a:pt x="1198" y="593"/>
                      </a:cubicBezTo>
                      <a:cubicBezTo>
                        <a:pt x="1198" y="266"/>
                        <a:pt x="931" y="0"/>
                        <a:pt x="60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97" name="Google Shape;3797;p70"/>
              <p:cNvGrpSpPr/>
              <p:nvPr/>
            </p:nvGrpSpPr>
            <p:grpSpPr>
              <a:xfrm>
                <a:off x="4911783" y="4048102"/>
                <a:ext cx="33591" cy="28762"/>
                <a:chOff x="4911783" y="4048102"/>
                <a:chExt cx="33591" cy="28762"/>
              </a:xfrm>
            </p:grpSpPr>
            <p:sp>
              <p:nvSpPr>
                <p:cNvPr id="3798" name="Google Shape;3798;p70"/>
                <p:cNvSpPr/>
                <p:nvPr/>
              </p:nvSpPr>
              <p:spPr>
                <a:xfrm>
                  <a:off x="4911783" y="4048102"/>
                  <a:ext cx="33591" cy="2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57" extrusionOk="0">
                      <a:moveTo>
                        <a:pt x="2422" y="0"/>
                      </a:moveTo>
                      <a:cubicBezTo>
                        <a:pt x="1974" y="0"/>
                        <a:pt x="1519" y="166"/>
                        <a:pt x="1149" y="536"/>
                      </a:cubicBezTo>
                      <a:cubicBezTo>
                        <a:pt x="0" y="1685"/>
                        <a:pt x="823" y="3657"/>
                        <a:pt x="2456" y="3657"/>
                      </a:cubicBezTo>
                      <a:cubicBezTo>
                        <a:pt x="3448" y="3645"/>
                        <a:pt x="4258" y="2834"/>
                        <a:pt x="4270" y="1842"/>
                      </a:cubicBezTo>
                      <a:cubicBezTo>
                        <a:pt x="4270" y="735"/>
                        <a:pt x="3364" y="0"/>
                        <a:pt x="242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9" name="Google Shape;3799;p70"/>
                <p:cNvSpPr/>
                <p:nvPr/>
              </p:nvSpPr>
              <p:spPr>
                <a:xfrm>
                  <a:off x="4926333" y="4057831"/>
                  <a:ext cx="9336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186" extrusionOk="0">
                      <a:moveTo>
                        <a:pt x="594" y="0"/>
                      </a:moveTo>
                      <a:cubicBezTo>
                        <a:pt x="267" y="0"/>
                        <a:pt x="1" y="266"/>
                        <a:pt x="1" y="593"/>
                      </a:cubicBezTo>
                      <a:cubicBezTo>
                        <a:pt x="1" y="920"/>
                        <a:pt x="267" y="1186"/>
                        <a:pt x="594" y="1186"/>
                      </a:cubicBezTo>
                      <a:cubicBezTo>
                        <a:pt x="920" y="1186"/>
                        <a:pt x="1186" y="920"/>
                        <a:pt x="1186" y="593"/>
                      </a:cubicBezTo>
                      <a:cubicBezTo>
                        <a:pt x="1186" y="266"/>
                        <a:pt x="920" y="0"/>
                        <a:pt x="59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00" name="Google Shape;3800;p70"/>
              <p:cNvSpPr/>
              <p:nvPr/>
            </p:nvSpPr>
            <p:spPr>
              <a:xfrm>
                <a:off x="4713506" y="3934476"/>
                <a:ext cx="33497" cy="28692"/>
              </a:xfrm>
              <a:custGeom>
                <a:avLst/>
                <a:gdLst/>
                <a:ahLst/>
                <a:cxnLst/>
                <a:rect l="l" t="t" r="r" b="b"/>
                <a:pathLst>
                  <a:path w="4259" h="3648" extrusionOk="0">
                    <a:moveTo>
                      <a:pt x="2422" y="0"/>
                    </a:moveTo>
                    <a:cubicBezTo>
                      <a:pt x="1974" y="0"/>
                      <a:pt x="1518" y="167"/>
                      <a:pt x="1150" y="539"/>
                    </a:cubicBezTo>
                    <a:cubicBezTo>
                      <a:pt x="0" y="1688"/>
                      <a:pt x="811" y="3648"/>
                      <a:pt x="2432" y="3648"/>
                    </a:cubicBezTo>
                    <a:cubicBezTo>
                      <a:pt x="3436" y="3648"/>
                      <a:pt x="4258" y="2838"/>
                      <a:pt x="4258" y="1821"/>
                    </a:cubicBezTo>
                    <a:cubicBezTo>
                      <a:pt x="4258" y="726"/>
                      <a:pt x="3357" y="0"/>
                      <a:pt x="2422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801" name="Google Shape;3801;p70"/>
              <p:cNvSpPr/>
              <p:nvPr/>
            </p:nvSpPr>
            <p:spPr>
              <a:xfrm>
                <a:off x="4727970" y="3944135"/>
                <a:ext cx="9328" cy="9430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199" extrusionOk="0">
                    <a:moveTo>
                      <a:pt x="593" y="1"/>
                    </a:moveTo>
                    <a:cubicBezTo>
                      <a:pt x="266" y="1"/>
                      <a:pt x="0" y="267"/>
                      <a:pt x="0" y="593"/>
                    </a:cubicBezTo>
                    <a:cubicBezTo>
                      <a:pt x="0" y="932"/>
                      <a:pt x="266" y="1198"/>
                      <a:pt x="593" y="1198"/>
                    </a:cubicBezTo>
                    <a:cubicBezTo>
                      <a:pt x="919" y="1198"/>
                      <a:pt x="1186" y="932"/>
                      <a:pt x="1186" y="593"/>
                    </a:cubicBezTo>
                    <a:cubicBezTo>
                      <a:pt x="1186" y="267"/>
                      <a:pt x="919" y="1"/>
                      <a:pt x="593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3802" name="Google Shape;3802;p70"/>
              <p:cNvGrpSpPr/>
              <p:nvPr/>
            </p:nvGrpSpPr>
            <p:grpSpPr>
              <a:xfrm>
                <a:off x="4762623" y="3837847"/>
                <a:ext cx="42416" cy="36273"/>
                <a:chOff x="4762623" y="3837847"/>
                <a:chExt cx="42416" cy="36273"/>
              </a:xfrm>
            </p:grpSpPr>
            <p:sp>
              <p:nvSpPr>
                <p:cNvPr id="3803" name="Google Shape;3803;p70"/>
                <p:cNvSpPr/>
                <p:nvPr/>
              </p:nvSpPr>
              <p:spPr>
                <a:xfrm>
                  <a:off x="4762623" y="3837847"/>
                  <a:ext cx="42416" cy="362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3" h="4612" extrusionOk="0">
                      <a:moveTo>
                        <a:pt x="3064" y="1"/>
                      </a:moveTo>
                      <a:cubicBezTo>
                        <a:pt x="2496" y="1"/>
                        <a:pt x="1918" y="211"/>
                        <a:pt x="1449" y="680"/>
                      </a:cubicBezTo>
                      <a:cubicBezTo>
                        <a:pt x="1" y="2128"/>
                        <a:pt x="1033" y="4611"/>
                        <a:pt x="3067" y="4611"/>
                      </a:cubicBezTo>
                      <a:cubicBezTo>
                        <a:pt x="3072" y="4611"/>
                        <a:pt x="3077" y="4611"/>
                        <a:pt x="3082" y="4611"/>
                      </a:cubicBezTo>
                      <a:cubicBezTo>
                        <a:pt x="4352" y="4611"/>
                        <a:pt x="5380" y="3583"/>
                        <a:pt x="5392" y="2313"/>
                      </a:cubicBezTo>
                      <a:cubicBezTo>
                        <a:pt x="5392" y="921"/>
                        <a:pt x="4251" y="1"/>
                        <a:pt x="306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4" name="Google Shape;3804;p70"/>
                <p:cNvSpPr/>
                <p:nvPr/>
              </p:nvSpPr>
              <p:spPr>
                <a:xfrm>
                  <a:off x="4775538" y="3847568"/>
                  <a:ext cx="19796" cy="16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7" h="2156" extrusionOk="0">
                      <a:moveTo>
                        <a:pt x="1440" y="0"/>
                      </a:moveTo>
                      <a:cubicBezTo>
                        <a:pt x="484" y="0"/>
                        <a:pt x="0" y="1162"/>
                        <a:pt x="678" y="1839"/>
                      </a:cubicBezTo>
                      <a:cubicBezTo>
                        <a:pt x="896" y="2058"/>
                        <a:pt x="1165" y="2155"/>
                        <a:pt x="1429" y="2155"/>
                      </a:cubicBezTo>
                      <a:cubicBezTo>
                        <a:pt x="1984" y="2155"/>
                        <a:pt x="2517" y="1724"/>
                        <a:pt x="2517" y="1077"/>
                      </a:cubicBezTo>
                      <a:cubicBezTo>
                        <a:pt x="2517" y="484"/>
                        <a:pt x="2045" y="0"/>
                        <a:pt x="1440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05" name="Google Shape;3805;p70"/>
              <p:cNvGrpSpPr/>
              <p:nvPr/>
            </p:nvGrpSpPr>
            <p:grpSpPr>
              <a:xfrm>
                <a:off x="4746044" y="4104966"/>
                <a:ext cx="33497" cy="28699"/>
                <a:chOff x="4746044" y="4104966"/>
                <a:chExt cx="33497" cy="28699"/>
              </a:xfrm>
            </p:grpSpPr>
            <p:sp>
              <p:nvSpPr>
                <p:cNvPr id="3806" name="Google Shape;3806;p70"/>
                <p:cNvSpPr/>
                <p:nvPr/>
              </p:nvSpPr>
              <p:spPr>
                <a:xfrm>
                  <a:off x="4746044" y="4104966"/>
                  <a:ext cx="33497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9" extrusionOk="0">
                      <a:moveTo>
                        <a:pt x="2428" y="1"/>
                      </a:moveTo>
                      <a:cubicBezTo>
                        <a:pt x="1979" y="1"/>
                        <a:pt x="1522" y="167"/>
                        <a:pt x="1150" y="540"/>
                      </a:cubicBezTo>
                      <a:cubicBezTo>
                        <a:pt x="0" y="1677"/>
                        <a:pt x="811" y="3648"/>
                        <a:pt x="2432" y="3648"/>
                      </a:cubicBezTo>
                      <a:cubicBezTo>
                        <a:pt x="3436" y="3648"/>
                        <a:pt x="4259" y="2826"/>
                        <a:pt x="4259" y="1822"/>
                      </a:cubicBezTo>
                      <a:cubicBezTo>
                        <a:pt x="4259" y="726"/>
                        <a:pt x="3363" y="1"/>
                        <a:pt x="242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7" name="Google Shape;3807;p70"/>
                <p:cNvSpPr/>
                <p:nvPr/>
              </p:nvSpPr>
              <p:spPr>
                <a:xfrm>
                  <a:off x="4758887" y="4114632"/>
                  <a:ext cx="11042" cy="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" h="1192" extrusionOk="0">
                      <a:moveTo>
                        <a:pt x="799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7" y="1137"/>
                        <a:pt x="645" y="1191"/>
                        <a:pt x="792" y="1191"/>
                      </a:cubicBezTo>
                      <a:cubicBezTo>
                        <a:pt x="1099" y="1191"/>
                        <a:pt x="1396" y="953"/>
                        <a:pt x="1404" y="593"/>
                      </a:cubicBezTo>
                      <a:cubicBezTo>
                        <a:pt x="1404" y="266"/>
                        <a:pt x="1126" y="0"/>
                        <a:pt x="79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08" name="Google Shape;3808;p70"/>
              <p:cNvGrpSpPr/>
              <p:nvPr/>
            </p:nvGrpSpPr>
            <p:grpSpPr>
              <a:xfrm>
                <a:off x="4859646" y="4162554"/>
                <a:ext cx="33591" cy="28762"/>
                <a:chOff x="4859646" y="4162554"/>
                <a:chExt cx="33591" cy="28762"/>
              </a:xfrm>
            </p:grpSpPr>
            <p:sp>
              <p:nvSpPr>
                <p:cNvPr id="3809" name="Google Shape;3809;p70"/>
                <p:cNvSpPr/>
                <p:nvPr/>
              </p:nvSpPr>
              <p:spPr>
                <a:xfrm>
                  <a:off x="4859646" y="4162554"/>
                  <a:ext cx="33591" cy="2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57" extrusionOk="0">
                      <a:moveTo>
                        <a:pt x="2423" y="0"/>
                      </a:moveTo>
                      <a:cubicBezTo>
                        <a:pt x="1975" y="0"/>
                        <a:pt x="1520" y="166"/>
                        <a:pt x="1149" y="536"/>
                      </a:cubicBezTo>
                      <a:cubicBezTo>
                        <a:pt x="0" y="1685"/>
                        <a:pt x="823" y="3657"/>
                        <a:pt x="2444" y="3657"/>
                      </a:cubicBezTo>
                      <a:cubicBezTo>
                        <a:pt x="3448" y="3657"/>
                        <a:pt x="4258" y="2834"/>
                        <a:pt x="4270" y="1830"/>
                      </a:cubicBezTo>
                      <a:cubicBezTo>
                        <a:pt x="4270" y="732"/>
                        <a:pt x="3365" y="0"/>
                        <a:pt x="242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0" name="Google Shape;3810;p70"/>
                <p:cNvSpPr/>
                <p:nvPr/>
              </p:nvSpPr>
              <p:spPr>
                <a:xfrm>
                  <a:off x="4874196" y="4172283"/>
                  <a:ext cx="9336" cy="9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187" extrusionOk="0">
                      <a:moveTo>
                        <a:pt x="594" y="1"/>
                      </a:moveTo>
                      <a:cubicBezTo>
                        <a:pt x="267" y="1"/>
                        <a:pt x="1" y="267"/>
                        <a:pt x="1" y="593"/>
                      </a:cubicBezTo>
                      <a:cubicBezTo>
                        <a:pt x="1" y="920"/>
                        <a:pt x="267" y="1186"/>
                        <a:pt x="594" y="1186"/>
                      </a:cubicBezTo>
                      <a:cubicBezTo>
                        <a:pt x="920" y="1186"/>
                        <a:pt x="1186" y="920"/>
                        <a:pt x="1186" y="593"/>
                      </a:cubicBezTo>
                      <a:cubicBezTo>
                        <a:pt x="1186" y="267"/>
                        <a:pt x="920" y="1"/>
                        <a:pt x="59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811" name="Google Shape;3811;p70"/>
            <p:cNvGrpSpPr/>
            <p:nvPr/>
          </p:nvGrpSpPr>
          <p:grpSpPr>
            <a:xfrm>
              <a:off x="3597785" y="3274438"/>
              <a:ext cx="855610" cy="1122100"/>
              <a:chOff x="3597785" y="3274438"/>
              <a:chExt cx="855610" cy="1122100"/>
            </a:xfrm>
          </p:grpSpPr>
          <p:grpSp>
            <p:nvGrpSpPr>
              <p:cNvPr id="3812" name="Google Shape;3812;p70"/>
              <p:cNvGrpSpPr/>
              <p:nvPr/>
            </p:nvGrpSpPr>
            <p:grpSpPr>
              <a:xfrm>
                <a:off x="3617857" y="3284717"/>
                <a:ext cx="826785" cy="1099165"/>
                <a:chOff x="3617857" y="3284717"/>
                <a:chExt cx="826785" cy="1099165"/>
              </a:xfrm>
            </p:grpSpPr>
            <p:sp>
              <p:nvSpPr>
                <p:cNvPr id="3813" name="Google Shape;3813;p70"/>
                <p:cNvSpPr/>
                <p:nvPr/>
              </p:nvSpPr>
              <p:spPr>
                <a:xfrm>
                  <a:off x="4155028" y="3869354"/>
                  <a:ext cx="289613" cy="514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23" h="65420" fill="none" extrusionOk="0">
                      <a:moveTo>
                        <a:pt x="5928" y="64827"/>
                      </a:moveTo>
                      <a:lnTo>
                        <a:pt x="6158" y="49755"/>
                      </a:lnTo>
                      <a:lnTo>
                        <a:pt x="8202" y="42327"/>
                      </a:lnTo>
                      <a:lnTo>
                        <a:pt x="8795" y="36351"/>
                      </a:lnTo>
                      <a:lnTo>
                        <a:pt x="8795" y="28912"/>
                      </a:lnTo>
                      <a:lnTo>
                        <a:pt x="3049" y="23347"/>
                      </a:lnTo>
                      <a:lnTo>
                        <a:pt x="0" y="12291"/>
                      </a:lnTo>
                      <a:lnTo>
                        <a:pt x="11601" y="1"/>
                      </a:lnTo>
                      <a:lnTo>
                        <a:pt x="19319" y="4259"/>
                      </a:lnTo>
                      <a:lnTo>
                        <a:pt x="27266" y="11747"/>
                      </a:lnTo>
                      <a:lnTo>
                        <a:pt x="36823" y="15472"/>
                      </a:lnTo>
                      <a:lnTo>
                        <a:pt x="34827" y="25803"/>
                      </a:lnTo>
                      <a:lnTo>
                        <a:pt x="26722" y="36944"/>
                      </a:lnTo>
                      <a:lnTo>
                        <a:pt x="19924" y="49198"/>
                      </a:lnTo>
                      <a:lnTo>
                        <a:pt x="11008" y="60690"/>
                      </a:lnTo>
                      <a:lnTo>
                        <a:pt x="5335" y="6542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4" name="Google Shape;3814;p70"/>
                <p:cNvSpPr/>
                <p:nvPr/>
              </p:nvSpPr>
              <p:spPr>
                <a:xfrm>
                  <a:off x="3617857" y="3284717"/>
                  <a:ext cx="662957" cy="68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92" h="87218" fill="none" extrusionOk="0">
                      <a:moveTo>
                        <a:pt x="79900" y="75157"/>
                      </a:moveTo>
                      <a:lnTo>
                        <a:pt x="77916" y="83262"/>
                      </a:lnTo>
                      <a:lnTo>
                        <a:pt x="68299" y="87218"/>
                      </a:lnTo>
                      <a:lnTo>
                        <a:pt x="61610" y="72314"/>
                      </a:lnTo>
                      <a:lnTo>
                        <a:pt x="48376" y="64524"/>
                      </a:lnTo>
                      <a:lnTo>
                        <a:pt x="37489" y="50685"/>
                      </a:lnTo>
                      <a:lnTo>
                        <a:pt x="32771" y="39181"/>
                      </a:lnTo>
                      <a:lnTo>
                        <a:pt x="28525" y="27000"/>
                      </a:lnTo>
                      <a:lnTo>
                        <a:pt x="19779" y="19379"/>
                      </a:lnTo>
                      <a:lnTo>
                        <a:pt x="1" y="14057"/>
                      </a:lnTo>
                      <a:lnTo>
                        <a:pt x="5227" y="0"/>
                      </a:lnTo>
                      <a:lnTo>
                        <a:pt x="40380" y="3605"/>
                      </a:lnTo>
                      <a:lnTo>
                        <a:pt x="53662" y="9254"/>
                      </a:lnTo>
                      <a:lnTo>
                        <a:pt x="56711" y="17734"/>
                      </a:lnTo>
                      <a:lnTo>
                        <a:pt x="69727" y="26177"/>
                      </a:lnTo>
                      <a:lnTo>
                        <a:pt x="84291" y="20649"/>
                      </a:lnTo>
                      <a:lnTo>
                        <a:pt x="79465" y="38165"/>
                      </a:lnTo>
                      <a:lnTo>
                        <a:pt x="72207" y="46960"/>
                      </a:lnTo>
                      <a:lnTo>
                        <a:pt x="64791" y="54677"/>
                      </a:lnTo>
                      <a:lnTo>
                        <a:pt x="54497" y="63206"/>
                      </a:lnTo>
                      <a:lnTo>
                        <a:pt x="62094" y="63556"/>
                      </a:lnTo>
                      <a:lnTo>
                        <a:pt x="66098" y="74335"/>
                      </a:lnTo>
                      <a:close/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5" name="Google Shape;3815;p70"/>
                <p:cNvSpPr/>
                <p:nvPr/>
              </p:nvSpPr>
              <p:spPr>
                <a:xfrm>
                  <a:off x="4230666" y="3943372"/>
                  <a:ext cx="15612" cy="7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5" h="9909" fill="none" extrusionOk="0">
                      <a:moveTo>
                        <a:pt x="1984" y="9908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6" name="Google Shape;3816;p70"/>
                <p:cNvSpPr/>
                <p:nvPr/>
              </p:nvSpPr>
              <p:spPr>
                <a:xfrm>
                  <a:off x="4230666" y="3902843"/>
                  <a:ext cx="138817" cy="116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50" h="14868" fill="none" extrusionOk="0">
                      <a:moveTo>
                        <a:pt x="11952" y="14868"/>
                      </a:moveTo>
                      <a:lnTo>
                        <a:pt x="0" y="4670"/>
                      </a:lnTo>
                      <a:lnTo>
                        <a:pt x="9702" y="1"/>
                      </a:lnTo>
                      <a:lnTo>
                        <a:pt x="17649" y="7489"/>
                      </a:lnTo>
                      <a:close/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7" name="Google Shape;3817;p70"/>
                <p:cNvSpPr/>
                <p:nvPr/>
              </p:nvSpPr>
              <p:spPr>
                <a:xfrm>
                  <a:off x="4234473" y="3939573"/>
                  <a:ext cx="143953" cy="22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03" h="2819" fill="none" extrusionOk="0">
                      <a:moveTo>
                        <a:pt x="0" y="0"/>
                      </a:moveTo>
                      <a:lnTo>
                        <a:pt x="18303" y="281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8" name="Google Shape;3818;p70"/>
                <p:cNvSpPr/>
                <p:nvPr/>
              </p:nvSpPr>
              <p:spPr>
                <a:xfrm>
                  <a:off x="4300405" y="4023579"/>
                  <a:ext cx="24264" cy="1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5" h="14323" fill="none" extrusionOk="0">
                      <a:moveTo>
                        <a:pt x="0" y="14323"/>
                      </a:moveTo>
                      <a:lnTo>
                        <a:pt x="3085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9" name="Google Shape;3819;p70"/>
                <p:cNvSpPr/>
                <p:nvPr/>
              </p:nvSpPr>
              <p:spPr>
                <a:xfrm>
                  <a:off x="4324661" y="4019772"/>
                  <a:ext cx="40544" cy="140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55" h="17820" fill="none" extrusionOk="0">
                      <a:moveTo>
                        <a:pt x="1" y="1"/>
                      </a:moveTo>
                      <a:lnTo>
                        <a:pt x="5154" y="1781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0" name="Google Shape;3820;p70"/>
                <p:cNvSpPr/>
                <p:nvPr/>
              </p:nvSpPr>
              <p:spPr>
                <a:xfrm>
                  <a:off x="4324661" y="4019772"/>
                  <a:ext cx="104282" cy="52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9" h="6678" fill="none" extrusionOk="0">
                      <a:moveTo>
                        <a:pt x="1" y="1"/>
                      </a:moveTo>
                      <a:lnTo>
                        <a:pt x="13259" y="6678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1" name="Google Shape;3821;p70"/>
                <p:cNvSpPr/>
                <p:nvPr/>
              </p:nvSpPr>
              <p:spPr>
                <a:xfrm>
                  <a:off x="4328467" y="3989901"/>
                  <a:ext cx="113421" cy="298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3799" fill="none" extrusionOk="0">
                      <a:moveTo>
                        <a:pt x="14420" y="0"/>
                      </a:moveTo>
                      <a:lnTo>
                        <a:pt x="1" y="379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2" name="Google Shape;3822;p70"/>
                <p:cNvSpPr/>
                <p:nvPr/>
              </p:nvSpPr>
              <p:spPr>
                <a:xfrm>
                  <a:off x="4224193" y="4019772"/>
                  <a:ext cx="23886" cy="7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" h="9787" fill="none" extrusionOk="0">
                      <a:moveTo>
                        <a:pt x="1" y="9787"/>
                      </a:moveTo>
                      <a:lnTo>
                        <a:pt x="3037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3" name="Google Shape;3823;p70"/>
                <p:cNvSpPr/>
                <p:nvPr/>
              </p:nvSpPr>
              <p:spPr>
                <a:xfrm>
                  <a:off x="4248071" y="4019772"/>
                  <a:ext cx="52342" cy="116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55" h="14807" fill="none" extrusionOk="0">
                      <a:moveTo>
                        <a:pt x="1" y="1"/>
                      </a:moveTo>
                      <a:lnTo>
                        <a:pt x="6654" y="14807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4" name="Google Shape;3824;p70"/>
                <p:cNvSpPr/>
                <p:nvPr/>
              </p:nvSpPr>
              <p:spPr>
                <a:xfrm>
                  <a:off x="4300405" y="4138982"/>
                  <a:ext cx="6567" cy="1190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5" h="15134" fill="none" extrusionOk="0">
                      <a:moveTo>
                        <a:pt x="0" y="1"/>
                      </a:moveTo>
                      <a:lnTo>
                        <a:pt x="835" y="15134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5" name="Google Shape;3825;p70"/>
                <p:cNvSpPr/>
                <p:nvPr/>
              </p:nvSpPr>
              <p:spPr>
                <a:xfrm>
                  <a:off x="4219726" y="4200164"/>
                  <a:ext cx="85343" cy="60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1" h="7694" fill="none" extrusionOk="0">
                      <a:moveTo>
                        <a:pt x="0" y="0"/>
                      </a:moveTo>
                      <a:lnTo>
                        <a:pt x="10851" y="7694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6" name="Google Shape;3826;p70"/>
                <p:cNvSpPr/>
                <p:nvPr/>
              </p:nvSpPr>
              <p:spPr>
                <a:xfrm>
                  <a:off x="4223430" y="4137275"/>
                  <a:ext cx="81930" cy="15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17" h="1924" fill="none" extrusionOk="0">
                      <a:moveTo>
                        <a:pt x="1" y="1923"/>
                      </a:moveTo>
                      <a:lnTo>
                        <a:pt x="10416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7" name="Google Shape;3827;p70"/>
                <p:cNvSpPr/>
                <p:nvPr/>
              </p:nvSpPr>
              <p:spPr>
                <a:xfrm>
                  <a:off x="4303638" y="4138982"/>
                  <a:ext cx="59947" cy="23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2" h="3038" fill="none" extrusionOk="0">
                      <a:moveTo>
                        <a:pt x="7621" y="3037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8" name="Google Shape;3828;p70"/>
                <p:cNvSpPr/>
                <p:nvPr/>
              </p:nvSpPr>
              <p:spPr>
                <a:xfrm>
                  <a:off x="4201644" y="4267237"/>
                  <a:ext cx="39970" cy="7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2" h="9811" fill="none" extrusionOk="0">
                      <a:moveTo>
                        <a:pt x="1" y="0"/>
                      </a:moveTo>
                      <a:lnTo>
                        <a:pt x="5081" y="981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9" name="Google Shape;3829;p70"/>
                <p:cNvSpPr/>
                <p:nvPr/>
              </p:nvSpPr>
              <p:spPr>
                <a:xfrm>
                  <a:off x="4203831" y="4258003"/>
                  <a:ext cx="103142" cy="9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1175" fill="none" extrusionOk="0">
                      <a:moveTo>
                        <a:pt x="1" y="1174"/>
                      </a:moveTo>
                      <a:lnTo>
                        <a:pt x="13114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0" name="Google Shape;3830;p70"/>
                <p:cNvSpPr/>
                <p:nvPr/>
              </p:nvSpPr>
              <p:spPr>
                <a:xfrm>
                  <a:off x="4179001" y="3943372"/>
                  <a:ext cx="51673" cy="104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0" h="13344" fill="none" extrusionOk="0">
                      <a:moveTo>
                        <a:pt x="1" y="13344"/>
                      </a:moveTo>
                      <a:lnTo>
                        <a:pt x="6569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1" name="Google Shape;3831;p70"/>
                <p:cNvSpPr/>
                <p:nvPr/>
              </p:nvSpPr>
              <p:spPr>
                <a:xfrm>
                  <a:off x="4248071" y="4019772"/>
                  <a:ext cx="76597" cy="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9" h="1" fill="none" extrusionOk="0">
                      <a:moveTo>
                        <a:pt x="1" y="1"/>
                      </a:moveTo>
                      <a:lnTo>
                        <a:pt x="9739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2" name="Google Shape;3832;p70"/>
                <p:cNvSpPr/>
                <p:nvPr/>
              </p:nvSpPr>
              <p:spPr>
                <a:xfrm>
                  <a:off x="4219529" y="4138982"/>
                  <a:ext cx="84116" cy="63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95" h="8046" fill="none" extrusionOk="0">
                      <a:moveTo>
                        <a:pt x="1" y="8045"/>
                      </a:moveTo>
                      <a:lnTo>
                        <a:pt x="10694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3" name="Google Shape;3833;p70"/>
                <p:cNvSpPr/>
                <p:nvPr/>
              </p:nvSpPr>
              <p:spPr>
                <a:xfrm>
                  <a:off x="3654964" y="3289853"/>
                  <a:ext cx="46820" cy="63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" h="8118" fill="none" extrusionOk="0">
                      <a:moveTo>
                        <a:pt x="1" y="0"/>
                      </a:moveTo>
                      <a:lnTo>
                        <a:pt x="5952" y="8117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4" name="Google Shape;3834;p70"/>
                <p:cNvSpPr/>
                <p:nvPr/>
              </p:nvSpPr>
              <p:spPr>
                <a:xfrm>
                  <a:off x="3619760" y="3353693"/>
                  <a:ext cx="85736" cy="36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1" h="4670" fill="none" extrusionOk="0">
                      <a:moveTo>
                        <a:pt x="1" y="4670"/>
                      </a:moveTo>
                      <a:lnTo>
                        <a:pt x="1090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5" name="Google Shape;3835;p70"/>
                <p:cNvSpPr/>
                <p:nvPr/>
              </p:nvSpPr>
              <p:spPr>
                <a:xfrm>
                  <a:off x="3703011" y="3354739"/>
                  <a:ext cx="70415" cy="7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53" h="10089" fill="none" extrusionOk="0">
                      <a:moveTo>
                        <a:pt x="1" y="0"/>
                      </a:moveTo>
                      <a:lnTo>
                        <a:pt x="8952" y="10089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6" name="Google Shape;3836;p70"/>
                <p:cNvSpPr/>
                <p:nvPr/>
              </p:nvSpPr>
              <p:spPr>
                <a:xfrm>
                  <a:off x="3779884" y="3366443"/>
                  <a:ext cx="34449" cy="67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0" h="8601" fill="none" extrusionOk="0">
                      <a:moveTo>
                        <a:pt x="1" y="8601"/>
                      </a:moveTo>
                      <a:lnTo>
                        <a:pt x="438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7" name="Google Shape;3837;p70"/>
                <p:cNvSpPr/>
                <p:nvPr/>
              </p:nvSpPr>
              <p:spPr>
                <a:xfrm>
                  <a:off x="3701776" y="3353693"/>
                  <a:ext cx="116363" cy="12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95" h="1622" fill="none" extrusionOk="0">
                      <a:moveTo>
                        <a:pt x="14795" y="162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8" name="Google Shape;3838;p70"/>
                <p:cNvSpPr/>
                <p:nvPr/>
              </p:nvSpPr>
              <p:spPr>
                <a:xfrm>
                  <a:off x="3701776" y="3313063"/>
                  <a:ext cx="227204" cy="4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88" h="5167" fill="none" extrusionOk="0">
                      <a:moveTo>
                        <a:pt x="28887" y="1"/>
                      </a:moveTo>
                      <a:lnTo>
                        <a:pt x="0" y="516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9" name="Google Shape;3839;p70"/>
                <p:cNvSpPr/>
                <p:nvPr/>
              </p:nvSpPr>
              <p:spPr>
                <a:xfrm>
                  <a:off x="3888633" y="3313063"/>
                  <a:ext cx="40347" cy="114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0" h="14554" fill="none" extrusionOk="0">
                      <a:moveTo>
                        <a:pt x="5129" y="1"/>
                      </a:moveTo>
                      <a:lnTo>
                        <a:pt x="0" y="1455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0" name="Google Shape;3840;p70"/>
                <p:cNvSpPr/>
                <p:nvPr/>
              </p:nvSpPr>
              <p:spPr>
                <a:xfrm>
                  <a:off x="3814325" y="3366443"/>
                  <a:ext cx="74316" cy="61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9" h="7767" fill="none" extrusionOk="0">
                      <a:moveTo>
                        <a:pt x="1" y="0"/>
                      </a:moveTo>
                      <a:lnTo>
                        <a:pt x="9448" y="776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1" name="Google Shape;3841;p70"/>
                <p:cNvSpPr/>
                <p:nvPr/>
              </p:nvSpPr>
              <p:spPr>
                <a:xfrm>
                  <a:off x="3838399" y="3427522"/>
                  <a:ext cx="50242" cy="67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8" h="8614" fill="none" extrusionOk="0">
                      <a:moveTo>
                        <a:pt x="0" y="8613"/>
                      </a:moveTo>
                      <a:lnTo>
                        <a:pt x="6387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2" name="Google Shape;3842;p70"/>
                <p:cNvSpPr/>
                <p:nvPr/>
              </p:nvSpPr>
              <p:spPr>
                <a:xfrm>
                  <a:off x="3814325" y="3313063"/>
                  <a:ext cx="114656" cy="5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78" h="6788" fill="none" extrusionOk="0">
                      <a:moveTo>
                        <a:pt x="1" y="6787"/>
                      </a:moveTo>
                      <a:lnTo>
                        <a:pt x="14577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3" name="Google Shape;3843;p70"/>
                <p:cNvSpPr/>
                <p:nvPr/>
              </p:nvSpPr>
              <p:spPr>
                <a:xfrm>
                  <a:off x="3888633" y="3427522"/>
                  <a:ext cx="55377" cy="76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1" h="9690" fill="none" extrusionOk="0">
                      <a:moveTo>
                        <a:pt x="0" y="0"/>
                      </a:moveTo>
                      <a:lnTo>
                        <a:pt x="7041" y="969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4" name="Google Shape;3844;p70"/>
                <p:cNvSpPr/>
                <p:nvPr/>
              </p:nvSpPr>
              <p:spPr>
                <a:xfrm>
                  <a:off x="3944003" y="3406208"/>
                  <a:ext cx="40631" cy="97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66" h="12400" fill="none" extrusionOk="0">
                      <a:moveTo>
                        <a:pt x="1" y="12400"/>
                      </a:moveTo>
                      <a:lnTo>
                        <a:pt x="5166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5" name="Google Shape;3845;p70"/>
                <p:cNvSpPr/>
                <p:nvPr/>
              </p:nvSpPr>
              <p:spPr>
                <a:xfrm>
                  <a:off x="3984625" y="3357500"/>
                  <a:ext cx="55291" cy="48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30" h="6194" fill="none" extrusionOk="0">
                      <a:moveTo>
                        <a:pt x="1" y="6194"/>
                      </a:moveTo>
                      <a:lnTo>
                        <a:pt x="7029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6" name="Google Shape;3846;p70"/>
                <p:cNvSpPr/>
                <p:nvPr/>
              </p:nvSpPr>
              <p:spPr>
                <a:xfrm>
                  <a:off x="3888633" y="3406208"/>
                  <a:ext cx="96000" cy="21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06" h="2711" fill="none" extrusionOk="0">
                      <a:moveTo>
                        <a:pt x="0" y="2710"/>
                      </a:moveTo>
                      <a:lnTo>
                        <a:pt x="12206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7" name="Google Shape;3847;p70"/>
                <p:cNvSpPr/>
                <p:nvPr/>
              </p:nvSpPr>
              <p:spPr>
                <a:xfrm>
                  <a:off x="3984625" y="3406208"/>
                  <a:ext cx="42251" cy="136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72" h="17336" fill="none" extrusionOk="0">
                      <a:moveTo>
                        <a:pt x="1" y="1"/>
                      </a:moveTo>
                      <a:lnTo>
                        <a:pt x="5372" y="1733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8" name="Google Shape;3848;p70"/>
                <p:cNvSpPr/>
                <p:nvPr/>
              </p:nvSpPr>
              <p:spPr>
                <a:xfrm>
                  <a:off x="4026868" y="3427522"/>
                  <a:ext cx="35597" cy="1150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6" h="14626" fill="none" extrusionOk="0">
                      <a:moveTo>
                        <a:pt x="1" y="14625"/>
                      </a:moveTo>
                      <a:lnTo>
                        <a:pt x="4525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9" name="Google Shape;3849;p70"/>
                <p:cNvSpPr/>
                <p:nvPr/>
              </p:nvSpPr>
              <p:spPr>
                <a:xfrm>
                  <a:off x="3876261" y="3542548"/>
                  <a:ext cx="150615" cy="5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50" h="6618" fill="none" extrusionOk="0">
                      <a:moveTo>
                        <a:pt x="1" y="6617"/>
                      </a:moveTo>
                      <a:lnTo>
                        <a:pt x="19150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0" name="Google Shape;3850;p70"/>
                <p:cNvSpPr/>
                <p:nvPr/>
              </p:nvSpPr>
              <p:spPr>
                <a:xfrm>
                  <a:off x="4006702" y="3542548"/>
                  <a:ext cx="20174" cy="99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5" h="12593" fill="none" extrusionOk="0">
                      <a:moveTo>
                        <a:pt x="2565" y="0"/>
                      </a:moveTo>
                      <a:lnTo>
                        <a:pt x="0" y="1259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1" name="Google Shape;3851;p70"/>
                <p:cNvSpPr/>
                <p:nvPr/>
              </p:nvSpPr>
              <p:spPr>
                <a:xfrm>
                  <a:off x="3912700" y="3641584"/>
                  <a:ext cx="97817" cy="417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37" h="5312" fill="none" extrusionOk="0">
                      <a:moveTo>
                        <a:pt x="1" y="5311"/>
                      </a:moveTo>
                      <a:lnTo>
                        <a:pt x="12436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2" name="Google Shape;3852;p70"/>
                <p:cNvSpPr/>
                <p:nvPr/>
              </p:nvSpPr>
              <p:spPr>
                <a:xfrm>
                  <a:off x="3875601" y="3503726"/>
                  <a:ext cx="68410" cy="89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8" h="11336" fill="none" extrusionOk="0">
                      <a:moveTo>
                        <a:pt x="8698" y="1"/>
                      </a:moveTo>
                      <a:lnTo>
                        <a:pt x="0" y="11335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3" name="Google Shape;3853;p70"/>
                <p:cNvSpPr/>
                <p:nvPr/>
              </p:nvSpPr>
              <p:spPr>
                <a:xfrm>
                  <a:off x="3944003" y="3503726"/>
                  <a:ext cx="89441" cy="36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72" h="4598" fill="none" extrusionOk="0">
                      <a:moveTo>
                        <a:pt x="1" y="1"/>
                      </a:moveTo>
                      <a:lnTo>
                        <a:pt x="11372" y="4598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4" name="Google Shape;3854;p70"/>
                <p:cNvSpPr/>
                <p:nvPr/>
              </p:nvSpPr>
              <p:spPr>
                <a:xfrm>
                  <a:off x="4033436" y="3490599"/>
                  <a:ext cx="132824" cy="49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88" h="6267" fill="none" extrusionOk="0">
                      <a:moveTo>
                        <a:pt x="1" y="6267"/>
                      </a:moveTo>
                      <a:lnTo>
                        <a:pt x="16888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5" name="Google Shape;3855;p70"/>
                <p:cNvSpPr/>
                <p:nvPr/>
              </p:nvSpPr>
              <p:spPr>
                <a:xfrm>
                  <a:off x="4166252" y="3490599"/>
                  <a:ext cx="73459" cy="95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0" h="12146" fill="none" extrusionOk="0">
                      <a:moveTo>
                        <a:pt x="1" y="0"/>
                      </a:moveTo>
                      <a:lnTo>
                        <a:pt x="9339" y="12146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6" name="Google Shape;3856;p70"/>
                <p:cNvSpPr/>
                <p:nvPr/>
              </p:nvSpPr>
              <p:spPr>
                <a:xfrm>
                  <a:off x="4027726" y="3539882"/>
                  <a:ext cx="211985" cy="39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53" h="5082" fill="none" extrusionOk="0">
                      <a:moveTo>
                        <a:pt x="26952" y="508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7" name="Google Shape;3857;p70"/>
                <p:cNvSpPr/>
                <p:nvPr/>
              </p:nvSpPr>
              <p:spPr>
                <a:xfrm>
                  <a:off x="4027726" y="3539882"/>
                  <a:ext cx="99720" cy="174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79" h="22235" fill="none" extrusionOk="0">
                      <a:moveTo>
                        <a:pt x="1" y="1"/>
                      </a:moveTo>
                      <a:lnTo>
                        <a:pt x="12678" y="22234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8" name="Google Shape;3858;p70"/>
                <p:cNvSpPr/>
                <p:nvPr/>
              </p:nvSpPr>
              <p:spPr>
                <a:xfrm>
                  <a:off x="4027726" y="3539882"/>
                  <a:ext cx="159754" cy="111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2" h="14203" fill="none" extrusionOk="0">
                      <a:moveTo>
                        <a:pt x="1" y="1"/>
                      </a:moveTo>
                      <a:lnTo>
                        <a:pt x="20311" y="1420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9" name="Google Shape;3859;p70"/>
                <p:cNvSpPr/>
                <p:nvPr/>
              </p:nvSpPr>
              <p:spPr>
                <a:xfrm>
                  <a:off x="4006702" y="3641584"/>
                  <a:ext cx="120743" cy="73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52" h="9304" fill="none" extrusionOk="0">
                      <a:moveTo>
                        <a:pt x="0" y="1"/>
                      </a:moveTo>
                      <a:lnTo>
                        <a:pt x="15351" y="9303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0" name="Google Shape;3860;p70"/>
                <p:cNvSpPr/>
                <p:nvPr/>
              </p:nvSpPr>
              <p:spPr>
                <a:xfrm>
                  <a:off x="4006702" y="3641584"/>
                  <a:ext cx="39773" cy="140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7" h="17832" fill="none" extrusionOk="0">
                      <a:moveTo>
                        <a:pt x="5057" y="17832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1" name="Google Shape;3861;p70"/>
                <p:cNvSpPr/>
                <p:nvPr/>
              </p:nvSpPr>
              <p:spPr>
                <a:xfrm>
                  <a:off x="3996423" y="3784585"/>
                  <a:ext cx="51862" cy="1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94" h="1307" fill="none" extrusionOk="0">
                      <a:moveTo>
                        <a:pt x="1" y="1307"/>
                      </a:moveTo>
                      <a:lnTo>
                        <a:pt x="6594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2" name="Google Shape;3862;p70"/>
                <p:cNvSpPr/>
                <p:nvPr/>
              </p:nvSpPr>
              <p:spPr>
                <a:xfrm>
                  <a:off x="4048277" y="3784585"/>
                  <a:ext cx="47583" cy="68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50" h="8759" fill="none" extrusionOk="0">
                      <a:moveTo>
                        <a:pt x="1" y="0"/>
                      </a:moveTo>
                      <a:lnTo>
                        <a:pt x="6049" y="8758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3" name="Google Shape;3863;p70"/>
                <p:cNvSpPr/>
                <p:nvPr/>
              </p:nvSpPr>
              <p:spPr>
                <a:xfrm>
                  <a:off x="4095947" y="3788392"/>
                  <a:ext cx="10280" cy="64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" h="8251" fill="none" extrusionOk="0">
                      <a:moveTo>
                        <a:pt x="0" y="8250"/>
                      </a:moveTo>
                      <a:lnTo>
                        <a:pt x="1307" y="0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4" name="Google Shape;3864;p70"/>
                <p:cNvSpPr/>
                <p:nvPr/>
              </p:nvSpPr>
              <p:spPr>
                <a:xfrm>
                  <a:off x="4095852" y="3853467"/>
                  <a:ext cx="45672" cy="15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07" h="2021" fill="none" extrusionOk="0">
                      <a:moveTo>
                        <a:pt x="0" y="0"/>
                      </a:moveTo>
                      <a:lnTo>
                        <a:pt x="5807" y="202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5" name="Google Shape;3865;p70"/>
                <p:cNvSpPr/>
                <p:nvPr/>
              </p:nvSpPr>
              <p:spPr>
                <a:xfrm>
                  <a:off x="4138567" y="3868308"/>
                  <a:ext cx="16469" cy="101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4" h="12932" fill="none" extrusionOk="0">
                      <a:moveTo>
                        <a:pt x="1" y="1"/>
                      </a:moveTo>
                      <a:lnTo>
                        <a:pt x="2093" y="1293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6" name="Google Shape;3866;p70"/>
                <p:cNvSpPr/>
                <p:nvPr/>
              </p:nvSpPr>
              <p:spPr>
                <a:xfrm>
                  <a:off x="3875601" y="3592876"/>
                  <a:ext cx="131110" cy="48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70" h="6194" fill="none" extrusionOk="0">
                      <a:moveTo>
                        <a:pt x="0" y="0"/>
                      </a:moveTo>
                      <a:lnTo>
                        <a:pt x="16669" y="6194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7" name="Google Shape;3867;p70"/>
                <p:cNvSpPr/>
                <p:nvPr/>
              </p:nvSpPr>
              <p:spPr>
                <a:xfrm>
                  <a:off x="4164828" y="3394410"/>
                  <a:ext cx="26458" cy="931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4" h="11844" fill="none" extrusionOk="0">
                      <a:moveTo>
                        <a:pt x="0" y="11843"/>
                      </a:moveTo>
                      <a:lnTo>
                        <a:pt x="3363" y="1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8" name="Google Shape;3868;p70"/>
                <p:cNvSpPr/>
                <p:nvPr/>
              </p:nvSpPr>
              <p:spPr>
                <a:xfrm>
                  <a:off x="4191278" y="3394410"/>
                  <a:ext cx="86586" cy="52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09" h="6703" fill="none" extrusionOk="0">
                      <a:moveTo>
                        <a:pt x="0" y="1"/>
                      </a:moveTo>
                      <a:lnTo>
                        <a:pt x="11008" y="6702"/>
                      </a:lnTo>
                    </a:path>
                  </a:pathLst>
                </a:custGeom>
                <a:no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69" name="Google Shape;3869;p70"/>
              <p:cNvGrpSpPr/>
              <p:nvPr/>
            </p:nvGrpSpPr>
            <p:grpSpPr>
              <a:xfrm>
                <a:off x="4180904" y="4251758"/>
                <a:ext cx="37783" cy="32420"/>
                <a:chOff x="4180904" y="4251758"/>
                <a:chExt cx="37783" cy="32420"/>
              </a:xfrm>
            </p:grpSpPr>
            <p:sp>
              <p:nvSpPr>
                <p:cNvPr id="3870" name="Google Shape;3870;p70"/>
                <p:cNvSpPr/>
                <p:nvPr/>
              </p:nvSpPr>
              <p:spPr>
                <a:xfrm>
                  <a:off x="4180904" y="4251758"/>
                  <a:ext cx="37783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3"/>
                      </a:cubicBezTo>
                      <a:cubicBezTo>
                        <a:pt x="1" y="1908"/>
                        <a:pt x="920" y="4121"/>
                        <a:pt x="2759" y="4121"/>
                      </a:cubicBezTo>
                      <a:cubicBezTo>
                        <a:pt x="3884" y="4109"/>
                        <a:pt x="4803" y="3190"/>
                        <a:pt x="4803" y="2065"/>
                      </a:cubicBezTo>
                      <a:cubicBezTo>
                        <a:pt x="4803" y="823"/>
                        <a:pt x="3792" y="0"/>
                        <a:pt x="273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1" name="Google Shape;3871;p70"/>
                <p:cNvSpPr/>
                <p:nvPr/>
              </p:nvSpPr>
              <p:spPr>
                <a:xfrm>
                  <a:off x="4196037" y="426143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72" name="Google Shape;3872;p70"/>
              <p:cNvGrpSpPr/>
              <p:nvPr/>
            </p:nvGrpSpPr>
            <p:grpSpPr>
              <a:xfrm>
                <a:off x="4201644" y="4081324"/>
                <a:ext cx="37783" cy="32364"/>
                <a:chOff x="4201644" y="4081324"/>
                <a:chExt cx="37783" cy="32364"/>
              </a:xfrm>
            </p:grpSpPr>
            <p:sp>
              <p:nvSpPr>
                <p:cNvPr id="3873" name="Google Shape;3873;p70"/>
                <p:cNvSpPr/>
                <p:nvPr/>
              </p:nvSpPr>
              <p:spPr>
                <a:xfrm>
                  <a:off x="4201644" y="4081324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2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4" name="Google Shape;3874;p70"/>
                <p:cNvSpPr/>
                <p:nvPr/>
              </p:nvSpPr>
              <p:spPr>
                <a:xfrm>
                  <a:off x="4214582" y="4091037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2" y="0"/>
                      </a:moveTo>
                      <a:cubicBezTo>
                        <a:pt x="364" y="0"/>
                        <a:pt x="1" y="883"/>
                        <a:pt x="521" y="1415"/>
                      </a:cubicBezTo>
                      <a:cubicBezTo>
                        <a:pt x="688" y="1582"/>
                        <a:pt x="894" y="1657"/>
                        <a:pt x="1096" y="1657"/>
                      </a:cubicBezTo>
                      <a:cubicBezTo>
                        <a:pt x="1524" y="1657"/>
                        <a:pt x="1936" y="1323"/>
                        <a:pt x="1936" y="823"/>
                      </a:cubicBezTo>
                      <a:cubicBezTo>
                        <a:pt x="1936" y="363"/>
                        <a:pt x="1561" y="0"/>
                        <a:pt x="1102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75" name="Google Shape;3875;p70"/>
              <p:cNvGrpSpPr/>
              <p:nvPr/>
            </p:nvGrpSpPr>
            <p:grpSpPr>
              <a:xfrm>
                <a:off x="4284416" y="3887428"/>
                <a:ext cx="37783" cy="32451"/>
                <a:chOff x="4284416" y="3887428"/>
                <a:chExt cx="37783" cy="32451"/>
              </a:xfrm>
            </p:grpSpPr>
            <p:sp>
              <p:nvSpPr>
                <p:cNvPr id="3876" name="Google Shape;3876;p70"/>
                <p:cNvSpPr/>
                <p:nvPr/>
              </p:nvSpPr>
              <p:spPr>
                <a:xfrm>
                  <a:off x="4284416" y="3887428"/>
                  <a:ext cx="37783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6" extrusionOk="0">
                      <a:moveTo>
                        <a:pt x="2731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1" y="1900"/>
                        <a:pt x="920" y="4126"/>
                        <a:pt x="2747" y="4126"/>
                      </a:cubicBezTo>
                      <a:cubicBezTo>
                        <a:pt x="3884" y="4114"/>
                        <a:pt x="4803" y="3195"/>
                        <a:pt x="4803" y="2070"/>
                      </a:cubicBezTo>
                      <a:cubicBezTo>
                        <a:pt x="4803" y="824"/>
                        <a:pt x="3788" y="1"/>
                        <a:pt x="273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7" name="Google Shape;3877;p70"/>
                <p:cNvSpPr/>
                <p:nvPr/>
              </p:nvSpPr>
              <p:spPr>
                <a:xfrm>
                  <a:off x="4299548" y="3897039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0" y="376"/>
                        <a:pt x="0" y="835"/>
                      </a:cubicBezTo>
                      <a:cubicBezTo>
                        <a:pt x="0" y="1295"/>
                        <a:pt x="363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5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78" name="Google Shape;3878;p70"/>
              <p:cNvGrpSpPr/>
              <p:nvPr/>
            </p:nvGrpSpPr>
            <p:grpSpPr>
              <a:xfrm>
                <a:off x="4223721" y="3860404"/>
                <a:ext cx="37870" cy="32364"/>
                <a:chOff x="4223721" y="3860404"/>
                <a:chExt cx="37870" cy="32364"/>
              </a:xfrm>
            </p:grpSpPr>
            <p:sp>
              <p:nvSpPr>
                <p:cNvPr id="3879" name="Google Shape;3879;p70"/>
                <p:cNvSpPr/>
                <p:nvPr/>
              </p:nvSpPr>
              <p:spPr>
                <a:xfrm>
                  <a:off x="4223721" y="3860404"/>
                  <a:ext cx="37870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5" extrusionOk="0">
                      <a:moveTo>
                        <a:pt x="2735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58" y="4114"/>
                      </a:cubicBezTo>
                      <a:cubicBezTo>
                        <a:pt x="3883" y="4114"/>
                        <a:pt x="4803" y="3195"/>
                        <a:pt x="4815" y="2058"/>
                      </a:cubicBezTo>
                      <a:cubicBezTo>
                        <a:pt x="4815" y="822"/>
                        <a:pt x="3795" y="1"/>
                        <a:pt x="273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0" name="Google Shape;3880;p70"/>
                <p:cNvSpPr/>
                <p:nvPr/>
              </p:nvSpPr>
              <p:spPr>
                <a:xfrm>
                  <a:off x="4238846" y="3870117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81" name="Google Shape;3881;p70"/>
              <p:cNvGrpSpPr/>
              <p:nvPr/>
            </p:nvGrpSpPr>
            <p:grpSpPr>
              <a:xfrm>
                <a:off x="4104889" y="3699242"/>
                <a:ext cx="37776" cy="32357"/>
                <a:chOff x="4104889" y="3699242"/>
                <a:chExt cx="37776" cy="32357"/>
              </a:xfrm>
            </p:grpSpPr>
            <p:sp>
              <p:nvSpPr>
                <p:cNvPr id="3882" name="Google Shape;3882;p70"/>
                <p:cNvSpPr/>
                <p:nvPr/>
              </p:nvSpPr>
              <p:spPr>
                <a:xfrm>
                  <a:off x="4104889" y="3699242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0" y="0"/>
                      </a:moveTo>
                      <a:cubicBezTo>
                        <a:pt x="2226" y="0"/>
                        <a:pt x="1712" y="188"/>
                        <a:pt x="1295" y="605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3" name="Google Shape;3883;p70"/>
                <p:cNvSpPr/>
                <p:nvPr/>
              </p:nvSpPr>
              <p:spPr>
                <a:xfrm>
                  <a:off x="4120013" y="370894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76" y="0"/>
                        <a:pt x="1" y="375"/>
                        <a:pt x="1" y="823"/>
                      </a:cubicBezTo>
                      <a:cubicBezTo>
                        <a:pt x="1" y="1283"/>
                        <a:pt x="376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84" name="Google Shape;3884;p70"/>
              <p:cNvGrpSpPr/>
              <p:nvPr/>
            </p:nvGrpSpPr>
            <p:grpSpPr>
              <a:xfrm>
                <a:off x="4143608" y="3475121"/>
                <a:ext cx="37878" cy="32420"/>
                <a:chOff x="4143608" y="3475121"/>
                <a:chExt cx="37878" cy="32420"/>
              </a:xfrm>
            </p:grpSpPr>
            <p:sp>
              <p:nvSpPr>
                <p:cNvPr id="3885" name="Google Shape;3885;p70"/>
                <p:cNvSpPr/>
                <p:nvPr/>
              </p:nvSpPr>
              <p:spPr>
                <a:xfrm>
                  <a:off x="4143608" y="3475121"/>
                  <a:ext cx="37878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2" extrusionOk="0">
                      <a:moveTo>
                        <a:pt x="2750" y="0"/>
                      </a:moveTo>
                      <a:cubicBezTo>
                        <a:pt x="2244" y="0"/>
                        <a:pt x="1727" y="190"/>
                        <a:pt x="1307" y="614"/>
                      </a:cubicBezTo>
                      <a:cubicBezTo>
                        <a:pt x="1" y="1908"/>
                        <a:pt x="920" y="4122"/>
                        <a:pt x="2759" y="4122"/>
                      </a:cubicBezTo>
                      <a:cubicBezTo>
                        <a:pt x="3896" y="4122"/>
                        <a:pt x="4815" y="3202"/>
                        <a:pt x="4815" y="2065"/>
                      </a:cubicBezTo>
                      <a:cubicBezTo>
                        <a:pt x="4815" y="823"/>
                        <a:pt x="3805" y="0"/>
                        <a:pt x="275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6" name="Google Shape;3886;p70"/>
                <p:cNvSpPr/>
                <p:nvPr/>
              </p:nvSpPr>
              <p:spPr>
                <a:xfrm>
                  <a:off x="4158741" y="348479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94" y="1658"/>
                        <a:pt x="1657" y="1295"/>
                        <a:pt x="1657" y="835"/>
                      </a:cubicBezTo>
                      <a:cubicBezTo>
                        <a:pt x="1657" y="376"/>
                        <a:pt x="1294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87" name="Google Shape;3887;p70"/>
              <p:cNvGrpSpPr/>
              <p:nvPr/>
            </p:nvGrpSpPr>
            <p:grpSpPr>
              <a:xfrm>
                <a:off x="4217248" y="3570893"/>
                <a:ext cx="37776" cy="32364"/>
                <a:chOff x="4217248" y="3570893"/>
                <a:chExt cx="37776" cy="32364"/>
              </a:xfrm>
            </p:grpSpPr>
            <p:sp>
              <p:nvSpPr>
                <p:cNvPr id="3888" name="Google Shape;3888;p70"/>
                <p:cNvSpPr/>
                <p:nvPr/>
              </p:nvSpPr>
              <p:spPr>
                <a:xfrm>
                  <a:off x="4217248" y="3570893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9" name="Google Shape;3889;p70"/>
                <p:cNvSpPr/>
                <p:nvPr/>
              </p:nvSpPr>
              <p:spPr>
                <a:xfrm>
                  <a:off x="4232373" y="3580599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4" y="1"/>
                      </a:moveTo>
                      <a:cubicBezTo>
                        <a:pt x="364" y="1"/>
                        <a:pt x="1" y="376"/>
                        <a:pt x="1" y="824"/>
                      </a:cubicBezTo>
                      <a:cubicBezTo>
                        <a:pt x="1" y="1283"/>
                        <a:pt x="364" y="1658"/>
                        <a:pt x="824" y="1658"/>
                      </a:cubicBezTo>
                      <a:cubicBezTo>
                        <a:pt x="1283" y="1658"/>
                        <a:pt x="1658" y="1283"/>
                        <a:pt x="1658" y="824"/>
                      </a:cubicBezTo>
                      <a:cubicBezTo>
                        <a:pt x="1658" y="376"/>
                        <a:pt x="1283" y="1"/>
                        <a:pt x="82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90" name="Google Shape;3890;p70"/>
              <p:cNvGrpSpPr/>
              <p:nvPr/>
            </p:nvGrpSpPr>
            <p:grpSpPr>
              <a:xfrm>
                <a:off x="4255307" y="3431612"/>
                <a:ext cx="37776" cy="32451"/>
                <a:chOff x="4255307" y="3431612"/>
                <a:chExt cx="37776" cy="32451"/>
              </a:xfrm>
            </p:grpSpPr>
            <p:sp>
              <p:nvSpPr>
                <p:cNvPr id="3891" name="Google Shape;3891;p70"/>
                <p:cNvSpPr/>
                <p:nvPr/>
              </p:nvSpPr>
              <p:spPr>
                <a:xfrm>
                  <a:off x="4255307" y="3431612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5" y="605"/>
                      </a:cubicBezTo>
                      <a:cubicBezTo>
                        <a:pt x="0" y="1912"/>
                        <a:pt x="920" y="4125"/>
                        <a:pt x="2758" y="4125"/>
                      </a:cubicBezTo>
                      <a:cubicBezTo>
                        <a:pt x="3883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2" name="Google Shape;3892;p70"/>
                <p:cNvSpPr/>
                <p:nvPr/>
              </p:nvSpPr>
              <p:spPr>
                <a:xfrm>
                  <a:off x="4270432" y="3441317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75"/>
                        <a:pt x="1" y="835"/>
                      </a:cubicBezTo>
                      <a:cubicBezTo>
                        <a:pt x="1" y="1295"/>
                        <a:pt x="376" y="1658"/>
                        <a:pt x="835" y="1658"/>
                      </a:cubicBezTo>
                      <a:cubicBezTo>
                        <a:pt x="1295" y="1658"/>
                        <a:pt x="1658" y="1295"/>
                        <a:pt x="1658" y="835"/>
                      </a:cubicBezTo>
                      <a:cubicBezTo>
                        <a:pt x="1658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93" name="Google Shape;3893;p70"/>
              <p:cNvGrpSpPr/>
              <p:nvPr/>
            </p:nvGrpSpPr>
            <p:grpSpPr>
              <a:xfrm>
                <a:off x="3853052" y="3577398"/>
                <a:ext cx="37776" cy="32420"/>
                <a:chOff x="3853052" y="3577398"/>
                <a:chExt cx="37776" cy="32420"/>
              </a:xfrm>
            </p:grpSpPr>
            <p:sp>
              <p:nvSpPr>
                <p:cNvPr id="3894" name="Google Shape;3894;p70"/>
                <p:cNvSpPr/>
                <p:nvPr/>
              </p:nvSpPr>
              <p:spPr>
                <a:xfrm>
                  <a:off x="3853052" y="3577398"/>
                  <a:ext cx="37776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2" extrusionOk="0">
                      <a:moveTo>
                        <a:pt x="2737" y="0"/>
                      </a:moveTo>
                      <a:cubicBezTo>
                        <a:pt x="2231" y="0"/>
                        <a:pt x="1714" y="190"/>
                        <a:pt x="1294" y="614"/>
                      </a:cubicBezTo>
                      <a:cubicBezTo>
                        <a:pt x="0" y="1908"/>
                        <a:pt x="919" y="4122"/>
                        <a:pt x="2746" y="4122"/>
                      </a:cubicBezTo>
                      <a:cubicBezTo>
                        <a:pt x="3883" y="4122"/>
                        <a:pt x="4803" y="3202"/>
                        <a:pt x="4803" y="2065"/>
                      </a:cubicBezTo>
                      <a:cubicBezTo>
                        <a:pt x="4803" y="823"/>
                        <a:pt x="3792" y="0"/>
                        <a:pt x="2737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5" name="Google Shape;3895;p70"/>
                <p:cNvSpPr/>
                <p:nvPr/>
              </p:nvSpPr>
              <p:spPr>
                <a:xfrm>
                  <a:off x="3868176" y="358707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1" y="376"/>
                        <a:pt x="1" y="835"/>
                      </a:cubicBezTo>
                      <a:cubicBezTo>
                        <a:pt x="1" y="1295"/>
                        <a:pt x="363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5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96" name="Google Shape;3896;p70"/>
              <p:cNvGrpSpPr/>
              <p:nvPr/>
            </p:nvGrpSpPr>
            <p:grpSpPr>
              <a:xfrm>
                <a:off x="4039908" y="3412107"/>
                <a:ext cx="37776" cy="32357"/>
                <a:chOff x="4039908" y="3412107"/>
                <a:chExt cx="37776" cy="32357"/>
              </a:xfrm>
            </p:grpSpPr>
            <p:sp>
              <p:nvSpPr>
                <p:cNvPr id="3897" name="Google Shape;3897;p70"/>
                <p:cNvSpPr/>
                <p:nvPr/>
              </p:nvSpPr>
              <p:spPr>
                <a:xfrm>
                  <a:off x="4039908" y="341210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8" name="Google Shape;3898;p70"/>
                <p:cNvSpPr/>
                <p:nvPr/>
              </p:nvSpPr>
              <p:spPr>
                <a:xfrm>
                  <a:off x="4055033" y="342181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1" y="363"/>
                        <a:pt x="1" y="823"/>
                      </a:cubicBezTo>
                      <a:cubicBezTo>
                        <a:pt x="1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99" name="Google Shape;3899;p70"/>
              <p:cNvGrpSpPr/>
              <p:nvPr/>
            </p:nvGrpSpPr>
            <p:grpSpPr>
              <a:xfrm>
                <a:off x="4017360" y="3342061"/>
                <a:ext cx="37870" cy="32380"/>
                <a:chOff x="4017360" y="3342061"/>
                <a:chExt cx="37870" cy="32380"/>
              </a:xfrm>
            </p:grpSpPr>
            <p:sp>
              <p:nvSpPr>
                <p:cNvPr id="3900" name="Google Shape;3900;p70"/>
                <p:cNvSpPr/>
                <p:nvPr/>
              </p:nvSpPr>
              <p:spPr>
                <a:xfrm>
                  <a:off x="4017360" y="3342061"/>
                  <a:ext cx="37870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7" extrusionOk="0">
                      <a:moveTo>
                        <a:pt x="2749" y="0"/>
                      </a:moveTo>
                      <a:cubicBezTo>
                        <a:pt x="2243" y="0"/>
                        <a:pt x="1726" y="189"/>
                        <a:pt x="1307" y="608"/>
                      </a:cubicBezTo>
                      <a:cubicBezTo>
                        <a:pt x="0" y="1903"/>
                        <a:pt x="920" y="4116"/>
                        <a:pt x="2758" y="4116"/>
                      </a:cubicBezTo>
                      <a:cubicBezTo>
                        <a:pt x="3895" y="4116"/>
                        <a:pt x="4815" y="3197"/>
                        <a:pt x="4815" y="2060"/>
                      </a:cubicBezTo>
                      <a:cubicBezTo>
                        <a:pt x="4815" y="817"/>
                        <a:pt x="3804" y="0"/>
                        <a:pt x="2749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1" name="Google Shape;3901;p70"/>
                <p:cNvSpPr/>
                <p:nvPr/>
              </p:nvSpPr>
              <p:spPr>
                <a:xfrm>
                  <a:off x="4032484" y="3351790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02" name="Google Shape;3902;p70"/>
              <p:cNvSpPr/>
              <p:nvPr/>
            </p:nvSpPr>
            <p:spPr>
              <a:xfrm>
                <a:off x="3998712" y="3520180"/>
                <a:ext cx="47764" cy="40929"/>
              </a:xfrm>
              <a:custGeom>
                <a:avLst/>
                <a:gdLst/>
                <a:ahLst/>
                <a:cxnLst/>
                <a:rect l="l" t="t" r="r" b="b"/>
                <a:pathLst>
                  <a:path w="6073" h="5204" extrusionOk="0">
                    <a:moveTo>
                      <a:pt x="3457" y="0"/>
                    </a:moveTo>
                    <a:cubicBezTo>
                      <a:pt x="2821" y="0"/>
                      <a:pt x="2173" y="236"/>
                      <a:pt x="1645" y="764"/>
                    </a:cubicBezTo>
                    <a:cubicBezTo>
                      <a:pt x="0" y="2397"/>
                      <a:pt x="1162" y="5191"/>
                      <a:pt x="3472" y="5203"/>
                    </a:cubicBezTo>
                    <a:cubicBezTo>
                      <a:pt x="4899" y="5191"/>
                      <a:pt x="6061" y="4030"/>
                      <a:pt x="6073" y="2602"/>
                    </a:cubicBezTo>
                    <a:cubicBezTo>
                      <a:pt x="6073" y="1038"/>
                      <a:pt x="4792" y="0"/>
                      <a:pt x="3457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03" name="Google Shape;3903;p70"/>
              <p:cNvSpPr/>
              <p:nvPr/>
            </p:nvSpPr>
            <p:spPr>
              <a:xfrm>
                <a:off x="4011744" y="3529893"/>
                <a:ext cx="25026" cy="21448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2727" extrusionOk="0">
                    <a:moveTo>
                      <a:pt x="1815" y="0"/>
                    </a:moveTo>
                    <a:cubicBezTo>
                      <a:pt x="605" y="0"/>
                      <a:pt x="1" y="1464"/>
                      <a:pt x="847" y="2323"/>
                    </a:cubicBezTo>
                    <a:cubicBezTo>
                      <a:pt x="1126" y="2601"/>
                      <a:pt x="1468" y="2726"/>
                      <a:pt x="1803" y="2726"/>
                    </a:cubicBezTo>
                    <a:cubicBezTo>
                      <a:pt x="2503" y="2726"/>
                      <a:pt x="3174" y="2185"/>
                      <a:pt x="3182" y="1367"/>
                    </a:cubicBezTo>
                    <a:cubicBezTo>
                      <a:pt x="3182" y="605"/>
                      <a:pt x="2565" y="0"/>
                      <a:pt x="1815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3904" name="Google Shape;3904;p70"/>
              <p:cNvGrpSpPr/>
              <p:nvPr/>
            </p:nvGrpSpPr>
            <p:grpSpPr>
              <a:xfrm>
                <a:off x="3750870" y="3418650"/>
                <a:ext cx="37776" cy="32380"/>
                <a:chOff x="3750870" y="3418650"/>
                <a:chExt cx="37776" cy="32380"/>
              </a:xfrm>
            </p:grpSpPr>
            <p:sp>
              <p:nvSpPr>
                <p:cNvPr id="3905" name="Google Shape;3905;p70"/>
                <p:cNvSpPr/>
                <p:nvPr/>
              </p:nvSpPr>
              <p:spPr>
                <a:xfrm>
                  <a:off x="3750870" y="3418650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0"/>
                      </a:moveTo>
                      <a:cubicBezTo>
                        <a:pt x="2231" y="0"/>
                        <a:pt x="1714" y="188"/>
                        <a:pt x="1295" y="608"/>
                      </a:cubicBezTo>
                      <a:cubicBezTo>
                        <a:pt x="0" y="1903"/>
                        <a:pt x="920" y="4116"/>
                        <a:pt x="2746" y="4116"/>
                      </a:cubicBezTo>
                      <a:cubicBezTo>
                        <a:pt x="3883" y="4104"/>
                        <a:pt x="4803" y="3185"/>
                        <a:pt x="4803" y="2060"/>
                      </a:cubicBezTo>
                      <a:cubicBezTo>
                        <a:pt x="4803" y="817"/>
                        <a:pt x="3792" y="0"/>
                        <a:pt x="2737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6" name="Google Shape;3906;p70"/>
                <p:cNvSpPr/>
                <p:nvPr/>
              </p:nvSpPr>
              <p:spPr>
                <a:xfrm>
                  <a:off x="3765994" y="342828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1" y="375"/>
                        <a:pt x="1" y="835"/>
                      </a:cubicBezTo>
                      <a:cubicBezTo>
                        <a:pt x="1" y="1294"/>
                        <a:pt x="363" y="1657"/>
                        <a:pt x="823" y="1657"/>
                      </a:cubicBezTo>
                      <a:cubicBezTo>
                        <a:pt x="1283" y="1657"/>
                        <a:pt x="1658" y="1294"/>
                        <a:pt x="1658" y="835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07" name="Google Shape;3907;p70"/>
              <p:cNvGrpSpPr/>
              <p:nvPr/>
            </p:nvGrpSpPr>
            <p:grpSpPr>
              <a:xfrm>
                <a:off x="3632509" y="3274438"/>
                <a:ext cx="37783" cy="32357"/>
                <a:chOff x="3632509" y="3274438"/>
                <a:chExt cx="37783" cy="32357"/>
              </a:xfrm>
            </p:grpSpPr>
            <p:sp>
              <p:nvSpPr>
                <p:cNvPr id="3908" name="Google Shape;3908;p70"/>
                <p:cNvSpPr/>
                <p:nvPr/>
              </p:nvSpPr>
              <p:spPr>
                <a:xfrm>
                  <a:off x="3632509" y="3274438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72" y="4114"/>
                        <a:pt x="4791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9" name="Google Shape;3909;p70"/>
                <p:cNvSpPr/>
                <p:nvPr/>
              </p:nvSpPr>
              <p:spPr>
                <a:xfrm>
                  <a:off x="3647547" y="3284049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10" name="Google Shape;3910;p70"/>
              <p:cNvGrpSpPr/>
              <p:nvPr/>
            </p:nvGrpSpPr>
            <p:grpSpPr>
              <a:xfrm>
                <a:off x="3906424" y="3297561"/>
                <a:ext cx="37776" cy="32451"/>
                <a:chOff x="3906424" y="3297561"/>
                <a:chExt cx="37776" cy="32451"/>
              </a:xfrm>
            </p:grpSpPr>
            <p:sp>
              <p:nvSpPr>
                <p:cNvPr id="3911" name="Google Shape;3911;p70"/>
                <p:cNvSpPr/>
                <p:nvPr/>
              </p:nvSpPr>
              <p:spPr>
                <a:xfrm>
                  <a:off x="3906424" y="3297561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3" y="187"/>
                        <a:pt x="1295" y="605"/>
                      </a:cubicBezTo>
                      <a:cubicBezTo>
                        <a:pt x="0" y="1899"/>
                        <a:pt x="920" y="4125"/>
                        <a:pt x="2746" y="4125"/>
                      </a:cubicBezTo>
                      <a:cubicBezTo>
                        <a:pt x="3883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2" name="Google Shape;3912;p70"/>
                <p:cNvSpPr/>
                <p:nvPr/>
              </p:nvSpPr>
              <p:spPr>
                <a:xfrm>
                  <a:off x="3921548" y="3307361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23" y="0"/>
                      </a:moveTo>
                      <a:cubicBezTo>
                        <a:pt x="364" y="0"/>
                        <a:pt x="1" y="363"/>
                        <a:pt x="1" y="823"/>
                      </a:cubicBezTo>
                      <a:cubicBezTo>
                        <a:pt x="1" y="1282"/>
                        <a:pt x="364" y="1657"/>
                        <a:pt x="823" y="1657"/>
                      </a:cubicBezTo>
                      <a:cubicBezTo>
                        <a:pt x="1283" y="1657"/>
                        <a:pt x="1658" y="1282"/>
                        <a:pt x="1658" y="823"/>
                      </a:cubicBezTo>
                      <a:cubicBezTo>
                        <a:pt x="1658" y="363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13" name="Google Shape;3913;p70"/>
              <p:cNvGrpSpPr/>
              <p:nvPr/>
            </p:nvGrpSpPr>
            <p:grpSpPr>
              <a:xfrm>
                <a:off x="3866084" y="3412107"/>
                <a:ext cx="37776" cy="32357"/>
                <a:chOff x="3866084" y="3412107"/>
                <a:chExt cx="37776" cy="32357"/>
              </a:xfrm>
            </p:grpSpPr>
            <p:sp>
              <p:nvSpPr>
                <p:cNvPr id="3914" name="Google Shape;3914;p70"/>
                <p:cNvSpPr/>
                <p:nvPr/>
              </p:nvSpPr>
              <p:spPr>
                <a:xfrm>
                  <a:off x="3866084" y="341210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5" name="Google Shape;3915;p70"/>
                <p:cNvSpPr/>
                <p:nvPr/>
              </p:nvSpPr>
              <p:spPr>
                <a:xfrm>
                  <a:off x="3881208" y="3421812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23" y="1"/>
                      </a:moveTo>
                      <a:cubicBezTo>
                        <a:pt x="364" y="1"/>
                        <a:pt x="1" y="363"/>
                        <a:pt x="1" y="823"/>
                      </a:cubicBezTo>
                      <a:cubicBezTo>
                        <a:pt x="1" y="1283"/>
                        <a:pt x="364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16" name="Google Shape;3916;p70"/>
              <p:cNvGrpSpPr/>
              <p:nvPr/>
            </p:nvGrpSpPr>
            <p:grpSpPr>
              <a:xfrm>
                <a:off x="4023919" y="3766409"/>
                <a:ext cx="37783" cy="32357"/>
                <a:chOff x="4023919" y="3766409"/>
                <a:chExt cx="37783" cy="32357"/>
              </a:xfrm>
            </p:grpSpPr>
            <p:sp>
              <p:nvSpPr>
                <p:cNvPr id="3917" name="Google Shape;3917;p70"/>
                <p:cNvSpPr/>
                <p:nvPr/>
              </p:nvSpPr>
              <p:spPr>
                <a:xfrm>
                  <a:off x="4023919" y="3766409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8" name="Google Shape;3918;p70"/>
                <p:cNvSpPr/>
                <p:nvPr/>
              </p:nvSpPr>
              <p:spPr>
                <a:xfrm>
                  <a:off x="4039051" y="3776115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0" y="376"/>
                        <a:pt x="0" y="823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19" name="Google Shape;3919;p70"/>
              <p:cNvGrpSpPr/>
              <p:nvPr/>
            </p:nvGrpSpPr>
            <p:grpSpPr>
              <a:xfrm>
                <a:off x="3973882" y="3779449"/>
                <a:ext cx="37776" cy="32357"/>
                <a:chOff x="3973882" y="3779449"/>
                <a:chExt cx="37776" cy="32357"/>
              </a:xfrm>
            </p:grpSpPr>
            <p:sp>
              <p:nvSpPr>
                <p:cNvPr id="3920" name="Google Shape;3920;p70"/>
                <p:cNvSpPr/>
                <p:nvPr/>
              </p:nvSpPr>
              <p:spPr>
                <a:xfrm>
                  <a:off x="3973882" y="3779449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4" y="605"/>
                      </a:cubicBezTo>
                      <a:cubicBezTo>
                        <a:pt x="0" y="1899"/>
                        <a:pt x="919" y="4113"/>
                        <a:pt x="2746" y="4113"/>
                      </a:cubicBezTo>
                      <a:cubicBezTo>
                        <a:pt x="3883" y="4113"/>
                        <a:pt x="4802" y="3194"/>
                        <a:pt x="4802" y="2069"/>
                      </a:cubicBezTo>
                      <a:cubicBezTo>
                        <a:pt x="4802" y="824"/>
                        <a:pt x="3787" y="0"/>
                        <a:pt x="273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1" name="Google Shape;3921;p70"/>
                <p:cNvSpPr/>
                <p:nvPr/>
              </p:nvSpPr>
              <p:spPr>
                <a:xfrm>
                  <a:off x="3989006" y="378915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0" y="375"/>
                        <a:pt x="0" y="823"/>
                      </a:cubicBezTo>
                      <a:cubicBezTo>
                        <a:pt x="0" y="1282"/>
                        <a:pt x="363" y="1657"/>
                        <a:pt x="823" y="1657"/>
                      </a:cubicBezTo>
                      <a:cubicBezTo>
                        <a:pt x="1283" y="1657"/>
                        <a:pt x="1658" y="1282"/>
                        <a:pt x="1658" y="823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22" name="Google Shape;3922;p70"/>
              <p:cNvGrpSpPr/>
              <p:nvPr/>
            </p:nvGrpSpPr>
            <p:grpSpPr>
              <a:xfrm>
                <a:off x="4073398" y="3838028"/>
                <a:ext cx="37776" cy="32380"/>
                <a:chOff x="4073398" y="3838028"/>
                <a:chExt cx="37776" cy="32380"/>
              </a:xfrm>
            </p:grpSpPr>
            <p:sp>
              <p:nvSpPr>
                <p:cNvPr id="3923" name="Google Shape;3923;p70"/>
                <p:cNvSpPr/>
                <p:nvPr/>
              </p:nvSpPr>
              <p:spPr>
                <a:xfrm>
                  <a:off x="4073398" y="3838028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1"/>
                      </a:moveTo>
                      <a:cubicBezTo>
                        <a:pt x="2231" y="1"/>
                        <a:pt x="1714" y="189"/>
                        <a:pt x="1295" y="609"/>
                      </a:cubicBezTo>
                      <a:cubicBezTo>
                        <a:pt x="0" y="1891"/>
                        <a:pt x="920" y="4105"/>
                        <a:pt x="2746" y="4117"/>
                      </a:cubicBezTo>
                      <a:cubicBezTo>
                        <a:pt x="3883" y="4105"/>
                        <a:pt x="4803" y="3185"/>
                        <a:pt x="4803" y="2060"/>
                      </a:cubicBezTo>
                      <a:cubicBezTo>
                        <a:pt x="4803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4" name="Google Shape;3924;p70"/>
                <p:cNvSpPr/>
                <p:nvPr/>
              </p:nvSpPr>
              <p:spPr>
                <a:xfrm>
                  <a:off x="4088428" y="3847663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6" y="1"/>
                        <a:pt x="1" y="376"/>
                        <a:pt x="1" y="835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35"/>
                      </a:cubicBezTo>
                      <a:cubicBezTo>
                        <a:pt x="1658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25" name="Google Shape;3925;p70"/>
              <p:cNvGrpSpPr/>
              <p:nvPr/>
            </p:nvGrpSpPr>
            <p:grpSpPr>
              <a:xfrm>
                <a:off x="4342672" y="4144496"/>
                <a:ext cx="37752" cy="32364"/>
                <a:chOff x="4342672" y="4144496"/>
                <a:chExt cx="37752" cy="32364"/>
              </a:xfrm>
            </p:grpSpPr>
            <p:sp>
              <p:nvSpPr>
                <p:cNvPr id="3926" name="Google Shape;3926;p70"/>
                <p:cNvSpPr/>
                <p:nvPr/>
              </p:nvSpPr>
              <p:spPr>
                <a:xfrm>
                  <a:off x="4342672" y="4144496"/>
                  <a:ext cx="37752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0" h="4115" extrusionOk="0">
                      <a:moveTo>
                        <a:pt x="2729" y="1"/>
                      </a:moveTo>
                      <a:cubicBezTo>
                        <a:pt x="2224" y="1"/>
                        <a:pt x="1710" y="188"/>
                        <a:pt x="1291" y="606"/>
                      </a:cubicBezTo>
                      <a:cubicBezTo>
                        <a:pt x="1" y="1897"/>
                        <a:pt x="912" y="4114"/>
                        <a:pt x="2740" y="4114"/>
                      </a:cubicBezTo>
                      <a:cubicBezTo>
                        <a:pt x="2745" y="4114"/>
                        <a:pt x="2750" y="4114"/>
                        <a:pt x="2755" y="4114"/>
                      </a:cubicBezTo>
                      <a:cubicBezTo>
                        <a:pt x="3880" y="4114"/>
                        <a:pt x="4800" y="3195"/>
                        <a:pt x="4800" y="2058"/>
                      </a:cubicBezTo>
                      <a:cubicBezTo>
                        <a:pt x="4800" y="822"/>
                        <a:pt x="3785" y="1"/>
                        <a:pt x="2729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7" name="Google Shape;3927;p70"/>
                <p:cNvSpPr/>
                <p:nvPr/>
              </p:nvSpPr>
              <p:spPr>
                <a:xfrm>
                  <a:off x="4355586" y="4154209"/>
                  <a:ext cx="15227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8" extrusionOk="0">
                      <a:moveTo>
                        <a:pt x="1101" y="0"/>
                      </a:moveTo>
                      <a:cubicBezTo>
                        <a:pt x="363" y="0"/>
                        <a:pt x="0" y="895"/>
                        <a:pt x="520" y="1416"/>
                      </a:cubicBezTo>
                      <a:cubicBezTo>
                        <a:pt x="688" y="1583"/>
                        <a:pt x="893" y="1657"/>
                        <a:pt x="1096" y="1657"/>
                      </a:cubicBezTo>
                      <a:cubicBezTo>
                        <a:pt x="1523" y="1657"/>
                        <a:pt x="1936" y="1324"/>
                        <a:pt x="1936" y="823"/>
                      </a:cubicBezTo>
                      <a:cubicBezTo>
                        <a:pt x="1936" y="375"/>
                        <a:pt x="156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28" name="Google Shape;3928;p70"/>
              <p:cNvGrpSpPr/>
              <p:nvPr/>
            </p:nvGrpSpPr>
            <p:grpSpPr>
              <a:xfrm>
                <a:off x="4406386" y="4056872"/>
                <a:ext cx="37783" cy="32364"/>
                <a:chOff x="4406386" y="4056872"/>
                <a:chExt cx="37783" cy="32364"/>
              </a:xfrm>
            </p:grpSpPr>
            <p:sp>
              <p:nvSpPr>
                <p:cNvPr id="3929" name="Google Shape;3929;p70"/>
                <p:cNvSpPr/>
                <p:nvPr/>
              </p:nvSpPr>
              <p:spPr>
                <a:xfrm>
                  <a:off x="4406386" y="4056872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3" y="1"/>
                      </a:moveTo>
                      <a:cubicBezTo>
                        <a:pt x="2228" y="1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0" name="Google Shape;3930;p70"/>
                <p:cNvSpPr/>
                <p:nvPr/>
              </p:nvSpPr>
              <p:spPr>
                <a:xfrm>
                  <a:off x="4419332" y="4066577"/>
                  <a:ext cx="15227" cy="13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5" extrusionOk="0">
                      <a:moveTo>
                        <a:pt x="1123" y="1"/>
                      </a:moveTo>
                      <a:cubicBezTo>
                        <a:pt x="1115" y="1"/>
                        <a:pt x="1108" y="1"/>
                        <a:pt x="1101" y="1"/>
                      </a:cubicBezTo>
                      <a:cubicBezTo>
                        <a:pt x="363" y="1"/>
                        <a:pt x="0" y="884"/>
                        <a:pt x="520" y="1404"/>
                      </a:cubicBezTo>
                      <a:cubicBezTo>
                        <a:pt x="689" y="1577"/>
                        <a:pt x="898" y="1655"/>
                        <a:pt x="1103" y="1655"/>
                      </a:cubicBezTo>
                      <a:cubicBezTo>
                        <a:pt x="1528" y="1655"/>
                        <a:pt x="1936" y="1322"/>
                        <a:pt x="1936" y="824"/>
                      </a:cubicBezTo>
                      <a:cubicBezTo>
                        <a:pt x="1936" y="371"/>
                        <a:pt x="1572" y="1"/>
                        <a:pt x="11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31" name="Google Shape;3931;p70"/>
              <p:cNvGrpSpPr/>
              <p:nvPr/>
            </p:nvGrpSpPr>
            <p:grpSpPr>
              <a:xfrm>
                <a:off x="4284416" y="4245254"/>
                <a:ext cx="37783" cy="32357"/>
                <a:chOff x="4284416" y="4245254"/>
                <a:chExt cx="37783" cy="32357"/>
              </a:xfrm>
            </p:grpSpPr>
            <p:sp>
              <p:nvSpPr>
                <p:cNvPr id="3932" name="Google Shape;3932;p70"/>
                <p:cNvSpPr/>
                <p:nvPr/>
              </p:nvSpPr>
              <p:spPr>
                <a:xfrm>
                  <a:off x="4284416" y="4245254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3" name="Google Shape;3933;p70"/>
                <p:cNvSpPr/>
                <p:nvPr/>
              </p:nvSpPr>
              <p:spPr>
                <a:xfrm>
                  <a:off x="4299548" y="4254959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0" y="364"/>
                        <a:pt x="0" y="823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34" name="Google Shape;3934;p70"/>
              <p:cNvGrpSpPr/>
              <p:nvPr/>
            </p:nvGrpSpPr>
            <p:grpSpPr>
              <a:xfrm>
                <a:off x="4219057" y="4331258"/>
                <a:ext cx="37776" cy="32364"/>
                <a:chOff x="4219057" y="4331258"/>
                <a:chExt cx="37776" cy="32364"/>
              </a:xfrm>
            </p:grpSpPr>
            <p:sp>
              <p:nvSpPr>
                <p:cNvPr id="3935" name="Google Shape;3935;p70"/>
                <p:cNvSpPr/>
                <p:nvPr/>
              </p:nvSpPr>
              <p:spPr>
                <a:xfrm>
                  <a:off x="4219057" y="4331258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6" name="Google Shape;3936;p70"/>
                <p:cNvSpPr/>
                <p:nvPr/>
              </p:nvSpPr>
              <p:spPr>
                <a:xfrm>
                  <a:off x="4231995" y="4340971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13" y="0"/>
                      </a:moveTo>
                      <a:cubicBezTo>
                        <a:pt x="363" y="0"/>
                        <a:pt x="1" y="895"/>
                        <a:pt x="521" y="1416"/>
                      </a:cubicBezTo>
                      <a:cubicBezTo>
                        <a:pt x="688" y="1583"/>
                        <a:pt x="894" y="1657"/>
                        <a:pt x="1096" y="1657"/>
                      </a:cubicBezTo>
                      <a:cubicBezTo>
                        <a:pt x="1524" y="1657"/>
                        <a:pt x="1936" y="1324"/>
                        <a:pt x="1936" y="823"/>
                      </a:cubicBezTo>
                      <a:cubicBezTo>
                        <a:pt x="1936" y="375"/>
                        <a:pt x="1561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37" name="Google Shape;3937;p70"/>
              <p:cNvGrpSpPr/>
              <p:nvPr/>
            </p:nvGrpSpPr>
            <p:grpSpPr>
              <a:xfrm>
                <a:off x="4204122" y="4141688"/>
                <a:ext cx="33497" cy="28699"/>
                <a:chOff x="4204122" y="4141688"/>
                <a:chExt cx="33497" cy="28699"/>
              </a:xfrm>
            </p:grpSpPr>
            <p:sp>
              <p:nvSpPr>
                <p:cNvPr id="3938" name="Google Shape;3938;p70"/>
                <p:cNvSpPr/>
                <p:nvPr/>
              </p:nvSpPr>
              <p:spPr>
                <a:xfrm>
                  <a:off x="4204122" y="4141688"/>
                  <a:ext cx="33497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9" extrusionOk="0">
                      <a:moveTo>
                        <a:pt x="2427" y="1"/>
                      </a:moveTo>
                      <a:cubicBezTo>
                        <a:pt x="1979" y="1"/>
                        <a:pt x="1522" y="168"/>
                        <a:pt x="1149" y="540"/>
                      </a:cubicBezTo>
                      <a:cubicBezTo>
                        <a:pt x="0" y="1677"/>
                        <a:pt x="811" y="3649"/>
                        <a:pt x="2432" y="3649"/>
                      </a:cubicBezTo>
                      <a:cubicBezTo>
                        <a:pt x="3448" y="3649"/>
                        <a:pt x="4258" y="2826"/>
                        <a:pt x="4258" y="1822"/>
                      </a:cubicBezTo>
                      <a:cubicBezTo>
                        <a:pt x="4258" y="726"/>
                        <a:pt x="3363" y="1"/>
                        <a:pt x="242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9" name="Google Shape;3939;p70"/>
                <p:cNvSpPr/>
                <p:nvPr/>
              </p:nvSpPr>
              <p:spPr>
                <a:xfrm>
                  <a:off x="4216965" y="4151259"/>
                  <a:ext cx="11042" cy="9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" h="1195" extrusionOk="0">
                      <a:moveTo>
                        <a:pt x="799" y="0"/>
                      </a:moveTo>
                      <a:cubicBezTo>
                        <a:pt x="266" y="0"/>
                        <a:pt x="0" y="641"/>
                        <a:pt x="375" y="1016"/>
                      </a:cubicBezTo>
                      <a:cubicBezTo>
                        <a:pt x="498" y="1139"/>
                        <a:pt x="650" y="1195"/>
                        <a:pt x="799" y="1195"/>
                      </a:cubicBezTo>
                      <a:cubicBezTo>
                        <a:pt x="1103" y="1195"/>
                        <a:pt x="1395" y="963"/>
                        <a:pt x="1404" y="605"/>
                      </a:cubicBezTo>
                      <a:cubicBezTo>
                        <a:pt x="1404" y="278"/>
                        <a:pt x="1137" y="0"/>
                        <a:pt x="79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40" name="Google Shape;3940;p70"/>
              <p:cNvGrpSpPr/>
              <p:nvPr/>
            </p:nvGrpSpPr>
            <p:grpSpPr>
              <a:xfrm>
                <a:off x="4301546" y="4003869"/>
                <a:ext cx="38916" cy="33324"/>
                <a:chOff x="4301546" y="4003869"/>
                <a:chExt cx="38916" cy="33324"/>
              </a:xfrm>
            </p:grpSpPr>
            <p:sp>
              <p:nvSpPr>
                <p:cNvPr id="3941" name="Google Shape;3941;p70"/>
                <p:cNvSpPr/>
                <p:nvPr/>
              </p:nvSpPr>
              <p:spPr>
                <a:xfrm>
                  <a:off x="4301546" y="4003869"/>
                  <a:ext cx="38916" cy="33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48" h="4237" extrusionOk="0">
                      <a:moveTo>
                        <a:pt x="2818" y="1"/>
                      </a:moveTo>
                      <a:cubicBezTo>
                        <a:pt x="2295" y="1"/>
                        <a:pt x="1763" y="196"/>
                        <a:pt x="1331" y="631"/>
                      </a:cubicBezTo>
                      <a:cubicBezTo>
                        <a:pt x="0" y="1962"/>
                        <a:pt x="944" y="4236"/>
                        <a:pt x="2831" y="4236"/>
                      </a:cubicBezTo>
                      <a:cubicBezTo>
                        <a:pt x="3992" y="4236"/>
                        <a:pt x="4948" y="3293"/>
                        <a:pt x="4948" y="2119"/>
                      </a:cubicBezTo>
                      <a:cubicBezTo>
                        <a:pt x="4948" y="845"/>
                        <a:pt x="3905" y="1"/>
                        <a:pt x="281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2" name="Google Shape;3942;p70"/>
                <p:cNvSpPr/>
                <p:nvPr/>
              </p:nvSpPr>
              <p:spPr>
                <a:xfrm>
                  <a:off x="4314389" y="4013590"/>
                  <a:ext cx="16469" cy="1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4" h="1780" extrusionOk="0">
                      <a:moveTo>
                        <a:pt x="1220" y="0"/>
                      </a:moveTo>
                      <a:cubicBezTo>
                        <a:pt x="1213" y="0"/>
                        <a:pt x="1205" y="0"/>
                        <a:pt x="1198" y="0"/>
                      </a:cubicBezTo>
                      <a:cubicBezTo>
                        <a:pt x="400" y="0"/>
                        <a:pt x="0" y="956"/>
                        <a:pt x="569" y="1512"/>
                      </a:cubicBezTo>
                      <a:cubicBezTo>
                        <a:pt x="750" y="1697"/>
                        <a:pt x="974" y="1780"/>
                        <a:pt x="1194" y="1780"/>
                      </a:cubicBezTo>
                      <a:cubicBezTo>
                        <a:pt x="1652" y="1780"/>
                        <a:pt x="2093" y="1422"/>
                        <a:pt x="2093" y="883"/>
                      </a:cubicBezTo>
                      <a:cubicBezTo>
                        <a:pt x="2093" y="395"/>
                        <a:pt x="1706" y="0"/>
                        <a:pt x="1220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43" name="Google Shape;3943;p70"/>
              <p:cNvGrpSpPr/>
              <p:nvPr/>
            </p:nvGrpSpPr>
            <p:grpSpPr>
              <a:xfrm>
                <a:off x="4210681" y="3924669"/>
                <a:ext cx="36549" cy="31366"/>
                <a:chOff x="4210681" y="3924669"/>
                <a:chExt cx="36549" cy="31366"/>
              </a:xfrm>
            </p:grpSpPr>
            <p:sp>
              <p:nvSpPr>
                <p:cNvPr id="3944" name="Google Shape;3944;p70"/>
                <p:cNvSpPr/>
                <p:nvPr/>
              </p:nvSpPr>
              <p:spPr>
                <a:xfrm>
                  <a:off x="4210681" y="3924669"/>
                  <a:ext cx="36549" cy="313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7" h="3988" extrusionOk="0">
                      <a:moveTo>
                        <a:pt x="2642" y="0"/>
                      </a:moveTo>
                      <a:cubicBezTo>
                        <a:pt x="2152" y="0"/>
                        <a:pt x="1654" y="182"/>
                        <a:pt x="1247" y="589"/>
                      </a:cubicBezTo>
                      <a:cubicBezTo>
                        <a:pt x="1" y="1847"/>
                        <a:pt x="884" y="3988"/>
                        <a:pt x="2662" y="3988"/>
                      </a:cubicBezTo>
                      <a:cubicBezTo>
                        <a:pt x="3751" y="3976"/>
                        <a:pt x="4646" y="3093"/>
                        <a:pt x="4646" y="1992"/>
                      </a:cubicBezTo>
                      <a:cubicBezTo>
                        <a:pt x="4646" y="797"/>
                        <a:pt x="3665" y="0"/>
                        <a:pt x="264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5" name="Google Shape;3945;p70"/>
                <p:cNvSpPr/>
                <p:nvPr/>
              </p:nvSpPr>
              <p:spPr>
                <a:xfrm>
                  <a:off x="4225625" y="3934335"/>
                  <a:ext cx="11994" cy="11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5" h="1525" extrusionOk="0">
                      <a:moveTo>
                        <a:pt x="762" y="1"/>
                      </a:moveTo>
                      <a:cubicBezTo>
                        <a:pt x="339" y="1"/>
                        <a:pt x="0" y="339"/>
                        <a:pt x="0" y="763"/>
                      </a:cubicBezTo>
                      <a:cubicBezTo>
                        <a:pt x="0" y="1186"/>
                        <a:pt x="339" y="1525"/>
                        <a:pt x="762" y="1525"/>
                      </a:cubicBezTo>
                      <a:cubicBezTo>
                        <a:pt x="1173" y="1525"/>
                        <a:pt x="1524" y="1186"/>
                        <a:pt x="1524" y="763"/>
                      </a:cubicBezTo>
                      <a:cubicBezTo>
                        <a:pt x="1524" y="339"/>
                        <a:pt x="1173" y="1"/>
                        <a:pt x="762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46" name="Google Shape;3946;p70"/>
              <p:cNvGrpSpPr/>
              <p:nvPr/>
            </p:nvGrpSpPr>
            <p:grpSpPr>
              <a:xfrm>
                <a:off x="3987771" y="3628874"/>
                <a:ext cx="31499" cy="26993"/>
                <a:chOff x="3987771" y="3628874"/>
                <a:chExt cx="31499" cy="26993"/>
              </a:xfrm>
            </p:grpSpPr>
            <p:sp>
              <p:nvSpPr>
                <p:cNvPr id="3947" name="Google Shape;3947;p70"/>
                <p:cNvSpPr/>
                <p:nvPr/>
              </p:nvSpPr>
              <p:spPr>
                <a:xfrm>
                  <a:off x="3987771" y="3628874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84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32"/>
                        <a:pt x="2299" y="3432"/>
                      </a:cubicBezTo>
                      <a:cubicBezTo>
                        <a:pt x="3242" y="3419"/>
                        <a:pt x="4004" y="2657"/>
                        <a:pt x="4004" y="1714"/>
                      </a:cubicBezTo>
                      <a:cubicBezTo>
                        <a:pt x="4004" y="682"/>
                        <a:pt x="3162" y="0"/>
                        <a:pt x="2284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8" name="Google Shape;3948;p70"/>
                <p:cNvSpPr/>
                <p:nvPr/>
              </p:nvSpPr>
              <p:spPr>
                <a:xfrm>
                  <a:off x="4000709" y="3638540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9"/>
                        <a:pt x="908" y="1"/>
                        <a:pt x="64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49" name="Google Shape;3949;p70"/>
              <p:cNvGrpSpPr/>
              <p:nvPr/>
            </p:nvGrpSpPr>
            <p:grpSpPr>
              <a:xfrm>
                <a:off x="4087382" y="3775674"/>
                <a:ext cx="31405" cy="26898"/>
                <a:chOff x="4087382" y="3775674"/>
                <a:chExt cx="31405" cy="26898"/>
              </a:xfrm>
            </p:grpSpPr>
            <p:sp>
              <p:nvSpPr>
                <p:cNvPr id="3950" name="Google Shape;3950;p70"/>
                <p:cNvSpPr/>
                <p:nvPr/>
              </p:nvSpPr>
              <p:spPr>
                <a:xfrm>
                  <a:off x="4087382" y="3775674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50" y="3420"/>
                        <a:pt x="2275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1" name="Google Shape;3951;p70"/>
                <p:cNvSpPr/>
                <p:nvPr/>
              </p:nvSpPr>
              <p:spPr>
                <a:xfrm>
                  <a:off x="4101460" y="3785348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52" name="Google Shape;3952;p70"/>
              <p:cNvGrpSpPr/>
              <p:nvPr/>
            </p:nvGrpSpPr>
            <p:grpSpPr>
              <a:xfrm>
                <a:off x="4118873" y="3856637"/>
                <a:ext cx="31405" cy="26906"/>
                <a:chOff x="4118873" y="3856637"/>
                <a:chExt cx="31405" cy="26906"/>
              </a:xfrm>
            </p:grpSpPr>
            <p:sp>
              <p:nvSpPr>
                <p:cNvPr id="3953" name="Google Shape;3953;p70"/>
                <p:cNvSpPr/>
                <p:nvPr/>
              </p:nvSpPr>
              <p:spPr>
                <a:xfrm>
                  <a:off x="4118873" y="3856637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4" name="Google Shape;3954;p70"/>
                <p:cNvSpPr/>
                <p:nvPr/>
              </p:nvSpPr>
              <p:spPr>
                <a:xfrm>
                  <a:off x="4133046" y="3866310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9" y="1"/>
                        <a:pt x="1" y="218"/>
                        <a:pt x="1" y="484"/>
                      </a:cubicBezTo>
                      <a:cubicBezTo>
                        <a:pt x="1" y="751"/>
                        <a:pt x="219" y="968"/>
                        <a:pt x="485" y="968"/>
                      </a:cubicBezTo>
                      <a:cubicBezTo>
                        <a:pt x="751" y="968"/>
                        <a:pt x="969" y="751"/>
                        <a:pt x="969" y="484"/>
                      </a:cubicBezTo>
                      <a:cubicBezTo>
                        <a:pt x="969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55" name="Google Shape;3955;p70"/>
              <p:cNvGrpSpPr/>
              <p:nvPr/>
            </p:nvGrpSpPr>
            <p:grpSpPr>
              <a:xfrm>
                <a:off x="4168541" y="3639523"/>
                <a:ext cx="31499" cy="26906"/>
                <a:chOff x="4168541" y="3639523"/>
                <a:chExt cx="31499" cy="26906"/>
              </a:xfrm>
            </p:grpSpPr>
            <p:sp>
              <p:nvSpPr>
                <p:cNvPr id="3956" name="Google Shape;3956;p70"/>
                <p:cNvSpPr/>
                <p:nvPr/>
              </p:nvSpPr>
              <p:spPr>
                <a:xfrm>
                  <a:off x="4168541" y="3639523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84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2"/>
                        <a:pt x="774" y="3420"/>
                        <a:pt x="2298" y="3420"/>
                      </a:cubicBezTo>
                      <a:cubicBezTo>
                        <a:pt x="3242" y="3420"/>
                        <a:pt x="4004" y="2658"/>
                        <a:pt x="4004" y="1715"/>
                      </a:cubicBezTo>
                      <a:cubicBezTo>
                        <a:pt x="4004" y="683"/>
                        <a:pt x="3162" y="1"/>
                        <a:pt x="228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7" name="Google Shape;3957;p70"/>
                <p:cNvSpPr/>
                <p:nvPr/>
              </p:nvSpPr>
              <p:spPr>
                <a:xfrm>
                  <a:off x="4182713" y="3649197"/>
                  <a:ext cx="7716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969" extrusionOk="0">
                      <a:moveTo>
                        <a:pt x="496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96" y="968"/>
                      </a:cubicBezTo>
                      <a:cubicBezTo>
                        <a:pt x="763" y="968"/>
                        <a:pt x="980" y="751"/>
                        <a:pt x="980" y="485"/>
                      </a:cubicBezTo>
                      <a:cubicBezTo>
                        <a:pt x="980" y="218"/>
                        <a:pt x="763" y="1"/>
                        <a:pt x="496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58" name="Google Shape;3958;p70"/>
              <p:cNvGrpSpPr/>
              <p:nvPr/>
            </p:nvGrpSpPr>
            <p:grpSpPr>
              <a:xfrm>
                <a:off x="3965789" y="3393545"/>
                <a:ext cx="31405" cy="26945"/>
                <a:chOff x="3965789" y="3393545"/>
                <a:chExt cx="31405" cy="26945"/>
              </a:xfrm>
            </p:grpSpPr>
            <p:sp>
              <p:nvSpPr>
                <p:cNvPr id="3959" name="Google Shape;3959;p70"/>
                <p:cNvSpPr/>
                <p:nvPr/>
              </p:nvSpPr>
              <p:spPr>
                <a:xfrm>
                  <a:off x="3965789" y="3393545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0"/>
                      </a:moveTo>
                      <a:cubicBezTo>
                        <a:pt x="1854" y="0"/>
                        <a:pt x="1426" y="158"/>
                        <a:pt x="1077" y="510"/>
                      </a:cubicBezTo>
                      <a:cubicBezTo>
                        <a:pt x="1" y="1586"/>
                        <a:pt x="763" y="3425"/>
                        <a:pt x="2287" y="3425"/>
                      </a:cubicBezTo>
                      <a:cubicBezTo>
                        <a:pt x="3231" y="3425"/>
                        <a:pt x="3993" y="2663"/>
                        <a:pt x="3993" y="1720"/>
                      </a:cubicBezTo>
                      <a:cubicBezTo>
                        <a:pt x="3993" y="688"/>
                        <a:pt x="3151" y="0"/>
                        <a:pt x="227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0" name="Google Shape;3960;p70"/>
                <p:cNvSpPr/>
                <p:nvPr/>
              </p:nvSpPr>
              <p:spPr>
                <a:xfrm>
                  <a:off x="3978632" y="3403259"/>
                  <a:ext cx="8950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5" extrusionOk="0">
                      <a:moveTo>
                        <a:pt x="654" y="1"/>
                      </a:moveTo>
                      <a:cubicBezTo>
                        <a:pt x="219" y="1"/>
                        <a:pt x="1" y="509"/>
                        <a:pt x="315" y="823"/>
                      </a:cubicBezTo>
                      <a:cubicBezTo>
                        <a:pt x="413" y="921"/>
                        <a:pt x="533" y="964"/>
                        <a:pt x="651" y="964"/>
                      </a:cubicBezTo>
                      <a:cubicBezTo>
                        <a:pt x="899" y="964"/>
                        <a:pt x="1138" y="772"/>
                        <a:pt x="1138" y="485"/>
                      </a:cubicBezTo>
                      <a:cubicBezTo>
                        <a:pt x="1138" y="206"/>
                        <a:pt x="920" y="1"/>
                        <a:pt x="6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61" name="Google Shape;3961;p70"/>
              <p:cNvGrpSpPr/>
              <p:nvPr/>
            </p:nvGrpSpPr>
            <p:grpSpPr>
              <a:xfrm>
                <a:off x="3925166" y="3491008"/>
                <a:ext cx="31405" cy="27001"/>
                <a:chOff x="3925166" y="3491008"/>
                <a:chExt cx="31405" cy="27001"/>
              </a:xfrm>
            </p:grpSpPr>
            <p:sp>
              <p:nvSpPr>
                <p:cNvPr id="3962" name="Google Shape;3962;p70"/>
                <p:cNvSpPr/>
                <p:nvPr/>
              </p:nvSpPr>
              <p:spPr>
                <a:xfrm>
                  <a:off x="3925166" y="3491008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2"/>
                        <a:pt x="763" y="3432"/>
                        <a:pt x="2287" y="3432"/>
                      </a:cubicBezTo>
                      <a:cubicBezTo>
                        <a:pt x="3230" y="3432"/>
                        <a:pt x="3992" y="2658"/>
                        <a:pt x="3992" y="1715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3" name="Google Shape;3963;p70"/>
                <p:cNvSpPr/>
                <p:nvPr/>
              </p:nvSpPr>
              <p:spPr>
                <a:xfrm>
                  <a:off x="3939339" y="3500682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9" y="1"/>
                        <a:pt x="1" y="218"/>
                        <a:pt x="1" y="485"/>
                      </a:cubicBezTo>
                      <a:cubicBezTo>
                        <a:pt x="1" y="751"/>
                        <a:pt x="219" y="968"/>
                        <a:pt x="485" y="968"/>
                      </a:cubicBezTo>
                      <a:cubicBezTo>
                        <a:pt x="751" y="968"/>
                        <a:pt x="969" y="751"/>
                        <a:pt x="969" y="485"/>
                      </a:cubicBezTo>
                      <a:cubicBezTo>
                        <a:pt x="969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64" name="Google Shape;3964;p70"/>
              <p:cNvGrpSpPr/>
              <p:nvPr/>
            </p:nvGrpSpPr>
            <p:grpSpPr>
              <a:xfrm>
                <a:off x="3682845" y="3340976"/>
                <a:ext cx="31397" cy="26898"/>
                <a:chOff x="3682845" y="3340976"/>
                <a:chExt cx="31397" cy="26898"/>
              </a:xfrm>
            </p:grpSpPr>
            <p:sp>
              <p:nvSpPr>
                <p:cNvPr id="3965" name="Google Shape;3965;p70"/>
                <p:cNvSpPr/>
                <p:nvPr/>
              </p:nvSpPr>
              <p:spPr>
                <a:xfrm>
                  <a:off x="3682845" y="3340976"/>
                  <a:ext cx="31397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0" extrusionOk="0">
                      <a:moveTo>
                        <a:pt x="2272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0"/>
                        <a:pt x="2272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6" name="Google Shape;3966;p70"/>
                <p:cNvSpPr/>
                <p:nvPr/>
              </p:nvSpPr>
              <p:spPr>
                <a:xfrm>
                  <a:off x="3695783" y="3350650"/>
                  <a:ext cx="8856" cy="7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2" extrusionOk="0">
                      <a:moveTo>
                        <a:pt x="641" y="0"/>
                      </a:moveTo>
                      <a:cubicBezTo>
                        <a:pt x="206" y="0"/>
                        <a:pt x="0" y="520"/>
                        <a:pt x="303" y="823"/>
                      </a:cubicBezTo>
                      <a:cubicBezTo>
                        <a:pt x="401" y="926"/>
                        <a:pt x="524" y="972"/>
                        <a:pt x="643" y="972"/>
                      </a:cubicBezTo>
                      <a:cubicBezTo>
                        <a:pt x="890" y="972"/>
                        <a:pt x="1125" y="777"/>
                        <a:pt x="1125" y="484"/>
                      </a:cubicBezTo>
                      <a:cubicBezTo>
                        <a:pt x="1125" y="218"/>
                        <a:pt x="907" y="0"/>
                        <a:pt x="64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67" name="Google Shape;3967;p70"/>
              <p:cNvGrpSpPr/>
              <p:nvPr/>
            </p:nvGrpSpPr>
            <p:grpSpPr>
              <a:xfrm>
                <a:off x="3795393" y="3353725"/>
                <a:ext cx="31499" cy="26993"/>
                <a:chOff x="3795393" y="3353725"/>
                <a:chExt cx="31499" cy="26993"/>
              </a:xfrm>
            </p:grpSpPr>
            <p:sp>
              <p:nvSpPr>
                <p:cNvPr id="3968" name="Google Shape;3968;p70"/>
                <p:cNvSpPr/>
                <p:nvPr/>
              </p:nvSpPr>
              <p:spPr>
                <a:xfrm>
                  <a:off x="3795393" y="3353725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5" y="3432"/>
                        <a:pt x="2299" y="3432"/>
                      </a:cubicBezTo>
                      <a:cubicBezTo>
                        <a:pt x="3242" y="3432"/>
                        <a:pt x="4005" y="2658"/>
                        <a:pt x="4005" y="1714"/>
                      </a:cubicBezTo>
                      <a:cubicBezTo>
                        <a:pt x="4005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9" name="Google Shape;3969;p70"/>
                <p:cNvSpPr/>
                <p:nvPr/>
              </p:nvSpPr>
              <p:spPr>
                <a:xfrm>
                  <a:off x="3809668" y="3363399"/>
                  <a:ext cx="7613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8" extrusionOk="0">
                      <a:moveTo>
                        <a:pt x="484" y="0"/>
                      </a:moveTo>
                      <a:cubicBezTo>
                        <a:pt x="206" y="0"/>
                        <a:pt x="0" y="218"/>
                        <a:pt x="0" y="484"/>
                      </a:cubicBezTo>
                      <a:cubicBezTo>
                        <a:pt x="0" y="750"/>
                        <a:pt x="206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70" name="Google Shape;3970;p70"/>
              <p:cNvGrpSpPr/>
              <p:nvPr/>
            </p:nvGrpSpPr>
            <p:grpSpPr>
              <a:xfrm>
                <a:off x="4176909" y="4363221"/>
                <a:ext cx="38924" cy="33316"/>
                <a:chOff x="4176909" y="4363221"/>
                <a:chExt cx="38924" cy="33316"/>
              </a:xfrm>
            </p:grpSpPr>
            <p:sp>
              <p:nvSpPr>
                <p:cNvPr id="3971" name="Google Shape;3971;p70"/>
                <p:cNvSpPr/>
                <p:nvPr/>
              </p:nvSpPr>
              <p:spPr>
                <a:xfrm>
                  <a:off x="4176909" y="4363221"/>
                  <a:ext cx="38924" cy="33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49" h="4236" extrusionOk="0">
                      <a:moveTo>
                        <a:pt x="2823" y="0"/>
                      </a:moveTo>
                      <a:cubicBezTo>
                        <a:pt x="2301" y="0"/>
                        <a:pt x="1767" y="195"/>
                        <a:pt x="1331" y="631"/>
                      </a:cubicBezTo>
                      <a:cubicBezTo>
                        <a:pt x="1" y="1961"/>
                        <a:pt x="944" y="4236"/>
                        <a:pt x="2831" y="4236"/>
                      </a:cubicBezTo>
                      <a:cubicBezTo>
                        <a:pt x="4005" y="4236"/>
                        <a:pt x="4948" y="3292"/>
                        <a:pt x="4948" y="2119"/>
                      </a:cubicBezTo>
                      <a:cubicBezTo>
                        <a:pt x="4948" y="844"/>
                        <a:pt x="3911" y="0"/>
                        <a:pt x="2823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2" name="Google Shape;3972;p70"/>
                <p:cNvSpPr/>
                <p:nvPr/>
              </p:nvSpPr>
              <p:spPr>
                <a:xfrm>
                  <a:off x="4192230" y="4372934"/>
                  <a:ext cx="13897" cy="13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7" h="1779" extrusionOk="0">
                      <a:moveTo>
                        <a:pt x="883" y="1"/>
                      </a:moveTo>
                      <a:cubicBezTo>
                        <a:pt x="399" y="1"/>
                        <a:pt x="0" y="400"/>
                        <a:pt x="0" y="896"/>
                      </a:cubicBezTo>
                      <a:cubicBezTo>
                        <a:pt x="0" y="1380"/>
                        <a:pt x="399" y="1779"/>
                        <a:pt x="883" y="1779"/>
                      </a:cubicBezTo>
                      <a:cubicBezTo>
                        <a:pt x="1379" y="1779"/>
                        <a:pt x="1766" y="1380"/>
                        <a:pt x="1766" y="896"/>
                      </a:cubicBezTo>
                      <a:cubicBezTo>
                        <a:pt x="1766" y="400"/>
                        <a:pt x="1379" y="1"/>
                        <a:pt x="88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73" name="Google Shape;3973;p70"/>
              <p:cNvGrpSpPr/>
              <p:nvPr/>
            </p:nvGrpSpPr>
            <p:grpSpPr>
              <a:xfrm>
                <a:off x="4226191" y="4007660"/>
                <a:ext cx="33560" cy="28770"/>
                <a:chOff x="4226191" y="4007660"/>
                <a:chExt cx="33560" cy="28770"/>
              </a:xfrm>
            </p:grpSpPr>
            <p:sp>
              <p:nvSpPr>
                <p:cNvPr id="3974" name="Google Shape;3974;p70"/>
                <p:cNvSpPr/>
                <p:nvPr/>
              </p:nvSpPr>
              <p:spPr>
                <a:xfrm>
                  <a:off x="4226191" y="4007660"/>
                  <a:ext cx="33560" cy="28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7" h="3658" extrusionOk="0">
                      <a:moveTo>
                        <a:pt x="2427" y="1"/>
                      </a:moveTo>
                      <a:cubicBezTo>
                        <a:pt x="1980" y="1"/>
                        <a:pt x="1524" y="167"/>
                        <a:pt x="1150" y="537"/>
                      </a:cubicBezTo>
                      <a:cubicBezTo>
                        <a:pt x="1" y="1686"/>
                        <a:pt x="811" y="3645"/>
                        <a:pt x="2444" y="3658"/>
                      </a:cubicBezTo>
                      <a:cubicBezTo>
                        <a:pt x="3436" y="3645"/>
                        <a:pt x="4259" y="2835"/>
                        <a:pt x="4259" y="1843"/>
                      </a:cubicBezTo>
                      <a:cubicBezTo>
                        <a:pt x="4267" y="736"/>
                        <a:pt x="3369" y="1"/>
                        <a:pt x="242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5" name="Google Shape;3975;p70"/>
                <p:cNvSpPr/>
                <p:nvPr/>
              </p:nvSpPr>
              <p:spPr>
                <a:xfrm>
                  <a:off x="4239129" y="4017397"/>
                  <a:ext cx="10948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2" h="1193" extrusionOk="0">
                      <a:moveTo>
                        <a:pt x="787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7" y="1138"/>
                        <a:pt x="647" y="1192"/>
                        <a:pt x="794" y="1192"/>
                      </a:cubicBezTo>
                      <a:cubicBezTo>
                        <a:pt x="1099" y="1192"/>
                        <a:pt x="1392" y="957"/>
                        <a:pt x="1392" y="605"/>
                      </a:cubicBezTo>
                      <a:cubicBezTo>
                        <a:pt x="1392" y="266"/>
                        <a:pt x="1126" y="0"/>
                        <a:pt x="787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76" name="Google Shape;3976;p70"/>
              <p:cNvGrpSpPr/>
              <p:nvPr/>
            </p:nvGrpSpPr>
            <p:grpSpPr>
              <a:xfrm>
                <a:off x="3597785" y="3377045"/>
                <a:ext cx="33591" cy="28699"/>
                <a:chOff x="3597785" y="3377045"/>
                <a:chExt cx="33591" cy="28699"/>
              </a:xfrm>
            </p:grpSpPr>
            <p:sp>
              <p:nvSpPr>
                <p:cNvPr id="3977" name="Google Shape;3977;p70"/>
                <p:cNvSpPr/>
                <p:nvPr/>
              </p:nvSpPr>
              <p:spPr>
                <a:xfrm>
                  <a:off x="3597785" y="3377045"/>
                  <a:ext cx="33591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49" extrusionOk="0">
                      <a:moveTo>
                        <a:pt x="2428" y="0"/>
                      </a:moveTo>
                      <a:cubicBezTo>
                        <a:pt x="1979" y="0"/>
                        <a:pt x="1522" y="167"/>
                        <a:pt x="1150" y="539"/>
                      </a:cubicBezTo>
                      <a:cubicBezTo>
                        <a:pt x="0" y="1676"/>
                        <a:pt x="811" y="3648"/>
                        <a:pt x="2444" y="3648"/>
                      </a:cubicBezTo>
                      <a:cubicBezTo>
                        <a:pt x="3448" y="3648"/>
                        <a:pt x="4259" y="2826"/>
                        <a:pt x="4271" y="1822"/>
                      </a:cubicBezTo>
                      <a:cubicBezTo>
                        <a:pt x="4262" y="726"/>
                        <a:pt x="3364" y="0"/>
                        <a:pt x="242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8" name="Google Shape;3978;p70"/>
                <p:cNvSpPr/>
                <p:nvPr/>
              </p:nvSpPr>
              <p:spPr>
                <a:xfrm>
                  <a:off x="3612343" y="3386703"/>
                  <a:ext cx="9328" cy="9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87" extrusionOk="0">
                      <a:moveTo>
                        <a:pt x="593" y="1"/>
                      </a:moveTo>
                      <a:cubicBezTo>
                        <a:pt x="266" y="1"/>
                        <a:pt x="0" y="267"/>
                        <a:pt x="0" y="594"/>
                      </a:cubicBezTo>
                      <a:cubicBezTo>
                        <a:pt x="0" y="920"/>
                        <a:pt x="266" y="1186"/>
                        <a:pt x="593" y="1186"/>
                      </a:cubicBezTo>
                      <a:cubicBezTo>
                        <a:pt x="920" y="1186"/>
                        <a:pt x="1186" y="920"/>
                        <a:pt x="1186" y="594"/>
                      </a:cubicBezTo>
                      <a:cubicBezTo>
                        <a:pt x="1186" y="267"/>
                        <a:pt x="920" y="1"/>
                        <a:pt x="59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79" name="Google Shape;3979;p70"/>
              <p:cNvGrpSpPr/>
              <p:nvPr/>
            </p:nvGrpSpPr>
            <p:grpSpPr>
              <a:xfrm>
                <a:off x="3887870" y="3669796"/>
                <a:ext cx="33591" cy="28692"/>
                <a:chOff x="3887870" y="3669796"/>
                <a:chExt cx="33591" cy="28692"/>
              </a:xfrm>
            </p:grpSpPr>
            <p:sp>
              <p:nvSpPr>
                <p:cNvPr id="3980" name="Google Shape;3980;p70"/>
                <p:cNvSpPr/>
                <p:nvPr/>
              </p:nvSpPr>
              <p:spPr>
                <a:xfrm>
                  <a:off x="3887870" y="3669796"/>
                  <a:ext cx="33591" cy="28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48" extrusionOk="0">
                      <a:moveTo>
                        <a:pt x="2431" y="0"/>
                      </a:moveTo>
                      <a:cubicBezTo>
                        <a:pt x="1981" y="0"/>
                        <a:pt x="1522" y="167"/>
                        <a:pt x="1150" y="539"/>
                      </a:cubicBezTo>
                      <a:cubicBezTo>
                        <a:pt x="1" y="1676"/>
                        <a:pt x="823" y="3648"/>
                        <a:pt x="2444" y="3648"/>
                      </a:cubicBezTo>
                      <a:cubicBezTo>
                        <a:pt x="3448" y="3648"/>
                        <a:pt x="4271" y="2825"/>
                        <a:pt x="4271" y="1821"/>
                      </a:cubicBezTo>
                      <a:cubicBezTo>
                        <a:pt x="4271" y="725"/>
                        <a:pt x="3370" y="0"/>
                        <a:pt x="243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1" name="Google Shape;3981;p70"/>
                <p:cNvSpPr/>
                <p:nvPr/>
              </p:nvSpPr>
              <p:spPr>
                <a:xfrm>
                  <a:off x="3902428" y="3679454"/>
                  <a:ext cx="9422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" h="1186" extrusionOk="0">
                      <a:moveTo>
                        <a:pt x="593" y="1"/>
                      </a:moveTo>
                      <a:cubicBezTo>
                        <a:pt x="266" y="1"/>
                        <a:pt x="0" y="267"/>
                        <a:pt x="0" y="593"/>
                      </a:cubicBezTo>
                      <a:cubicBezTo>
                        <a:pt x="0" y="920"/>
                        <a:pt x="266" y="1186"/>
                        <a:pt x="593" y="1186"/>
                      </a:cubicBezTo>
                      <a:cubicBezTo>
                        <a:pt x="932" y="1186"/>
                        <a:pt x="1198" y="920"/>
                        <a:pt x="1198" y="593"/>
                      </a:cubicBezTo>
                      <a:cubicBezTo>
                        <a:pt x="1198" y="267"/>
                        <a:pt x="932" y="1"/>
                        <a:pt x="59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82" name="Google Shape;3982;p70"/>
              <p:cNvGrpSpPr/>
              <p:nvPr/>
            </p:nvGrpSpPr>
            <p:grpSpPr>
              <a:xfrm>
                <a:off x="3818320" y="3481625"/>
                <a:ext cx="33497" cy="28770"/>
                <a:chOff x="3818320" y="3481625"/>
                <a:chExt cx="33497" cy="28770"/>
              </a:xfrm>
            </p:grpSpPr>
            <p:sp>
              <p:nvSpPr>
                <p:cNvPr id="3983" name="Google Shape;3983;p70"/>
                <p:cNvSpPr/>
                <p:nvPr/>
              </p:nvSpPr>
              <p:spPr>
                <a:xfrm>
                  <a:off x="3818320" y="3481625"/>
                  <a:ext cx="33497" cy="28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58" extrusionOk="0">
                      <a:moveTo>
                        <a:pt x="2421" y="1"/>
                      </a:moveTo>
                      <a:cubicBezTo>
                        <a:pt x="1975" y="1"/>
                        <a:pt x="1520" y="166"/>
                        <a:pt x="1150" y="537"/>
                      </a:cubicBezTo>
                      <a:cubicBezTo>
                        <a:pt x="1" y="1686"/>
                        <a:pt x="811" y="3658"/>
                        <a:pt x="2432" y="3658"/>
                      </a:cubicBezTo>
                      <a:cubicBezTo>
                        <a:pt x="3448" y="3658"/>
                        <a:pt x="4259" y="2835"/>
                        <a:pt x="4259" y="1831"/>
                      </a:cubicBezTo>
                      <a:cubicBezTo>
                        <a:pt x="4259" y="732"/>
                        <a:pt x="3359" y="1"/>
                        <a:pt x="242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4" name="Google Shape;3984;p70"/>
                <p:cNvSpPr/>
                <p:nvPr/>
              </p:nvSpPr>
              <p:spPr>
                <a:xfrm>
                  <a:off x="3831258" y="3491362"/>
                  <a:ext cx="10956" cy="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" h="1192" extrusionOk="0">
                      <a:moveTo>
                        <a:pt x="787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7" y="1137"/>
                        <a:pt x="646" y="1192"/>
                        <a:pt x="792" y="1192"/>
                      </a:cubicBezTo>
                      <a:cubicBezTo>
                        <a:pt x="1098" y="1192"/>
                        <a:pt x="1392" y="953"/>
                        <a:pt x="1392" y="593"/>
                      </a:cubicBezTo>
                      <a:cubicBezTo>
                        <a:pt x="1392" y="266"/>
                        <a:pt x="1126" y="0"/>
                        <a:pt x="787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85" name="Google Shape;3985;p70"/>
              <p:cNvGrpSpPr/>
              <p:nvPr/>
            </p:nvGrpSpPr>
            <p:grpSpPr>
              <a:xfrm>
                <a:off x="4278139" y="4120948"/>
                <a:ext cx="37492" cy="32129"/>
                <a:chOff x="4278139" y="4120948"/>
                <a:chExt cx="37492" cy="32129"/>
              </a:xfrm>
            </p:grpSpPr>
            <p:sp>
              <p:nvSpPr>
                <p:cNvPr id="3986" name="Google Shape;3986;p70"/>
                <p:cNvSpPr/>
                <p:nvPr/>
              </p:nvSpPr>
              <p:spPr>
                <a:xfrm>
                  <a:off x="4278139" y="4120948"/>
                  <a:ext cx="37492" cy="32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7" h="4085" extrusionOk="0">
                      <a:moveTo>
                        <a:pt x="2708" y="0"/>
                      </a:moveTo>
                      <a:cubicBezTo>
                        <a:pt x="2207" y="0"/>
                        <a:pt x="1697" y="186"/>
                        <a:pt x="1283" y="600"/>
                      </a:cubicBezTo>
                      <a:cubicBezTo>
                        <a:pt x="1" y="1895"/>
                        <a:pt x="908" y="4084"/>
                        <a:pt x="2722" y="4084"/>
                      </a:cubicBezTo>
                      <a:cubicBezTo>
                        <a:pt x="3847" y="4084"/>
                        <a:pt x="4755" y="3177"/>
                        <a:pt x="4767" y="2052"/>
                      </a:cubicBezTo>
                      <a:cubicBezTo>
                        <a:pt x="4767" y="815"/>
                        <a:pt x="3758" y="0"/>
                        <a:pt x="2708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7" name="Google Shape;3987;p70"/>
                <p:cNvSpPr/>
                <p:nvPr/>
              </p:nvSpPr>
              <p:spPr>
                <a:xfrm>
                  <a:off x="4290983" y="4130614"/>
                  <a:ext cx="14943" cy="12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0" h="1629" extrusionOk="0">
                      <a:moveTo>
                        <a:pt x="1089" y="0"/>
                      </a:moveTo>
                      <a:cubicBezTo>
                        <a:pt x="363" y="0"/>
                        <a:pt x="1" y="883"/>
                        <a:pt x="509" y="1391"/>
                      </a:cubicBezTo>
                      <a:cubicBezTo>
                        <a:pt x="673" y="1555"/>
                        <a:pt x="876" y="1629"/>
                        <a:pt x="1076" y="1629"/>
                      </a:cubicBezTo>
                      <a:cubicBezTo>
                        <a:pt x="1495" y="1629"/>
                        <a:pt x="1900" y="1306"/>
                        <a:pt x="1900" y="823"/>
                      </a:cubicBezTo>
                      <a:cubicBezTo>
                        <a:pt x="1900" y="363"/>
                        <a:pt x="1537" y="0"/>
                        <a:pt x="108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88" name="Google Shape;3988;p70"/>
              <p:cNvGrpSpPr/>
              <p:nvPr/>
            </p:nvGrpSpPr>
            <p:grpSpPr>
              <a:xfrm>
                <a:off x="4419898" y="3977388"/>
                <a:ext cx="33497" cy="28692"/>
                <a:chOff x="4419898" y="3977388"/>
                <a:chExt cx="33497" cy="28692"/>
              </a:xfrm>
            </p:grpSpPr>
            <p:sp>
              <p:nvSpPr>
                <p:cNvPr id="3989" name="Google Shape;3989;p70"/>
                <p:cNvSpPr/>
                <p:nvPr/>
              </p:nvSpPr>
              <p:spPr>
                <a:xfrm>
                  <a:off x="4419898" y="3977388"/>
                  <a:ext cx="33497" cy="28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8" extrusionOk="0">
                      <a:moveTo>
                        <a:pt x="2426" y="0"/>
                      </a:moveTo>
                      <a:cubicBezTo>
                        <a:pt x="1979" y="0"/>
                        <a:pt x="1522" y="167"/>
                        <a:pt x="1150" y="539"/>
                      </a:cubicBezTo>
                      <a:cubicBezTo>
                        <a:pt x="1" y="1688"/>
                        <a:pt x="811" y="3648"/>
                        <a:pt x="2432" y="3648"/>
                      </a:cubicBezTo>
                      <a:cubicBezTo>
                        <a:pt x="3448" y="3648"/>
                        <a:pt x="4259" y="2837"/>
                        <a:pt x="4259" y="1833"/>
                      </a:cubicBezTo>
                      <a:cubicBezTo>
                        <a:pt x="4259" y="729"/>
                        <a:pt x="3362" y="0"/>
                        <a:pt x="2426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0" name="Google Shape;3990;p70"/>
                <p:cNvSpPr/>
                <p:nvPr/>
              </p:nvSpPr>
              <p:spPr>
                <a:xfrm>
                  <a:off x="4432742" y="3987046"/>
                  <a:ext cx="11042" cy="9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" h="1195" extrusionOk="0">
                      <a:moveTo>
                        <a:pt x="799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9" y="1139"/>
                        <a:pt x="650" y="1195"/>
                        <a:pt x="799" y="1195"/>
                      </a:cubicBezTo>
                      <a:cubicBezTo>
                        <a:pt x="1104" y="1195"/>
                        <a:pt x="1396" y="963"/>
                        <a:pt x="1404" y="605"/>
                      </a:cubicBezTo>
                      <a:cubicBezTo>
                        <a:pt x="1404" y="266"/>
                        <a:pt x="1138" y="0"/>
                        <a:pt x="799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91" name="Google Shape;3991;p70"/>
              <p:cNvGrpSpPr/>
              <p:nvPr/>
            </p:nvGrpSpPr>
            <p:grpSpPr>
              <a:xfrm>
                <a:off x="4158930" y="4034684"/>
                <a:ext cx="33497" cy="28762"/>
                <a:chOff x="4158930" y="4034684"/>
                <a:chExt cx="33497" cy="28762"/>
              </a:xfrm>
            </p:grpSpPr>
            <p:sp>
              <p:nvSpPr>
                <p:cNvPr id="3992" name="Google Shape;3992;p70"/>
                <p:cNvSpPr/>
                <p:nvPr/>
              </p:nvSpPr>
              <p:spPr>
                <a:xfrm>
                  <a:off x="4158930" y="4034684"/>
                  <a:ext cx="33497" cy="2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57" extrusionOk="0">
                      <a:moveTo>
                        <a:pt x="2421" y="0"/>
                      </a:moveTo>
                      <a:cubicBezTo>
                        <a:pt x="1974" y="0"/>
                        <a:pt x="1520" y="166"/>
                        <a:pt x="1149" y="536"/>
                      </a:cubicBezTo>
                      <a:cubicBezTo>
                        <a:pt x="0" y="1685"/>
                        <a:pt x="811" y="3645"/>
                        <a:pt x="2432" y="3657"/>
                      </a:cubicBezTo>
                      <a:cubicBezTo>
                        <a:pt x="3436" y="3645"/>
                        <a:pt x="4258" y="2834"/>
                        <a:pt x="4258" y="1830"/>
                      </a:cubicBezTo>
                      <a:cubicBezTo>
                        <a:pt x="4258" y="732"/>
                        <a:pt x="3358" y="0"/>
                        <a:pt x="242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3" name="Google Shape;3993;p70"/>
                <p:cNvSpPr/>
                <p:nvPr/>
              </p:nvSpPr>
              <p:spPr>
                <a:xfrm>
                  <a:off x="4173385" y="4044319"/>
                  <a:ext cx="9336" cy="9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199" extrusionOk="0">
                      <a:moveTo>
                        <a:pt x="594" y="1"/>
                      </a:moveTo>
                      <a:cubicBezTo>
                        <a:pt x="267" y="1"/>
                        <a:pt x="1" y="279"/>
                        <a:pt x="1" y="605"/>
                      </a:cubicBezTo>
                      <a:cubicBezTo>
                        <a:pt x="1" y="932"/>
                        <a:pt x="267" y="1198"/>
                        <a:pt x="594" y="1198"/>
                      </a:cubicBezTo>
                      <a:cubicBezTo>
                        <a:pt x="920" y="1198"/>
                        <a:pt x="1186" y="932"/>
                        <a:pt x="1186" y="605"/>
                      </a:cubicBezTo>
                      <a:cubicBezTo>
                        <a:pt x="1186" y="279"/>
                        <a:pt x="920" y="1"/>
                        <a:pt x="59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94" name="Google Shape;3994;p70"/>
              <p:cNvGrpSpPr/>
              <p:nvPr/>
            </p:nvGrpSpPr>
            <p:grpSpPr>
              <a:xfrm>
                <a:off x="4134949" y="3957049"/>
                <a:ext cx="33497" cy="28770"/>
                <a:chOff x="4134949" y="3957049"/>
                <a:chExt cx="33497" cy="28770"/>
              </a:xfrm>
            </p:grpSpPr>
            <p:sp>
              <p:nvSpPr>
                <p:cNvPr id="3995" name="Google Shape;3995;p70"/>
                <p:cNvSpPr/>
                <p:nvPr/>
              </p:nvSpPr>
              <p:spPr>
                <a:xfrm>
                  <a:off x="4134949" y="3957049"/>
                  <a:ext cx="33497" cy="28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58" extrusionOk="0">
                      <a:moveTo>
                        <a:pt x="2421" y="0"/>
                      </a:moveTo>
                      <a:cubicBezTo>
                        <a:pt x="1975" y="0"/>
                        <a:pt x="1520" y="166"/>
                        <a:pt x="1150" y="536"/>
                      </a:cubicBezTo>
                      <a:cubicBezTo>
                        <a:pt x="1" y="1685"/>
                        <a:pt x="811" y="3657"/>
                        <a:pt x="2432" y="3657"/>
                      </a:cubicBezTo>
                      <a:cubicBezTo>
                        <a:pt x="3436" y="3657"/>
                        <a:pt x="4259" y="2834"/>
                        <a:pt x="4259" y="1830"/>
                      </a:cubicBezTo>
                      <a:cubicBezTo>
                        <a:pt x="4259" y="732"/>
                        <a:pt x="3359" y="0"/>
                        <a:pt x="242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6" name="Google Shape;3996;p70"/>
                <p:cNvSpPr/>
                <p:nvPr/>
              </p:nvSpPr>
              <p:spPr>
                <a:xfrm>
                  <a:off x="4147793" y="3966778"/>
                  <a:ext cx="10956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" h="1193" extrusionOk="0">
                      <a:moveTo>
                        <a:pt x="799" y="1"/>
                      </a:moveTo>
                      <a:cubicBezTo>
                        <a:pt x="267" y="1"/>
                        <a:pt x="1" y="642"/>
                        <a:pt x="376" y="1017"/>
                      </a:cubicBezTo>
                      <a:cubicBezTo>
                        <a:pt x="497" y="1138"/>
                        <a:pt x="646" y="1192"/>
                        <a:pt x="792" y="1192"/>
                      </a:cubicBezTo>
                      <a:cubicBezTo>
                        <a:pt x="1098" y="1192"/>
                        <a:pt x="1392" y="954"/>
                        <a:pt x="1392" y="593"/>
                      </a:cubicBezTo>
                      <a:cubicBezTo>
                        <a:pt x="1392" y="267"/>
                        <a:pt x="1126" y="1"/>
                        <a:pt x="799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97" name="Google Shape;3997;p70"/>
              <p:cNvGrpSpPr/>
              <p:nvPr/>
            </p:nvGrpSpPr>
            <p:grpSpPr>
              <a:xfrm>
                <a:off x="4193653" y="4184403"/>
                <a:ext cx="43580" cy="37264"/>
                <a:chOff x="4193653" y="4184403"/>
                <a:chExt cx="43580" cy="37264"/>
              </a:xfrm>
            </p:grpSpPr>
            <p:sp>
              <p:nvSpPr>
                <p:cNvPr id="3998" name="Google Shape;3998;p70"/>
                <p:cNvSpPr/>
                <p:nvPr/>
              </p:nvSpPr>
              <p:spPr>
                <a:xfrm>
                  <a:off x="4193653" y="4184403"/>
                  <a:ext cx="43580" cy="37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1" h="4738" extrusionOk="0">
                      <a:moveTo>
                        <a:pt x="3156" y="1"/>
                      </a:moveTo>
                      <a:cubicBezTo>
                        <a:pt x="2575" y="1"/>
                        <a:pt x="1982" y="216"/>
                        <a:pt x="1501" y="698"/>
                      </a:cubicBezTo>
                      <a:cubicBezTo>
                        <a:pt x="1" y="2185"/>
                        <a:pt x="1065" y="4738"/>
                        <a:pt x="3170" y="4738"/>
                      </a:cubicBezTo>
                      <a:cubicBezTo>
                        <a:pt x="4476" y="4738"/>
                        <a:pt x="5529" y="3673"/>
                        <a:pt x="5541" y="2367"/>
                      </a:cubicBezTo>
                      <a:cubicBezTo>
                        <a:pt x="5541" y="943"/>
                        <a:pt x="4373" y="1"/>
                        <a:pt x="315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9" name="Google Shape;3999;p70"/>
                <p:cNvSpPr/>
                <p:nvPr/>
              </p:nvSpPr>
              <p:spPr>
                <a:xfrm>
                  <a:off x="4206591" y="4194069"/>
                  <a:ext cx="20944" cy="17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3" h="2282" extrusionOk="0">
                      <a:moveTo>
                        <a:pt x="1525" y="1"/>
                      </a:moveTo>
                      <a:cubicBezTo>
                        <a:pt x="509" y="1"/>
                        <a:pt x="1" y="1223"/>
                        <a:pt x="714" y="1948"/>
                      </a:cubicBezTo>
                      <a:cubicBezTo>
                        <a:pt x="948" y="2179"/>
                        <a:pt x="1234" y="2282"/>
                        <a:pt x="1514" y="2282"/>
                      </a:cubicBezTo>
                      <a:cubicBezTo>
                        <a:pt x="2101" y="2282"/>
                        <a:pt x="2662" y="1826"/>
                        <a:pt x="2662" y="1138"/>
                      </a:cubicBezTo>
                      <a:cubicBezTo>
                        <a:pt x="2662" y="509"/>
                        <a:pt x="2154" y="1"/>
                        <a:pt x="1525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00" name="Google Shape;4000;p70"/>
              <p:cNvGrpSpPr/>
              <p:nvPr/>
            </p:nvGrpSpPr>
            <p:grpSpPr>
              <a:xfrm>
                <a:off x="4343600" y="3943844"/>
                <a:ext cx="43580" cy="37312"/>
                <a:chOff x="4343600" y="3943844"/>
                <a:chExt cx="43580" cy="37312"/>
              </a:xfrm>
            </p:grpSpPr>
            <p:sp>
              <p:nvSpPr>
                <p:cNvPr id="4001" name="Google Shape;4001;p70"/>
                <p:cNvSpPr/>
                <p:nvPr/>
              </p:nvSpPr>
              <p:spPr>
                <a:xfrm>
                  <a:off x="4343600" y="3943844"/>
                  <a:ext cx="43580" cy="3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1" h="4744" extrusionOk="0">
                      <a:moveTo>
                        <a:pt x="3156" y="1"/>
                      </a:moveTo>
                      <a:cubicBezTo>
                        <a:pt x="2574" y="1"/>
                        <a:pt x="1982" y="218"/>
                        <a:pt x="1500" y="703"/>
                      </a:cubicBezTo>
                      <a:cubicBezTo>
                        <a:pt x="0" y="2191"/>
                        <a:pt x="1065" y="4743"/>
                        <a:pt x="3169" y="4743"/>
                      </a:cubicBezTo>
                      <a:cubicBezTo>
                        <a:pt x="4476" y="4731"/>
                        <a:pt x="5528" y="3679"/>
                        <a:pt x="5540" y="2372"/>
                      </a:cubicBezTo>
                      <a:cubicBezTo>
                        <a:pt x="5540" y="949"/>
                        <a:pt x="4373" y="1"/>
                        <a:pt x="3156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2" name="Google Shape;4002;p70"/>
                <p:cNvSpPr/>
                <p:nvPr/>
              </p:nvSpPr>
              <p:spPr>
                <a:xfrm>
                  <a:off x="4359581" y="3953557"/>
                  <a:ext cx="17893" cy="17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5" h="2275" extrusionOk="0">
                      <a:moveTo>
                        <a:pt x="1137" y="0"/>
                      </a:moveTo>
                      <a:cubicBezTo>
                        <a:pt x="508" y="0"/>
                        <a:pt x="0" y="508"/>
                        <a:pt x="0" y="1137"/>
                      </a:cubicBezTo>
                      <a:cubicBezTo>
                        <a:pt x="0" y="1766"/>
                        <a:pt x="508" y="2274"/>
                        <a:pt x="1137" y="2274"/>
                      </a:cubicBezTo>
                      <a:cubicBezTo>
                        <a:pt x="1766" y="2274"/>
                        <a:pt x="2275" y="1766"/>
                        <a:pt x="2275" y="1137"/>
                      </a:cubicBezTo>
                      <a:cubicBezTo>
                        <a:pt x="2275" y="508"/>
                        <a:pt x="1766" y="0"/>
                        <a:pt x="1137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03" name="Google Shape;4003;p70"/>
              <p:cNvGrpSpPr/>
              <p:nvPr/>
            </p:nvGrpSpPr>
            <p:grpSpPr>
              <a:xfrm>
                <a:off x="4172339" y="3381693"/>
                <a:ext cx="31499" cy="27001"/>
                <a:chOff x="4172339" y="3381693"/>
                <a:chExt cx="31499" cy="27001"/>
              </a:xfrm>
            </p:grpSpPr>
            <p:sp>
              <p:nvSpPr>
                <p:cNvPr id="4004" name="Google Shape;4004;p70"/>
                <p:cNvSpPr/>
                <p:nvPr/>
              </p:nvSpPr>
              <p:spPr>
                <a:xfrm>
                  <a:off x="4172339" y="3381693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5" y="1"/>
                      </a:moveTo>
                      <a:cubicBezTo>
                        <a:pt x="1866" y="1"/>
                        <a:pt x="1438" y="157"/>
                        <a:pt x="1090" y="505"/>
                      </a:cubicBezTo>
                      <a:cubicBezTo>
                        <a:pt x="1" y="1581"/>
                        <a:pt x="775" y="3420"/>
                        <a:pt x="2299" y="3432"/>
                      </a:cubicBezTo>
                      <a:cubicBezTo>
                        <a:pt x="3243" y="3420"/>
                        <a:pt x="4005" y="2658"/>
                        <a:pt x="4005" y="1714"/>
                      </a:cubicBezTo>
                      <a:cubicBezTo>
                        <a:pt x="4005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5" name="Google Shape;4005;p70"/>
                <p:cNvSpPr/>
                <p:nvPr/>
              </p:nvSpPr>
              <p:spPr>
                <a:xfrm>
                  <a:off x="4185285" y="3391367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53" y="1"/>
                      </a:moveTo>
                      <a:cubicBezTo>
                        <a:pt x="218" y="1"/>
                        <a:pt x="0" y="521"/>
                        <a:pt x="302" y="823"/>
                      </a:cubicBezTo>
                      <a:cubicBezTo>
                        <a:pt x="401" y="922"/>
                        <a:pt x="523" y="967"/>
                        <a:pt x="643" y="967"/>
                      </a:cubicBezTo>
                      <a:cubicBezTo>
                        <a:pt x="889" y="967"/>
                        <a:pt x="1125" y="778"/>
                        <a:pt x="1125" y="484"/>
                      </a:cubicBezTo>
                      <a:cubicBezTo>
                        <a:pt x="1125" y="218"/>
                        <a:pt x="919" y="1"/>
                        <a:pt x="65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0" name="Google Shape;4010;p71"/>
          <p:cNvGrpSpPr/>
          <p:nvPr/>
        </p:nvGrpSpPr>
        <p:grpSpPr>
          <a:xfrm>
            <a:off x="972366" y="1293029"/>
            <a:ext cx="3343732" cy="274985"/>
            <a:chOff x="106648" y="895722"/>
            <a:chExt cx="4481413" cy="374300"/>
          </a:xfrm>
        </p:grpSpPr>
        <p:grpSp>
          <p:nvGrpSpPr>
            <p:cNvPr id="4011" name="Google Shape;4011;p71"/>
            <p:cNvGrpSpPr/>
            <p:nvPr/>
          </p:nvGrpSpPr>
          <p:grpSpPr>
            <a:xfrm>
              <a:off x="2233276" y="895722"/>
              <a:ext cx="1082667" cy="223591"/>
              <a:chOff x="4808316" y="2800065"/>
              <a:chExt cx="1999386" cy="412910"/>
            </a:xfrm>
          </p:grpSpPr>
          <p:sp>
            <p:nvSpPr>
              <p:cNvPr id="4012" name="Google Shape;4012;p71"/>
              <p:cNvSpPr/>
              <p:nvPr/>
            </p:nvSpPr>
            <p:spPr>
              <a:xfrm>
                <a:off x="4849302" y="3079475"/>
                <a:ext cx="1958400" cy="133500"/>
              </a:xfrm>
              <a:prstGeom prst="rect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013" name="Google Shape;4013;p71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4014" name="Google Shape;4014;p71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015" name="Google Shape;4015;p71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16" name="Google Shape;4016;p71"/>
            <p:cNvGrpSpPr/>
            <p:nvPr/>
          </p:nvGrpSpPr>
          <p:grpSpPr>
            <a:xfrm>
              <a:off x="106648" y="895722"/>
              <a:ext cx="1088401" cy="223591"/>
              <a:chOff x="881025" y="2800065"/>
              <a:chExt cx="2009975" cy="412910"/>
            </a:xfrm>
          </p:grpSpPr>
          <p:sp>
            <p:nvSpPr>
              <p:cNvPr id="4017" name="Google Shape;4017;p71"/>
              <p:cNvSpPr/>
              <p:nvPr/>
            </p:nvSpPr>
            <p:spPr>
              <a:xfrm>
                <a:off x="932600" y="3079475"/>
                <a:ext cx="1958400" cy="133500"/>
              </a:xfrm>
              <a:prstGeom prst="rect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018" name="Google Shape;4018;p71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4019" name="Google Shape;4019;p71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020" name="Google Shape;4020;p71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21" name="Google Shape;4021;p71"/>
            <p:cNvGrpSpPr/>
            <p:nvPr/>
          </p:nvGrpSpPr>
          <p:grpSpPr>
            <a:xfrm>
              <a:off x="1172346" y="1047018"/>
              <a:ext cx="1083151" cy="223003"/>
              <a:chOff x="2849073" y="3079467"/>
              <a:chExt cx="2000279" cy="411825"/>
            </a:xfrm>
          </p:grpSpPr>
          <p:sp>
            <p:nvSpPr>
              <p:cNvPr id="4022" name="Google Shape;4022;p71"/>
              <p:cNvSpPr/>
              <p:nvPr/>
            </p:nvSpPr>
            <p:spPr>
              <a:xfrm>
                <a:off x="2890952" y="3079475"/>
                <a:ext cx="1958400" cy="133500"/>
              </a:xfrm>
              <a:prstGeom prst="rect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023" name="Google Shape;4023;p71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4024" name="Google Shape;4024;p71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025" name="Google Shape;4025;p71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26" name="Google Shape;4026;p71"/>
            <p:cNvGrpSpPr/>
            <p:nvPr/>
          </p:nvGrpSpPr>
          <p:grpSpPr>
            <a:xfrm>
              <a:off x="3290132" y="1047018"/>
              <a:ext cx="1297929" cy="223003"/>
              <a:chOff x="6760035" y="3079467"/>
              <a:chExt cx="2396914" cy="411825"/>
            </a:xfrm>
          </p:grpSpPr>
          <p:sp>
            <p:nvSpPr>
              <p:cNvPr id="4027" name="Google Shape;4027;p71"/>
              <p:cNvSpPr/>
              <p:nvPr/>
            </p:nvSpPr>
            <p:spPr>
              <a:xfrm>
                <a:off x="6807650" y="3079475"/>
                <a:ext cx="2349300" cy="133500"/>
              </a:xfrm>
              <a:prstGeom prst="rect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028" name="Google Shape;4028;p71"/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4029" name="Google Shape;4029;p71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030" name="Google Shape;4030;p71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031" name="Google Shape;4031;p71"/>
          <p:cNvGrpSpPr/>
          <p:nvPr/>
        </p:nvGrpSpPr>
        <p:grpSpPr>
          <a:xfrm>
            <a:off x="2862715" y="4492190"/>
            <a:ext cx="1448935" cy="1065905"/>
            <a:chOff x="2183288" y="3555572"/>
            <a:chExt cx="1136241" cy="835873"/>
          </a:xfrm>
        </p:grpSpPr>
        <p:sp>
          <p:nvSpPr>
            <p:cNvPr id="4032" name="Google Shape;4032;p71"/>
            <p:cNvSpPr/>
            <p:nvPr/>
          </p:nvSpPr>
          <p:spPr>
            <a:xfrm>
              <a:off x="2673740" y="4350566"/>
              <a:ext cx="270028" cy="11697"/>
            </a:xfrm>
            <a:custGeom>
              <a:avLst/>
              <a:gdLst/>
              <a:ahLst/>
              <a:cxnLst/>
              <a:rect l="l" t="t" r="r" b="b"/>
              <a:pathLst>
                <a:path w="106520" h="2706" extrusionOk="0">
                  <a:moveTo>
                    <a:pt x="0" y="0"/>
                  </a:moveTo>
                  <a:lnTo>
                    <a:pt x="0" y="2705"/>
                  </a:lnTo>
                  <a:lnTo>
                    <a:pt x="106520" y="2705"/>
                  </a:lnTo>
                  <a:lnTo>
                    <a:pt x="106520" y="0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033" name="Google Shape;4033;p71"/>
            <p:cNvGrpSpPr/>
            <p:nvPr/>
          </p:nvGrpSpPr>
          <p:grpSpPr>
            <a:xfrm>
              <a:off x="2205895" y="3637269"/>
              <a:ext cx="1089848" cy="724993"/>
              <a:chOff x="2205895" y="3637269"/>
              <a:chExt cx="1089848" cy="724993"/>
            </a:xfrm>
          </p:grpSpPr>
          <p:sp>
            <p:nvSpPr>
              <p:cNvPr id="4034" name="Google Shape;4034;p71"/>
              <p:cNvSpPr/>
              <p:nvPr/>
            </p:nvSpPr>
            <p:spPr>
              <a:xfrm>
                <a:off x="2205895" y="4204394"/>
                <a:ext cx="555376" cy="157849"/>
              </a:xfrm>
              <a:custGeom>
                <a:avLst/>
                <a:gdLst/>
                <a:ahLst/>
                <a:cxnLst/>
                <a:rect l="l" t="t" r="r" b="b"/>
                <a:pathLst>
                  <a:path w="128485" h="36518" extrusionOk="0">
                    <a:moveTo>
                      <a:pt x="2706" y="1"/>
                    </a:moveTo>
                    <a:lnTo>
                      <a:pt x="1" y="326"/>
                    </a:lnTo>
                    <a:cubicBezTo>
                      <a:pt x="1461" y="10577"/>
                      <a:pt x="6547" y="19612"/>
                      <a:pt x="13850" y="26130"/>
                    </a:cubicBezTo>
                    <a:cubicBezTo>
                      <a:pt x="21288" y="32568"/>
                      <a:pt x="30999" y="36517"/>
                      <a:pt x="41575" y="36517"/>
                    </a:cubicBezTo>
                    <a:lnTo>
                      <a:pt x="128484" y="36517"/>
                    </a:lnTo>
                    <a:lnTo>
                      <a:pt x="128484" y="33812"/>
                    </a:lnTo>
                    <a:lnTo>
                      <a:pt x="41575" y="33812"/>
                    </a:lnTo>
                    <a:cubicBezTo>
                      <a:pt x="31675" y="33812"/>
                      <a:pt x="22641" y="30188"/>
                      <a:pt x="15662" y="24102"/>
                    </a:cubicBezTo>
                    <a:cubicBezTo>
                      <a:pt x="8792" y="18016"/>
                      <a:pt x="4058" y="9468"/>
                      <a:pt x="2706" y="1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35" name="Google Shape;4035;p71"/>
              <p:cNvSpPr/>
              <p:nvPr/>
            </p:nvSpPr>
            <p:spPr>
              <a:xfrm>
                <a:off x="2206834" y="3993916"/>
                <a:ext cx="218757" cy="153401"/>
              </a:xfrm>
              <a:custGeom>
                <a:avLst/>
                <a:gdLst/>
                <a:ahLst/>
                <a:cxnLst/>
                <a:rect l="l" t="t" r="r" b="b"/>
                <a:pathLst>
                  <a:path w="50609" h="35489" extrusionOk="0">
                    <a:moveTo>
                      <a:pt x="41358" y="0"/>
                    </a:moveTo>
                    <a:cubicBezTo>
                      <a:pt x="30998" y="0"/>
                      <a:pt x="21423" y="3814"/>
                      <a:pt x="14093" y="10144"/>
                    </a:cubicBezTo>
                    <a:cubicBezTo>
                      <a:pt x="6762" y="16338"/>
                      <a:pt x="1596" y="25129"/>
                      <a:pt x="0" y="35029"/>
                    </a:cubicBezTo>
                    <a:lnTo>
                      <a:pt x="2597" y="35489"/>
                    </a:lnTo>
                    <a:cubicBezTo>
                      <a:pt x="4166" y="26238"/>
                      <a:pt x="9034" y="18015"/>
                      <a:pt x="15905" y="12173"/>
                    </a:cubicBezTo>
                    <a:cubicBezTo>
                      <a:pt x="22775" y="6303"/>
                      <a:pt x="31675" y="2705"/>
                      <a:pt x="41358" y="2705"/>
                    </a:cubicBezTo>
                    <a:lnTo>
                      <a:pt x="50609" y="2705"/>
                    </a:lnTo>
                    <a:lnTo>
                      <a:pt x="50609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36" name="Google Shape;4036;p71"/>
              <p:cNvSpPr/>
              <p:nvPr/>
            </p:nvSpPr>
            <p:spPr>
              <a:xfrm>
                <a:off x="2487003" y="3847747"/>
                <a:ext cx="808740" cy="157849"/>
              </a:xfrm>
              <a:custGeom>
                <a:avLst/>
                <a:gdLst/>
                <a:ahLst/>
                <a:cxnLst/>
                <a:rect l="l" t="t" r="r" b="b"/>
                <a:pathLst>
                  <a:path w="187100" h="36518" extrusionOk="0">
                    <a:moveTo>
                      <a:pt x="184395" y="1"/>
                    </a:moveTo>
                    <a:cubicBezTo>
                      <a:pt x="183150" y="9468"/>
                      <a:pt x="178309" y="17908"/>
                      <a:pt x="171438" y="23994"/>
                    </a:cubicBezTo>
                    <a:cubicBezTo>
                      <a:pt x="164432" y="30080"/>
                      <a:pt x="155425" y="33812"/>
                      <a:pt x="145498" y="33812"/>
                    </a:cubicBezTo>
                    <a:lnTo>
                      <a:pt x="1" y="33812"/>
                    </a:lnTo>
                    <a:lnTo>
                      <a:pt x="1" y="36517"/>
                    </a:lnTo>
                    <a:lnTo>
                      <a:pt x="145498" y="36517"/>
                    </a:lnTo>
                    <a:cubicBezTo>
                      <a:pt x="156101" y="36517"/>
                      <a:pt x="165785" y="32568"/>
                      <a:pt x="173223" y="26022"/>
                    </a:cubicBezTo>
                    <a:cubicBezTo>
                      <a:pt x="180554" y="19612"/>
                      <a:pt x="185747" y="10469"/>
                      <a:pt x="187100" y="326"/>
                    </a:cubicBezTo>
                    <a:lnTo>
                      <a:pt x="184395" y="1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37" name="Google Shape;4037;p71"/>
              <p:cNvSpPr/>
              <p:nvPr/>
            </p:nvSpPr>
            <p:spPr>
              <a:xfrm>
                <a:off x="2919192" y="3637269"/>
                <a:ext cx="375081" cy="148491"/>
              </a:xfrm>
              <a:custGeom>
                <a:avLst/>
                <a:gdLst/>
                <a:ahLst/>
                <a:cxnLst/>
                <a:rect l="l" t="t" r="r" b="b"/>
                <a:pathLst>
                  <a:path w="86774" h="34353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45524" y="2705"/>
                    </a:lnTo>
                    <a:cubicBezTo>
                      <a:pt x="54991" y="2705"/>
                      <a:pt x="63674" y="6195"/>
                      <a:pt x="70545" y="11821"/>
                    </a:cubicBezTo>
                    <a:cubicBezTo>
                      <a:pt x="77415" y="17582"/>
                      <a:pt x="82284" y="25454"/>
                      <a:pt x="84177" y="34353"/>
                    </a:cubicBezTo>
                    <a:lnTo>
                      <a:pt x="86774" y="33920"/>
                    </a:lnTo>
                    <a:cubicBezTo>
                      <a:pt x="84854" y="24345"/>
                      <a:pt x="79579" y="15878"/>
                      <a:pt x="72249" y="9792"/>
                    </a:cubicBezTo>
                    <a:cubicBezTo>
                      <a:pt x="65027" y="3706"/>
                      <a:pt x="55668" y="0"/>
                      <a:pt x="45524" y="0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38" name="Google Shape;4038;p71"/>
              <p:cNvSpPr/>
              <p:nvPr/>
            </p:nvSpPr>
            <p:spPr>
              <a:xfrm>
                <a:off x="2233143" y="3637269"/>
                <a:ext cx="621199" cy="11697"/>
              </a:xfrm>
              <a:custGeom>
                <a:avLst/>
                <a:gdLst/>
                <a:ahLst/>
                <a:cxnLst/>
                <a:rect l="l" t="t" r="r" b="b"/>
                <a:pathLst>
                  <a:path w="143713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43712" y="2705"/>
                    </a:lnTo>
                    <a:lnTo>
                      <a:pt x="143712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39" name="Google Shape;4039;p71"/>
              <p:cNvSpPr/>
              <p:nvPr/>
            </p:nvSpPr>
            <p:spPr>
              <a:xfrm>
                <a:off x="3004568" y="4350566"/>
                <a:ext cx="270028" cy="11697"/>
              </a:xfrm>
              <a:custGeom>
                <a:avLst/>
                <a:gdLst/>
                <a:ahLst/>
                <a:cxnLst/>
                <a:rect l="l" t="t" r="r" b="b"/>
                <a:pathLst>
                  <a:path w="106520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40" name="Google Shape;4040;p71"/>
            <p:cNvSpPr/>
            <p:nvPr/>
          </p:nvSpPr>
          <p:spPr>
            <a:xfrm rot="5400000">
              <a:off x="2852961" y="3612770"/>
              <a:ext cx="70048" cy="60717"/>
            </a:xfrm>
            <a:custGeom>
              <a:avLst/>
              <a:gdLst/>
              <a:ahLst/>
              <a:cxnLst/>
              <a:rect l="l" t="t" r="r" b="b"/>
              <a:pathLst>
                <a:path w="31949" h="27693" extrusionOk="0">
                  <a:moveTo>
                    <a:pt x="7959" y="1"/>
                  </a:moveTo>
                  <a:lnTo>
                    <a:pt x="1" y="13847"/>
                  </a:lnTo>
                  <a:lnTo>
                    <a:pt x="7959" y="27693"/>
                  </a:lnTo>
                  <a:lnTo>
                    <a:pt x="23991" y="27693"/>
                  </a:lnTo>
                  <a:lnTo>
                    <a:pt x="31949" y="13847"/>
                  </a:lnTo>
                  <a:lnTo>
                    <a:pt x="23991" y="1"/>
                  </a:lnTo>
                  <a:close/>
                </a:path>
              </a:pathLst>
            </a:custGeom>
            <a:solidFill>
              <a:srgbClr val="435D74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041" name="Google Shape;4041;p71"/>
            <p:cNvCxnSpPr/>
            <p:nvPr/>
          </p:nvCxnSpPr>
          <p:spPr>
            <a:xfrm>
              <a:off x="2887992" y="3555572"/>
              <a:ext cx="0" cy="52500"/>
            </a:xfrm>
            <a:prstGeom prst="straightConnector1">
              <a:avLst/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diamond" w="med" len="med"/>
              <a:tailEnd type="none" w="med" len="med"/>
            </a:ln>
          </p:spPr>
        </p:cxnSp>
        <p:grpSp>
          <p:nvGrpSpPr>
            <p:cNvPr id="4042" name="Google Shape;4042;p71"/>
            <p:cNvGrpSpPr/>
            <p:nvPr/>
          </p:nvGrpSpPr>
          <p:grpSpPr>
            <a:xfrm>
              <a:off x="3173850" y="3779426"/>
              <a:ext cx="145679" cy="70048"/>
              <a:chOff x="3173850" y="3779426"/>
              <a:chExt cx="145679" cy="70048"/>
            </a:xfrm>
          </p:grpSpPr>
          <p:cxnSp>
            <p:nvCxnSpPr>
              <p:cNvPr id="4043" name="Google Shape;4043;p71"/>
              <p:cNvCxnSpPr/>
              <p:nvPr/>
            </p:nvCxnSpPr>
            <p:spPr>
              <a:xfrm rot="10800000">
                <a:off x="3173850" y="3817250"/>
                <a:ext cx="945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4044" name="Google Shape;4044;p71"/>
              <p:cNvSpPr/>
              <p:nvPr/>
            </p:nvSpPr>
            <p:spPr>
              <a:xfrm rot="5400000">
                <a:off x="3254146" y="3784092"/>
                <a:ext cx="70048" cy="60717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solidFill>
                <a:srgbClr val="435D74"/>
              </a:solidFill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5" name="Google Shape;4045;p71"/>
            <p:cNvGrpSpPr/>
            <p:nvPr/>
          </p:nvGrpSpPr>
          <p:grpSpPr>
            <a:xfrm>
              <a:off x="2183288" y="4139483"/>
              <a:ext cx="145133" cy="70048"/>
              <a:chOff x="2183288" y="4139483"/>
              <a:chExt cx="145133" cy="70048"/>
            </a:xfrm>
          </p:grpSpPr>
          <p:cxnSp>
            <p:nvCxnSpPr>
              <p:cNvPr id="4046" name="Google Shape;4046;p71"/>
              <p:cNvCxnSpPr/>
              <p:nvPr/>
            </p:nvCxnSpPr>
            <p:spPr>
              <a:xfrm rot="10800000">
                <a:off x="2239021" y="4174494"/>
                <a:ext cx="89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diamond" w="med" len="med"/>
                <a:tailEnd type="none" w="med" len="med"/>
              </a:ln>
            </p:spPr>
          </p:cxnSp>
          <p:sp>
            <p:nvSpPr>
              <p:cNvPr id="4047" name="Google Shape;4047;p71"/>
              <p:cNvSpPr/>
              <p:nvPr/>
            </p:nvSpPr>
            <p:spPr>
              <a:xfrm rot="5400000">
                <a:off x="2178622" y="4144149"/>
                <a:ext cx="70048" cy="60717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solidFill>
                <a:srgbClr val="435D74"/>
              </a:solidFill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48" name="Google Shape;4048;p71"/>
            <p:cNvSpPr/>
            <p:nvPr/>
          </p:nvSpPr>
          <p:spPr>
            <a:xfrm rot="5400000">
              <a:off x="2420934" y="3967554"/>
              <a:ext cx="70048" cy="60717"/>
            </a:xfrm>
            <a:custGeom>
              <a:avLst/>
              <a:gdLst/>
              <a:ahLst/>
              <a:cxnLst/>
              <a:rect l="l" t="t" r="r" b="b"/>
              <a:pathLst>
                <a:path w="31949" h="27693" extrusionOk="0">
                  <a:moveTo>
                    <a:pt x="7959" y="1"/>
                  </a:moveTo>
                  <a:lnTo>
                    <a:pt x="1" y="13847"/>
                  </a:lnTo>
                  <a:lnTo>
                    <a:pt x="7959" y="27693"/>
                  </a:lnTo>
                  <a:lnTo>
                    <a:pt x="23991" y="27693"/>
                  </a:lnTo>
                  <a:lnTo>
                    <a:pt x="31949" y="13847"/>
                  </a:lnTo>
                  <a:lnTo>
                    <a:pt x="23991" y="1"/>
                  </a:lnTo>
                  <a:close/>
                </a:path>
              </a:pathLst>
            </a:custGeom>
            <a:solidFill>
              <a:srgbClr val="435D74"/>
            </a:solidFill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049" name="Google Shape;4049;p71"/>
            <p:cNvCxnSpPr/>
            <p:nvPr/>
          </p:nvCxnSpPr>
          <p:spPr>
            <a:xfrm>
              <a:off x="2455973" y="3911736"/>
              <a:ext cx="0" cy="52500"/>
            </a:xfrm>
            <a:prstGeom prst="straightConnector1">
              <a:avLst/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diamond" w="med" len="med"/>
              <a:tailEnd type="none" w="med" len="med"/>
            </a:ln>
          </p:spPr>
        </p:cxnSp>
        <p:grpSp>
          <p:nvGrpSpPr>
            <p:cNvPr id="4050" name="Google Shape;4050;p71"/>
            <p:cNvGrpSpPr/>
            <p:nvPr/>
          </p:nvGrpSpPr>
          <p:grpSpPr>
            <a:xfrm>
              <a:off x="2943836" y="4268886"/>
              <a:ext cx="60717" cy="122559"/>
              <a:chOff x="2943836" y="4268886"/>
              <a:chExt cx="60717" cy="122559"/>
            </a:xfrm>
          </p:grpSpPr>
          <p:sp>
            <p:nvSpPr>
              <p:cNvPr id="4051" name="Google Shape;4051;p71"/>
              <p:cNvSpPr/>
              <p:nvPr/>
            </p:nvSpPr>
            <p:spPr>
              <a:xfrm rot="5400000">
                <a:off x="2939170" y="4326062"/>
                <a:ext cx="70048" cy="60717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solidFill>
                <a:srgbClr val="435D74"/>
              </a:solidFill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4052" name="Google Shape;4052;p71"/>
              <p:cNvCxnSpPr/>
              <p:nvPr/>
            </p:nvCxnSpPr>
            <p:spPr>
              <a:xfrm>
                <a:off x="2974204" y="4268886"/>
                <a:ext cx="0" cy="52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diamond" w="med" len="med"/>
                <a:tailEnd type="none" w="med" len="med"/>
              </a:ln>
            </p:spPr>
          </p:cxnSp>
        </p:grpSp>
      </p:grpSp>
      <p:grpSp>
        <p:nvGrpSpPr>
          <p:cNvPr id="4053" name="Google Shape;4053;p71"/>
          <p:cNvGrpSpPr/>
          <p:nvPr/>
        </p:nvGrpSpPr>
        <p:grpSpPr>
          <a:xfrm>
            <a:off x="4546642" y="1720190"/>
            <a:ext cx="2234493" cy="1011001"/>
            <a:chOff x="3530532" y="1496185"/>
            <a:chExt cx="1562000" cy="706730"/>
          </a:xfrm>
        </p:grpSpPr>
        <p:cxnSp>
          <p:nvCxnSpPr>
            <p:cNvPr id="4054" name="Google Shape;4054;p71"/>
            <p:cNvCxnSpPr/>
            <p:nvPr/>
          </p:nvCxnSpPr>
          <p:spPr>
            <a:xfrm>
              <a:off x="3583832" y="1857562"/>
              <a:ext cx="1508700" cy="0"/>
            </a:xfrm>
            <a:prstGeom prst="straightConnector1">
              <a:avLst/>
            </a:prstGeom>
            <a:noFill/>
            <a:ln w="28575" cap="flat" cmpd="sng">
              <a:solidFill>
                <a:srgbClr val="A5B7C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4055" name="Google Shape;4055;p71"/>
            <p:cNvGrpSpPr/>
            <p:nvPr/>
          </p:nvGrpSpPr>
          <p:grpSpPr>
            <a:xfrm>
              <a:off x="3530532" y="1496185"/>
              <a:ext cx="323430" cy="463587"/>
              <a:chOff x="3530532" y="1496185"/>
              <a:chExt cx="323430" cy="463587"/>
            </a:xfrm>
          </p:grpSpPr>
          <p:grpSp>
            <p:nvGrpSpPr>
              <p:cNvPr id="4056" name="Google Shape;4056;p71"/>
              <p:cNvGrpSpPr/>
              <p:nvPr/>
            </p:nvGrpSpPr>
            <p:grpSpPr>
              <a:xfrm>
                <a:off x="3567462" y="1496185"/>
                <a:ext cx="286500" cy="361376"/>
                <a:chOff x="3567462" y="1496185"/>
                <a:chExt cx="286500" cy="361376"/>
              </a:xfrm>
            </p:grpSpPr>
            <p:cxnSp>
              <p:nvCxnSpPr>
                <p:cNvPr id="4057" name="Google Shape;4057;p71"/>
                <p:cNvCxnSpPr/>
                <p:nvPr/>
              </p:nvCxnSpPr>
              <p:spPr>
                <a:xfrm rot="10800000">
                  <a:off x="3626630" y="1565661"/>
                  <a:ext cx="0" cy="2919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058" name="Google Shape;4058;p71"/>
                <p:cNvSpPr/>
                <p:nvPr/>
              </p:nvSpPr>
              <p:spPr>
                <a:xfrm>
                  <a:off x="3567462" y="1496185"/>
                  <a:ext cx="286500" cy="99900"/>
                </a:xfrm>
                <a:prstGeom prst="rect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59" name="Google Shape;4059;p71"/>
              <p:cNvSpPr/>
              <p:nvPr/>
            </p:nvSpPr>
            <p:spPr>
              <a:xfrm>
                <a:off x="3530532" y="1771972"/>
                <a:ext cx="187800" cy="1878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60" name="Google Shape;4060;p71"/>
            <p:cNvGrpSpPr/>
            <p:nvPr/>
          </p:nvGrpSpPr>
          <p:grpSpPr>
            <a:xfrm>
              <a:off x="3891569" y="1779209"/>
              <a:ext cx="323945" cy="423706"/>
              <a:chOff x="3891569" y="1779209"/>
              <a:chExt cx="323945" cy="423706"/>
            </a:xfrm>
          </p:grpSpPr>
          <p:grpSp>
            <p:nvGrpSpPr>
              <p:cNvPr id="4061" name="Google Shape;4061;p71"/>
              <p:cNvGrpSpPr/>
              <p:nvPr/>
            </p:nvGrpSpPr>
            <p:grpSpPr>
              <a:xfrm>
                <a:off x="3929014" y="1881638"/>
                <a:ext cx="286500" cy="321278"/>
                <a:chOff x="3929014" y="1881638"/>
                <a:chExt cx="286500" cy="321278"/>
              </a:xfrm>
            </p:grpSpPr>
            <p:cxnSp>
              <p:nvCxnSpPr>
                <p:cNvPr id="4062" name="Google Shape;4062;p71"/>
                <p:cNvCxnSpPr/>
                <p:nvPr/>
              </p:nvCxnSpPr>
              <p:spPr>
                <a:xfrm rot="10800000">
                  <a:off x="3988388" y="1881638"/>
                  <a:ext cx="0" cy="2919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063" name="Google Shape;4063;p71"/>
                <p:cNvSpPr/>
                <p:nvPr/>
              </p:nvSpPr>
              <p:spPr>
                <a:xfrm>
                  <a:off x="3929014" y="2103016"/>
                  <a:ext cx="286500" cy="99900"/>
                </a:xfrm>
                <a:prstGeom prst="rect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64" name="Google Shape;4064;p71"/>
              <p:cNvSpPr/>
              <p:nvPr/>
            </p:nvSpPr>
            <p:spPr>
              <a:xfrm>
                <a:off x="3891569" y="1779209"/>
                <a:ext cx="187800" cy="1878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65" name="Google Shape;4065;p71"/>
            <p:cNvGrpSpPr/>
            <p:nvPr/>
          </p:nvGrpSpPr>
          <p:grpSpPr>
            <a:xfrm>
              <a:off x="4252606" y="1496185"/>
              <a:ext cx="324721" cy="463587"/>
              <a:chOff x="4252606" y="1496185"/>
              <a:chExt cx="324721" cy="463587"/>
            </a:xfrm>
          </p:grpSpPr>
          <p:grpSp>
            <p:nvGrpSpPr>
              <p:cNvPr id="4066" name="Google Shape;4066;p71"/>
              <p:cNvGrpSpPr/>
              <p:nvPr/>
            </p:nvGrpSpPr>
            <p:grpSpPr>
              <a:xfrm>
                <a:off x="4290828" y="1496185"/>
                <a:ext cx="286500" cy="361376"/>
                <a:chOff x="4290828" y="1496185"/>
                <a:chExt cx="286500" cy="361376"/>
              </a:xfrm>
            </p:grpSpPr>
            <p:cxnSp>
              <p:nvCxnSpPr>
                <p:cNvPr id="4067" name="Google Shape;4067;p71"/>
                <p:cNvCxnSpPr/>
                <p:nvPr/>
              </p:nvCxnSpPr>
              <p:spPr>
                <a:xfrm rot="10800000">
                  <a:off x="4349995" y="1565661"/>
                  <a:ext cx="0" cy="2919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068" name="Google Shape;4068;p71"/>
                <p:cNvSpPr/>
                <p:nvPr/>
              </p:nvSpPr>
              <p:spPr>
                <a:xfrm>
                  <a:off x="4290828" y="1496185"/>
                  <a:ext cx="286500" cy="99900"/>
                </a:xfrm>
                <a:prstGeom prst="rect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69" name="Google Shape;4069;p71"/>
              <p:cNvSpPr/>
              <p:nvPr/>
            </p:nvSpPr>
            <p:spPr>
              <a:xfrm>
                <a:off x="4252606" y="1771972"/>
                <a:ext cx="187800" cy="1878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70" name="Google Shape;4070;p71"/>
            <p:cNvGrpSpPr/>
            <p:nvPr/>
          </p:nvGrpSpPr>
          <p:grpSpPr>
            <a:xfrm>
              <a:off x="4613643" y="1763716"/>
              <a:ext cx="325308" cy="439200"/>
              <a:chOff x="4613643" y="1763716"/>
              <a:chExt cx="325308" cy="439200"/>
            </a:xfrm>
          </p:grpSpPr>
          <p:grpSp>
            <p:nvGrpSpPr>
              <p:cNvPr id="4071" name="Google Shape;4071;p71"/>
              <p:cNvGrpSpPr/>
              <p:nvPr/>
            </p:nvGrpSpPr>
            <p:grpSpPr>
              <a:xfrm>
                <a:off x="4652451" y="1879538"/>
                <a:ext cx="286500" cy="323378"/>
                <a:chOff x="4652451" y="1879538"/>
                <a:chExt cx="286500" cy="323378"/>
              </a:xfrm>
            </p:grpSpPr>
            <p:cxnSp>
              <p:nvCxnSpPr>
                <p:cNvPr id="4072" name="Google Shape;4072;p71"/>
                <p:cNvCxnSpPr/>
                <p:nvPr/>
              </p:nvCxnSpPr>
              <p:spPr>
                <a:xfrm rot="10800000">
                  <a:off x="4707486" y="1879538"/>
                  <a:ext cx="0" cy="294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073" name="Google Shape;4073;p71"/>
                <p:cNvSpPr/>
                <p:nvPr/>
              </p:nvSpPr>
              <p:spPr>
                <a:xfrm>
                  <a:off x="4652451" y="2103016"/>
                  <a:ext cx="286500" cy="99900"/>
                </a:xfrm>
                <a:prstGeom prst="rect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74" name="Google Shape;4074;p71"/>
              <p:cNvSpPr/>
              <p:nvPr/>
            </p:nvSpPr>
            <p:spPr>
              <a:xfrm>
                <a:off x="4613643" y="1763716"/>
                <a:ext cx="187800" cy="1878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075" name="Google Shape;4075;p71"/>
          <p:cNvGrpSpPr/>
          <p:nvPr/>
        </p:nvGrpSpPr>
        <p:grpSpPr>
          <a:xfrm>
            <a:off x="4562456" y="2858358"/>
            <a:ext cx="2202897" cy="522023"/>
            <a:chOff x="3512551" y="2358270"/>
            <a:chExt cx="1597383" cy="378533"/>
          </a:xfrm>
        </p:grpSpPr>
        <p:cxnSp>
          <p:nvCxnSpPr>
            <p:cNvPr id="4076" name="Google Shape;4076;p71"/>
            <p:cNvCxnSpPr>
              <a:stCxn id="4077" idx="6"/>
              <a:endCxn id="4078" idx="2"/>
            </p:cNvCxnSpPr>
            <p:nvPr/>
          </p:nvCxnSpPr>
          <p:spPr>
            <a:xfrm>
              <a:off x="3738198" y="2553118"/>
              <a:ext cx="1146000" cy="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9" name="Google Shape;4079;p71"/>
            <p:cNvGrpSpPr/>
            <p:nvPr/>
          </p:nvGrpSpPr>
          <p:grpSpPr>
            <a:xfrm>
              <a:off x="3512551" y="2358270"/>
              <a:ext cx="225647" cy="307714"/>
              <a:chOff x="2182679" y="2004714"/>
              <a:chExt cx="792300" cy="1080458"/>
            </a:xfrm>
          </p:grpSpPr>
          <p:cxnSp>
            <p:nvCxnSpPr>
              <p:cNvPr id="4080" name="Google Shape;4080;p71"/>
              <p:cNvCxnSpPr>
                <a:stCxn id="4081" idx="0"/>
              </p:cNvCxnSpPr>
              <p:nvPr/>
            </p:nvCxnSpPr>
            <p:spPr>
              <a:xfrm rot="10800000">
                <a:off x="2578961" y="2004714"/>
                <a:ext cx="0" cy="389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077" name="Google Shape;4077;p71"/>
              <p:cNvSpPr/>
              <p:nvPr/>
            </p:nvSpPr>
            <p:spPr>
              <a:xfrm>
                <a:off x="2182679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81" name="Google Shape;4081;p71"/>
              <p:cNvSpPr/>
              <p:nvPr/>
            </p:nvSpPr>
            <p:spPr>
              <a:xfrm>
                <a:off x="2283911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82" name="Google Shape;4082;p71"/>
            <p:cNvGrpSpPr/>
            <p:nvPr/>
          </p:nvGrpSpPr>
          <p:grpSpPr>
            <a:xfrm>
              <a:off x="3969644" y="2440153"/>
              <a:ext cx="225853" cy="296651"/>
              <a:chOff x="3775710" y="1729289"/>
              <a:chExt cx="136500" cy="179289"/>
            </a:xfrm>
          </p:grpSpPr>
          <p:cxnSp>
            <p:nvCxnSpPr>
              <p:cNvPr id="4083" name="Google Shape;4083;p71"/>
              <p:cNvCxnSpPr/>
              <p:nvPr/>
            </p:nvCxnSpPr>
            <p:spPr>
              <a:xfrm>
                <a:off x="3843851" y="1848278"/>
                <a:ext cx="0" cy="60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084" name="Google Shape;4084;p71"/>
              <p:cNvSpPr/>
              <p:nvPr/>
            </p:nvSpPr>
            <p:spPr>
              <a:xfrm>
                <a:off x="3775710" y="1729289"/>
                <a:ext cx="136500" cy="1365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85" name="Google Shape;4085;p71"/>
              <p:cNvSpPr/>
              <p:nvPr/>
            </p:nvSpPr>
            <p:spPr>
              <a:xfrm>
                <a:off x="3793133" y="1746713"/>
                <a:ext cx="101700" cy="1017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86" name="Google Shape;4086;p71"/>
            <p:cNvGrpSpPr/>
            <p:nvPr/>
          </p:nvGrpSpPr>
          <p:grpSpPr>
            <a:xfrm>
              <a:off x="4427051" y="2358270"/>
              <a:ext cx="225647" cy="307714"/>
              <a:chOff x="5393704" y="2004714"/>
              <a:chExt cx="792300" cy="1080458"/>
            </a:xfrm>
          </p:grpSpPr>
          <p:cxnSp>
            <p:nvCxnSpPr>
              <p:cNvPr id="4087" name="Google Shape;4087;p71"/>
              <p:cNvCxnSpPr>
                <a:stCxn id="4088" idx="0"/>
              </p:cNvCxnSpPr>
              <p:nvPr/>
            </p:nvCxnSpPr>
            <p:spPr>
              <a:xfrm rot="10800000">
                <a:off x="5789986" y="2004714"/>
                <a:ext cx="0" cy="389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089" name="Google Shape;4089;p71"/>
              <p:cNvSpPr/>
              <p:nvPr/>
            </p:nvSpPr>
            <p:spPr>
              <a:xfrm>
                <a:off x="5393704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88" name="Google Shape;4088;p71"/>
              <p:cNvSpPr/>
              <p:nvPr/>
            </p:nvSpPr>
            <p:spPr>
              <a:xfrm>
                <a:off x="5494936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90" name="Google Shape;4090;p71"/>
            <p:cNvGrpSpPr/>
            <p:nvPr/>
          </p:nvGrpSpPr>
          <p:grpSpPr>
            <a:xfrm>
              <a:off x="4884287" y="2440252"/>
              <a:ext cx="225647" cy="296532"/>
              <a:chOff x="6999166" y="2292572"/>
              <a:chExt cx="792300" cy="1041192"/>
            </a:xfrm>
          </p:grpSpPr>
          <p:cxnSp>
            <p:nvCxnSpPr>
              <p:cNvPr id="4091" name="Google Shape;4091;p71"/>
              <p:cNvCxnSpPr/>
              <p:nvPr/>
            </p:nvCxnSpPr>
            <p:spPr>
              <a:xfrm>
                <a:off x="7395553" y="2983964"/>
                <a:ext cx="0" cy="349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078" name="Google Shape;4078;p71"/>
              <p:cNvSpPr/>
              <p:nvPr/>
            </p:nvSpPr>
            <p:spPr>
              <a:xfrm>
                <a:off x="6999166" y="2292572"/>
                <a:ext cx="792300" cy="792600"/>
              </a:xfrm>
              <a:prstGeom prst="ellipse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92" name="Google Shape;4092;p71"/>
              <p:cNvSpPr/>
              <p:nvPr/>
            </p:nvSpPr>
            <p:spPr>
              <a:xfrm>
                <a:off x="7100398" y="2393814"/>
                <a:ext cx="590100" cy="5901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093" name="Google Shape;4093;p71"/>
          <p:cNvGrpSpPr/>
          <p:nvPr/>
        </p:nvGrpSpPr>
        <p:grpSpPr>
          <a:xfrm>
            <a:off x="9123532" y="1306623"/>
            <a:ext cx="2109125" cy="977091"/>
            <a:chOff x="634175" y="2986275"/>
            <a:chExt cx="3147949" cy="1458344"/>
          </a:xfrm>
        </p:grpSpPr>
        <p:cxnSp>
          <p:nvCxnSpPr>
            <p:cNvPr id="4094" name="Google Shape;4094;p71"/>
            <p:cNvCxnSpPr>
              <a:stCxn id="4095" idx="4"/>
              <a:endCxn id="4096" idx="0"/>
            </p:cNvCxnSpPr>
            <p:nvPr/>
          </p:nvCxnSpPr>
          <p:spPr>
            <a:xfrm>
              <a:off x="929975" y="3577875"/>
              <a:ext cx="5913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97" name="Google Shape;4097;p71"/>
            <p:cNvCxnSpPr>
              <a:stCxn id="4096" idx="0"/>
              <a:endCxn id="4098" idx="4"/>
            </p:cNvCxnSpPr>
            <p:nvPr/>
          </p:nvCxnSpPr>
          <p:spPr>
            <a:xfrm rot="10800000" flipH="1">
              <a:off x="1521366" y="3577919"/>
              <a:ext cx="6867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99" name="Google Shape;4099;p71"/>
            <p:cNvCxnSpPr>
              <a:stCxn id="4098" idx="4"/>
              <a:endCxn id="4100" idx="0"/>
            </p:cNvCxnSpPr>
            <p:nvPr/>
          </p:nvCxnSpPr>
          <p:spPr>
            <a:xfrm>
              <a:off x="2208152" y="3577875"/>
              <a:ext cx="6867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01" name="Google Shape;4101;p71"/>
            <p:cNvCxnSpPr>
              <a:stCxn id="4100" idx="0"/>
              <a:endCxn id="4102" idx="4"/>
            </p:cNvCxnSpPr>
            <p:nvPr/>
          </p:nvCxnSpPr>
          <p:spPr>
            <a:xfrm rot="10800000" flipH="1">
              <a:off x="2894933" y="3577918"/>
              <a:ext cx="591300" cy="27510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102" name="Google Shape;4102;p71"/>
            <p:cNvSpPr/>
            <p:nvPr/>
          </p:nvSpPr>
          <p:spPr>
            <a:xfrm>
              <a:off x="3190524" y="2986275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8" name="Google Shape;4098;p71"/>
            <p:cNvSpPr/>
            <p:nvPr/>
          </p:nvSpPr>
          <p:spPr>
            <a:xfrm>
              <a:off x="1912352" y="2986275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5" name="Google Shape;4095;p71"/>
            <p:cNvSpPr/>
            <p:nvPr/>
          </p:nvSpPr>
          <p:spPr>
            <a:xfrm>
              <a:off x="634175" y="2986275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0" name="Google Shape;4100;p71"/>
            <p:cNvSpPr/>
            <p:nvPr/>
          </p:nvSpPr>
          <p:spPr>
            <a:xfrm>
              <a:off x="2599133" y="3853018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6" name="Google Shape;4096;p71"/>
            <p:cNvSpPr/>
            <p:nvPr/>
          </p:nvSpPr>
          <p:spPr>
            <a:xfrm>
              <a:off x="1225566" y="3853019"/>
              <a:ext cx="591600" cy="591600"/>
            </a:xfrm>
            <a:prstGeom prst="ellipse">
              <a:avLst/>
            </a:prstGeom>
            <a:solidFill>
              <a:srgbClr val="A5B7C6"/>
            </a:solidFill>
            <a:ln w="19050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3" name="Google Shape;4103;p71"/>
          <p:cNvGrpSpPr/>
          <p:nvPr/>
        </p:nvGrpSpPr>
        <p:grpSpPr>
          <a:xfrm>
            <a:off x="4547152" y="3565703"/>
            <a:ext cx="2233504" cy="418232"/>
            <a:chOff x="998425" y="1182125"/>
            <a:chExt cx="1065400" cy="199500"/>
          </a:xfrm>
        </p:grpSpPr>
        <p:sp>
          <p:nvSpPr>
            <p:cNvPr id="4104" name="Google Shape;4104;p71"/>
            <p:cNvSpPr/>
            <p:nvPr/>
          </p:nvSpPr>
          <p:spPr>
            <a:xfrm>
              <a:off x="998425" y="1182125"/>
              <a:ext cx="1065400" cy="199500"/>
            </a:xfrm>
            <a:custGeom>
              <a:avLst/>
              <a:gdLst/>
              <a:ahLst/>
              <a:cxnLst/>
              <a:rect l="l" t="t" r="r" b="b"/>
              <a:pathLst>
                <a:path w="42616" h="7980" extrusionOk="0">
                  <a:moveTo>
                    <a:pt x="4324" y="1"/>
                  </a:moveTo>
                  <a:cubicBezTo>
                    <a:pt x="3159" y="1"/>
                    <a:pt x="1997" y="512"/>
                    <a:pt x="1246" y="1424"/>
                  </a:cubicBezTo>
                  <a:cubicBezTo>
                    <a:pt x="180" y="2720"/>
                    <a:pt x="1" y="4577"/>
                    <a:pt x="867" y="6031"/>
                  </a:cubicBezTo>
                  <a:cubicBezTo>
                    <a:pt x="1600" y="7262"/>
                    <a:pt x="2935" y="7980"/>
                    <a:pt x="4331" y="7980"/>
                  </a:cubicBezTo>
                  <a:cubicBezTo>
                    <a:pt x="4576" y="7980"/>
                    <a:pt x="4822" y="7958"/>
                    <a:pt x="5067" y="7913"/>
                  </a:cubicBezTo>
                  <a:cubicBezTo>
                    <a:pt x="6219" y="7700"/>
                    <a:pt x="7170" y="6971"/>
                    <a:pt x="7733" y="6006"/>
                  </a:cubicBezTo>
                  <a:cubicBezTo>
                    <a:pt x="8105" y="5370"/>
                    <a:pt x="8773" y="4970"/>
                    <a:pt x="9508" y="4970"/>
                  </a:cubicBezTo>
                  <a:lnTo>
                    <a:pt x="10488" y="4970"/>
                  </a:lnTo>
                  <a:cubicBezTo>
                    <a:pt x="11237" y="4970"/>
                    <a:pt x="11919" y="5376"/>
                    <a:pt x="12300" y="6020"/>
                  </a:cubicBezTo>
                  <a:lnTo>
                    <a:pt x="12307" y="6031"/>
                  </a:lnTo>
                  <a:cubicBezTo>
                    <a:pt x="13039" y="7262"/>
                    <a:pt x="14375" y="7980"/>
                    <a:pt x="15771" y="7980"/>
                  </a:cubicBezTo>
                  <a:cubicBezTo>
                    <a:pt x="16016" y="7980"/>
                    <a:pt x="16262" y="7958"/>
                    <a:pt x="16507" y="7913"/>
                  </a:cubicBezTo>
                  <a:cubicBezTo>
                    <a:pt x="17658" y="7700"/>
                    <a:pt x="18610" y="6971"/>
                    <a:pt x="19173" y="6006"/>
                  </a:cubicBezTo>
                  <a:cubicBezTo>
                    <a:pt x="19545" y="5370"/>
                    <a:pt x="20213" y="4970"/>
                    <a:pt x="20946" y="4970"/>
                  </a:cubicBezTo>
                  <a:lnTo>
                    <a:pt x="21928" y="4970"/>
                  </a:lnTo>
                  <a:cubicBezTo>
                    <a:pt x="22677" y="4970"/>
                    <a:pt x="23359" y="5376"/>
                    <a:pt x="23740" y="6020"/>
                  </a:cubicBezTo>
                  <a:lnTo>
                    <a:pt x="23747" y="6031"/>
                  </a:lnTo>
                  <a:cubicBezTo>
                    <a:pt x="24479" y="7262"/>
                    <a:pt x="25815" y="7980"/>
                    <a:pt x="27210" y="7980"/>
                  </a:cubicBezTo>
                  <a:cubicBezTo>
                    <a:pt x="27454" y="7980"/>
                    <a:pt x="27700" y="7958"/>
                    <a:pt x="27945" y="7913"/>
                  </a:cubicBezTo>
                  <a:cubicBezTo>
                    <a:pt x="29098" y="7700"/>
                    <a:pt x="30048" y="6971"/>
                    <a:pt x="30613" y="6006"/>
                  </a:cubicBezTo>
                  <a:cubicBezTo>
                    <a:pt x="30985" y="5370"/>
                    <a:pt x="31652" y="4970"/>
                    <a:pt x="32388" y="4970"/>
                  </a:cubicBezTo>
                  <a:lnTo>
                    <a:pt x="33368" y="4970"/>
                  </a:lnTo>
                  <a:cubicBezTo>
                    <a:pt x="34117" y="4970"/>
                    <a:pt x="34799" y="5376"/>
                    <a:pt x="35180" y="6020"/>
                  </a:cubicBezTo>
                  <a:lnTo>
                    <a:pt x="35187" y="6031"/>
                  </a:lnTo>
                  <a:cubicBezTo>
                    <a:pt x="35920" y="7262"/>
                    <a:pt x="37255" y="7980"/>
                    <a:pt x="38651" y="7980"/>
                  </a:cubicBezTo>
                  <a:cubicBezTo>
                    <a:pt x="38896" y="7980"/>
                    <a:pt x="39142" y="7958"/>
                    <a:pt x="39387" y="7913"/>
                  </a:cubicBezTo>
                  <a:cubicBezTo>
                    <a:pt x="41256" y="7567"/>
                    <a:pt x="42594" y="5866"/>
                    <a:pt x="42615" y="3993"/>
                  </a:cubicBezTo>
                  <a:cubicBezTo>
                    <a:pt x="42599" y="2323"/>
                    <a:pt x="41557" y="833"/>
                    <a:pt x="39994" y="246"/>
                  </a:cubicBezTo>
                  <a:cubicBezTo>
                    <a:pt x="39559" y="81"/>
                    <a:pt x="39100" y="2"/>
                    <a:pt x="38642" y="2"/>
                  </a:cubicBezTo>
                  <a:cubicBezTo>
                    <a:pt x="37477" y="2"/>
                    <a:pt x="36315" y="513"/>
                    <a:pt x="35565" y="1426"/>
                  </a:cubicBezTo>
                  <a:cubicBezTo>
                    <a:pt x="35428" y="1592"/>
                    <a:pt x="35304" y="1770"/>
                    <a:pt x="35195" y="1957"/>
                  </a:cubicBezTo>
                  <a:cubicBezTo>
                    <a:pt x="34817" y="2606"/>
                    <a:pt x="34133" y="3018"/>
                    <a:pt x="33382" y="3018"/>
                  </a:cubicBezTo>
                  <a:lnTo>
                    <a:pt x="32420" y="3018"/>
                  </a:lnTo>
                  <a:cubicBezTo>
                    <a:pt x="31683" y="3018"/>
                    <a:pt x="30996" y="2632"/>
                    <a:pt x="30624" y="1994"/>
                  </a:cubicBezTo>
                  <a:cubicBezTo>
                    <a:pt x="30157" y="1190"/>
                    <a:pt x="29425" y="572"/>
                    <a:pt x="28556" y="244"/>
                  </a:cubicBezTo>
                  <a:cubicBezTo>
                    <a:pt x="28121" y="80"/>
                    <a:pt x="27663" y="1"/>
                    <a:pt x="27205" y="1"/>
                  </a:cubicBezTo>
                  <a:cubicBezTo>
                    <a:pt x="26039" y="1"/>
                    <a:pt x="24877" y="513"/>
                    <a:pt x="24125" y="1426"/>
                  </a:cubicBezTo>
                  <a:cubicBezTo>
                    <a:pt x="23989" y="1592"/>
                    <a:pt x="23865" y="1770"/>
                    <a:pt x="23755" y="1957"/>
                  </a:cubicBezTo>
                  <a:cubicBezTo>
                    <a:pt x="23377" y="2606"/>
                    <a:pt x="22695" y="3018"/>
                    <a:pt x="21944" y="3018"/>
                  </a:cubicBezTo>
                  <a:lnTo>
                    <a:pt x="20981" y="3018"/>
                  </a:lnTo>
                  <a:cubicBezTo>
                    <a:pt x="20243" y="3018"/>
                    <a:pt x="19556" y="2632"/>
                    <a:pt x="19185" y="1994"/>
                  </a:cubicBezTo>
                  <a:cubicBezTo>
                    <a:pt x="18717" y="1190"/>
                    <a:pt x="17987" y="572"/>
                    <a:pt x="17116" y="244"/>
                  </a:cubicBezTo>
                  <a:cubicBezTo>
                    <a:pt x="16681" y="80"/>
                    <a:pt x="16223" y="1"/>
                    <a:pt x="15766" y="1"/>
                  </a:cubicBezTo>
                  <a:cubicBezTo>
                    <a:pt x="14600" y="1"/>
                    <a:pt x="13437" y="513"/>
                    <a:pt x="12686" y="1426"/>
                  </a:cubicBezTo>
                  <a:cubicBezTo>
                    <a:pt x="12549" y="1592"/>
                    <a:pt x="12425" y="1770"/>
                    <a:pt x="12316" y="1957"/>
                  </a:cubicBezTo>
                  <a:cubicBezTo>
                    <a:pt x="11937" y="2606"/>
                    <a:pt x="11255" y="3016"/>
                    <a:pt x="10504" y="3016"/>
                  </a:cubicBezTo>
                  <a:lnTo>
                    <a:pt x="9541" y="3016"/>
                  </a:lnTo>
                  <a:cubicBezTo>
                    <a:pt x="8805" y="3016"/>
                    <a:pt x="8116" y="2632"/>
                    <a:pt x="7745" y="1994"/>
                  </a:cubicBezTo>
                  <a:cubicBezTo>
                    <a:pt x="7277" y="1190"/>
                    <a:pt x="6547" y="572"/>
                    <a:pt x="5676" y="244"/>
                  </a:cubicBezTo>
                  <a:cubicBezTo>
                    <a:pt x="5241" y="80"/>
                    <a:pt x="4782" y="1"/>
                    <a:pt x="432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05" name="Google Shape;4105;p71"/>
            <p:cNvSpPr/>
            <p:nvPr/>
          </p:nvSpPr>
          <p:spPr>
            <a:xfrm>
              <a:off x="1017250" y="1193175"/>
              <a:ext cx="177475" cy="177500"/>
            </a:xfrm>
            <a:custGeom>
              <a:avLst/>
              <a:gdLst/>
              <a:ahLst/>
              <a:cxnLst/>
              <a:rect l="l" t="t" r="r" b="b"/>
              <a:pathLst>
                <a:path w="7099" h="7100" extrusionOk="0">
                  <a:moveTo>
                    <a:pt x="3550" y="1"/>
                  </a:moveTo>
                  <a:cubicBezTo>
                    <a:pt x="1589" y="1"/>
                    <a:pt x="0" y="1589"/>
                    <a:pt x="0" y="3551"/>
                  </a:cubicBezTo>
                  <a:cubicBezTo>
                    <a:pt x="0" y="5511"/>
                    <a:pt x="1589" y="7099"/>
                    <a:pt x="3550" y="7099"/>
                  </a:cubicBezTo>
                  <a:cubicBezTo>
                    <a:pt x="5510" y="7099"/>
                    <a:pt x="7099" y="5511"/>
                    <a:pt x="7099" y="3551"/>
                  </a:cubicBezTo>
                  <a:cubicBezTo>
                    <a:pt x="7099" y="1589"/>
                    <a:pt x="5510" y="1"/>
                    <a:pt x="3550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06" name="Google Shape;4106;p71"/>
            <p:cNvSpPr/>
            <p:nvPr/>
          </p:nvSpPr>
          <p:spPr>
            <a:xfrm>
              <a:off x="1303250" y="1193175"/>
              <a:ext cx="177475" cy="177500"/>
            </a:xfrm>
            <a:custGeom>
              <a:avLst/>
              <a:gdLst/>
              <a:ahLst/>
              <a:cxnLst/>
              <a:rect l="l" t="t" r="r" b="b"/>
              <a:pathLst>
                <a:path w="7099" h="7100" extrusionOk="0">
                  <a:moveTo>
                    <a:pt x="3550" y="1"/>
                  </a:moveTo>
                  <a:cubicBezTo>
                    <a:pt x="1589" y="1"/>
                    <a:pt x="0" y="1589"/>
                    <a:pt x="0" y="3551"/>
                  </a:cubicBezTo>
                  <a:cubicBezTo>
                    <a:pt x="0" y="5511"/>
                    <a:pt x="1589" y="7099"/>
                    <a:pt x="3550" y="7099"/>
                  </a:cubicBezTo>
                  <a:cubicBezTo>
                    <a:pt x="5510" y="7099"/>
                    <a:pt x="7099" y="5511"/>
                    <a:pt x="7099" y="3551"/>
                  </a:cubicBezTo>
                  <a:cubicBezTo>
                    <a:pt x="7099" y="1589"/>
                    <a:pt x="5510" y="1"/>
                    <a:pt x="3550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07" name="Google Shape;4107;p71"/>
            <p:cNvSpPr/>
            <p:nvPr/>
          </p:nvSpPr>
          <p:spPr>
            <a:xfrm>
              <a:off x="1589250" y="1193175"/>
              <a:ext cx="177475" cy="177500"/>
            </a:xfrm>
            <a:custGeom>
              <a:avLst/>
              <a:gdLst/>
              <a:ahLst/>
              <a:cxnLst/>
              <a:rect l="l" t="t" r="r" b="b"/>
              <a:pathLst>
                <a:path w="7099" h="7100" extrusionOk="0">
                  <a:moveTo>
                    <a:pt x="3549" y="1"/>
                  </a:moveTo>
                  <a:cubicBezTo>
                    <a:pt x="1589" y="1"/>
                    <a:pt x="0" y="1589"/>
                    <a:pt x="0" y="3551"/>
                  </a:cubicBezTo>
                  <a:cubicBezTo>
                    <a:pt x="0" y="5511"/>
                    <a:pt x="1589" y="7099"/>
                    <a:pt x="3549" y="7099"/>
                  </a:cubicBezTo>
                  <a:cubicBezTo>
                    <a:pt x="5510" y="7099"/>
                    <a:pt x="7099" y="5511"/>
                    <a:pt x="7099" y="3551"/>
                  </a:cubicBezTo>
                  <a:cubicBezTo>
                    <a:pt x="7099" y="1589"/>
                    <a:pt x="5510" y="1"/>
                    <a:pt x="3549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08" name="Google Shape;4108;p71"/>
            <p:cNvSpPr/>
            <p:nvPr/>
          </p:nvSpPr>
          <p:spPr>
            <a:xfrm>
              <a:off x="1875200" y="1193175"/>
              <a:ext cx="177525" cy="177500"/>
            </a:xfrm>
            <a:custGeom>
              <a:avLst/>
              <a:gdLst/>
              <a:ahLst/>
              <a:cxnLst/>
              <a:rect l="l" t="t" r="r" b="b"/>
              <a:pathLst>
                <a:path w="7101" h="7100" extrusionOk="0">
                  <a:moveTo>
                    <a:pt x="3551" y="1"/>
                  </a:moveTo>
                  <a:cubicBezTo>
                    <a:pt x="1590" y="1"/>
                    <a:pt x="0" y="1589"/>
                    <a:pt x="0" y="3551"/>
                  </a:cubicBezTo>
                  <a:cubicBezTo>
                    <a:pt x="0" y="5511"/>
                    <a:pt x="1590" y="7099"/>
                    <a:pt x="3551" y="7099"/>
                  </a:cubicBezTo>
                  <a:cubicBezTo>
                    <a:pt x="5511" y="7099"/>
                    <a:pt x="7101" y="5511"/>
                    <a:pt x="7101" y="3551"/>
                  </a:cubicBezTo>
                  <a:cubicBezTo>
                    <a:pt x="7101" y="1589"/>
                    <a:pt x="5511" y="1"/>
                    <a:pt x="3551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109" name="Google Shape;4109;p71"/>
          <p:cNvGrpSpPr/>
          <p:nvPr/>
        </p:nvGrpSpPr>
        <p:grpSpPr>
          <a:xfrm>
            <a:off x="4547152" y="4840326"/>
            <a:ext cx="2233505" cy="700460"/>
            <a:chOff x="5194708" y="3484366"/>
            <a:chExt cx="3148148" cy="987304"/>
          </a:xfrm>
        </p:grpSpPr>
        <p:grpSp>
          <p:nvGrpSpPr>
            <p:cNvPr id="4110" name="Google Shape;4110;p71"/>
            <p:cNvGrpSpPr/>
            <p:nvPr/>
          </p:nvGrpSpPr>
          <p:grpSpPr>
            <a:xfrm>
              <a:off x="7531521" y="3484366"/>
              <a:ext cx="811335" cy="987304"/>
              <a:chOff x="3379425" y="1617275"/>
              <a:chExt cx="1090650" cy="1327200"/>
            </a:xfrm>
          </p:grpSpPr>
          <p:sp>
            <p:nvSpPr>
              <p:cNvPr id="4111" name="Google Shape;4111;p71"/>
              <p:cNvSpPr/>
              <p:nvPr/>
            </p:nvSpPr>
            <p:spPr>
              <a:xfrm>
                <a:off x="3554475" y="1792400"/>
                <a:ext cx="7404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9" h="29615" extrusionOk="0">
                    <a:moveTo>
                      <a:pt x="14809" y="1"/>
                    </a:moveTo>
                    <a:cubicBezTo>
                      <a:pt x="6631" y="1"/>
                      <a:pt x="0" y="6631"/>
                      <a:pt x="0" y="14809"/>
                    </a:cubicBezTo>
                    <a:cubicBezTo>
                      <a:pt x="0" y="22988"/>
                      <a:pt x="6631" y="29615"/>
                      <a:pt x="14809" y="29615"/>
                    </a:cubicBezTo>
                    <a:cubicBezTo>
                      <a:pt x="22987" y="29615"/>
                      <a:pt x="29618" y="22988"/>
                      <a:pt x="29618" y="14809"/>
                    </a:cubicBezTo>
                    <a:cubicBezTo>
                      <a:pt x="29618" y="6631"/>
                      <a:pt x="22987" y="1"/>
                      <a:pt x="14809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12" name="Google Shape;4112;p71"/>
              <p:cNvSpPr/>
              <p:nvPr/>
            </p:nvSpPr>
            <p:spPr>
              <a:xfrm>
                <a:off x="3379425" y="1617275"/>
                <a:ext cx="1090650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26" h="50958" extrusionOk="0">
                    <a:moveTo>
                      <a:pt x="21811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8" y="22289"/>
                      <a:pt x="401" y="22672"/>
                      <a:pt x="876" y="22672"/>
                    </a:cubicBezTo>
                    <a:cubicBezTo>
                      <a:pt x="1355" y="22672"/>
                      <a:pt x="1744" y="22289"/>
                      <a:pt x="1755" y="21814"/>
                    </a:cubicBezTo>
                    <a:cubicBezTo>
                      <a:pt x="1755" y="10757"/>
                      <a:pt x="10754" y="1755"/>
                      <a:pt x="21811" y="1755"/>
                    </a:cubicBezTo>
                    <a:cubicBezTo>
                      <a:pt x="32869" y="1755"/>
                      <a:pt x="41867" y="10753"/>
                      <a:pt x="41867" y="21814"/>
                    </a:cubicBezTo>
                    <a:cubicBezTo>
                      <a:pt x="41871" y="32872"/>
                      <a:pt x="32869" y="41870"/>
                      <a:pt x="21811" y="41870"/>
                    </a:cubicBezTo>
                    <a:cubicBezTo>
                      <a:pt x="21329" y="41870"/>
                      <a:pt x="20932" y="42263"/>
                      <a:pt x="20935" y="42750"/>
                    </a:cubicBezTo>
                    <a:lnTo>
                      <a:pt x="20935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2" y="43147"/>
                      <a:pt x="43626" y="33547"/>
                      <a:pt x="43626" y="21814"/>
                    </a:cubicBezTo>
                    <a:cubicBezTo>
                      <a:pt x="43626" y="9785"/>
                      <a:pt x="33841" y="0"/>
                      <a:pt x="21811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13" name="Google Shape;4113;p71"/>
              <p:cNvSpPr/>
              <p:nvPr/>
            </p:nvSpPr>
            <p:spPr>
              <a:xfrm>
                <a:off x="3775050" y="2771175"/>
                <a:ext cx="300875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5" h="6932" extrusionOk="0">
                    <a:moveTo>
                      <a:pt x="11087" y="1"/>
                    </a:moveTo>
                    <a:cubicBezTo>
                      <a:pt x="10861" y="1"/>
                      <a:pt x="10636" y="87"/>
                      <a:pt x="10465" y="260"/>
                    </a:cubicBezTo>
                    <a:lnTo>
                      <a:pt x="6866" y="3859"/>
                    </a:lnTo>
                    <a:lnTo>
                      <a:pt x="5979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6" y="102"/>
                      <a:pt x="990" y="102"/>
                    </a:cubicBezTo>
                    <a:cubicBezTo>
                      <a:pt x="731" y="102"/>
                      <a:pt x="475" y="214"/>
                      <a:pt x="298" y="427"/>
                    </a:cubicBezTo>
                    <a:cubicBezTo>
                      <a:pt x="1" y="783"/>
                      <a:pt x="23" y="1306"/>
                      <a:pt x="350" y="1636"/>
                    </a:cubicBezTo>
                    <a:lnTo>
                      <a:pt x="5389" y="6675"/>
                    </a:lnTo>
                    <a:cubicBezTo>
                      <a:pt x="5559" y="6846"/>
                      <a:pt x="5784" y="6931"/>
                      <a:pt x="6009" y="6931"/>
                    </a:cubicBezTo>
                    <a:cubicBezTo>
                      <a:pt x="6234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6" y="1250"/>
                      <a:pt x="12034" y="668"/>
                      <a:pt x="11712" y="260"/>
                    </a:cubicBezTo>
                    <a:cubicBezTo>
                      <a:pt x="11539" y="87"/>
                      <a:pt x="11313" y="1"/>
                      <a:pt x="11087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14" name="Google Shape;4114;p71"/>
            <p:cNvGrpSpPr/>
            <p:nvPr/>
          </p:nvGrpSpPr>
          <p:grpSpPr>
            <a:xfrm>
              <a:off x="6752546" y="3484366"/>
              <a:ext cx="811428" cy="987304"/>
              <a:chOff x="2332275" y="1617275"/>
              <a:chExt cx="1090775" cy="1327200"/>
            </a:xfrm>
          </p:grpSpPr>
          <p:sp>
            <p:nvSpPr>
              <p:cNvPr id="4115" name="Google Shape;4115;p71"/>
              <p:cNvSpPr/>
              <p:nvPr/>
            </p:nvSpPr>
            <p:spPr>
              <a:xfrm>
                <a:off x="2507425" y="1792400"/>
                <a:ext cx="7403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5" h="29615" extrusionOk="0">
                    <a:moveTo>
                      <a:pt x="14810" y="1"/>
                    </a:moveTo>
                    <a:cubicBezTo>
                      <a:pt x="6631" y="1"/>
                      <a:pt x="1" y="6631"/>
                      <a:pt x="1" y="14809"/>
                    </a:cubicBezTo>
                    <a:cubicBezTo>
                      <a:pt x="1" y="22988"/>
                      <a:pt x="6631" y="29615"/>
                      <a:pt x="14810" y="29615"/>
                    </a:cubicBezTo>
                    <a:cubicBezTo>
                      <a:pt x="22988" y="29615"/>
                      <a:pt x="29615" y="22988"/>
                      <a:pt x="29615" y="14809"/>
                    </a:cubicBezTo>
                    <a:cubicBezTo>
                      <a:pt x="29615" y="6631"/>
                      <a:pt x="22988" y="1"/>
                      <a:pt x="1481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16" name="Google Shape;4116;p71"/>
              <p:cNvSpPr/>
              <p:nvPr/>
            </p:nvSpPr>
            <p:spPr>
              <a:xfrm>
                <a:off x="2332275" y="1617275"/>
                <a:ext cx="1090775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31" h="50958" extrusionOk="0">
                    <a:moveTo>
                      <a:pt x="21816" y="0"/>
                    </a:moveTo>
                    <a:cubicBezTo>
                      <a:pt x="9786" y="0"/>
                      <a:pt x="1" y="9788"/>
                      <a:pt x="1" y="21814"/>
                    </a:cubicBezTo>
                    <a:cubicBezTo>
                      <a:pt x="12" y="22289"/>
                      <a:pt x="402" y="22672"/>
                      <a:pt x="880" y="22672"/>
                    </a:cubicBezTo>
                    <a:cubicBezTo>
                      <a:pt x="1355" y="22672"/>
                      <a:pt x="1745" y="22289"/>
                      <a:pt x="1756" y="21814"/>
                    </a:cubicBezTo>
                    <a:cubicBezTo>
                      <a:pt x="1756" y="10757"/>
                      <a:pt x="10754" y="1755"/>
                      <a:pt x="21812" y="1755"/>
                    </a:cubicBezTo>
                    <a:cubicBezTo>
                      <a:pt x="32869" y="1755"/>
                      <a:pt x="41871" y="10753"/>
                      <a:pt x="41871" y="21814"/>
                    </a:cubicBezTo>
                    <a:cubicBezTo>
                      <a:pt x="41871" y="32872"/>
                      <a:pt x="32873" y="41870"/>
                      <a:pt x="21816" y="41870"/>
                    </a:cubicBezTo>
                    <a:cubicBezTo>
                      <a:pt x="21329" y="41870"/>
                      <a:pt x="20936" y="42263"/>
                      <a:pt x="20936" y="42750"/>
                    </a:cubicBezTo>
                    <a:lnTo>
                      <a:pt x="20936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7" y="43147"/>
                      <a:pt x="43630" y="33547"/>
                      <a:pt x="43627" y="21814"/>
                    </a:cubicBezTo>
                    <a:cubicBezTo>
                      <a:pt x="43627" y="9785"/>
                      <a:pt x="33842" y="0"/>
                      <a:pt x="2181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17" name="Google Shape;4117;p71"/>
              <p:cNvSpPr/>
              <p:nvPr/>
            </p:nvSpPr>
            <p:spPr>
              <a:xfrm>
                <a:off x="2727925" y="2771175"/>
                <a:ext cx="3009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6932" extrusionOk="0">
                    <a:moveTo>
                      <a:pt x="11088" y="1"/>
                    </a:moveTo>
                    <a:cubicBezTo>
                      <a:pt x="10863" y="1"/>
                      <a:pt x="10637" y="87"/>
                      <a:pt x="10465" y="260"/>
                    </a:cubicBezTo>
                    <a:lnTo>
                      <a:pt x="6869" y="3859"/>
                    </a:lnTo>
                    <a:lnTo>
                      <a:pt x="5982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5" y="102"/>
                      <a:pt x="990" y="102"/>
                    </a:cubicBezTo>
                    <a:cubicBezTo>
                      <a:pt x="731" y="102"/>
                      <a:pt x="475" y="214"/>
                      <a:pt x="297" y="427"/>
                    </a:cubicBezTo>
                    <a:cubicBezTo>
                      <a:pt x="1" y="783"/>
                      <a:pt x="27" y="1306"/>
                      <a:pt x="353" y="1636"/>
                    </a:cubicBezTo>
                    <a:lnTo>
                      <a:pt x="5388" y="6675"/>
                    </a:lnTo>
                    <a:cubicBezTo>
                      <a:pt x="5561" y="6846"/>
                      <a:pt x="5785" y="6931"/>
                      <a:pt x="6010" y="6931"/>
                    </a:cubicBezTo>
                    <a:cubicBezTo>
                      <a:pt x="6234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9" y="1250"/>
                      <a:pt x="12038" y="668"/>
                      <a:pt x="11711" y="260"/>
                    </a:cubicBezTo>
                    <a:cubicBezTo>
                      <a:pt x="11539" y="87"/>
                      <a:pt x="11313" y="1"/>
                      <a:pt x="11088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18" name="Google Shape;4118;p71"/>
            <p:cNvGrpSpPr/>
            <p:nvPr/>
          </p:nvGrpSpPr>
          <p:grpSpPr>
            <a:xfrm>
              <a:off x="5973664" y="3484366"/>
              <a:ext cx="811335" cy="987304"/>
              <a:chOff x="1285250" y="1617275"/>
              <a:chExt cx="1090650" cy="1327200"/>
            </a:xfrm>
          </p:grpSpPr>
          <p:sp>
            <p:nvSpPr>
              <p:cNvPr id="4119" name="Google Shape;4119;p71"/>
              <p:cNvSpPr/>
              <p:nvPr/>
            </p:nvSpPr>
            <p:spPr>
              <a:xfrm>
                <a:off x="1460300" y="1792400"/>
                <a:ext cx="7404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9" h="29615" extrusionOk="0">
                    <a:moveTo>
                      <a:pt x="14809" y="1"/>
                    </a:moveTo>
                    <a:cubicBezTo>
                      <a:pt x="6631" y="1"/>
                      <a:pt x="0" y="6631"/>
                      <a:pt x="0" y="14809"/>
                    </a:cubicBezTo>
                    <a:cubicBezTo>
                      <a:pt x="0" y="22988"/>
                      <a:pt x="6631" y="29615"/>
                      <a:pt x="14809" y="29615"/>
                    </a:cubicBezTo>
                    <a:cubicBezTo>
                      <a:pt x="22987" y="29615"/>
                      <a:pt x="29618" y="22988"/>
                      <a:pt x="29618" y="14809"/>
                    </a:cubicBezTo>
                    <a:cubicBezTo>
                      <a:pt x="29618" y="6631"/>
                      <a:pt x="22987" y="1"/>
                      <a:pt x="14809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20" name="Google Shape;4120;p71"/>
              <p:cNvSpPr/>
              <p:nvPr/>
            </p:nvSpPr>
            <p:spPr>
              <a:xfrm>
                <a:off x="1285250" y="1617275"/>
                <a:ext cx="1090650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26" h="50958" extrusionOk="0">
                    <a:moveTo>
                      <a:pt x="21811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8" y="22289"/>
                      <a:pt x="401" y="22672"/>
                      <a:pt x="876" y="22672"/>
                    </a:cubicBezTo>
                    <a:cubicBezTo>
                      <a:pt x="1355" y="22672"/>
                      <a:pt x="1744" y="22289"/>
                      <a:pt x="1755" y="21814"/>
                    </a:cubicBezTo>
                    <a:cubicBezTo>
                      <a:pt x="1755" y="10757"/>
                      <a:pt x="10754" y="1755"/>
                      <a:pt x="21811" y="1755"/>
                    </a:cubicBezTo>
                    <a:cubicBezTo>
                      <a:pt x="32869" y="1755"/>
                      <a:pt x="41867" y="10753"/>
                      <a:pt x="41867" y="21814"/>
                    </a:cubicBezTo>
                    <a:cubicBezTo>
                      <a:pt x="41871" y="32872"/>
                      <a:pt x="32869" y="41870"/>
                      <a:pt x="21811" y="41870"/>
                    </a:cubicBezTo>
                    <a:cubicBezTo>
                      <a:pt x="21329" y="41870"/>
                      <a:pt x="20932" y="42263"/>
                      <a:pt x="20936" y="42750"/>
                    </a:cubicBezTo>
                    <a:lnTo>
                      <a:pt x="20936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2" y="43147"/>
                      <a:pt x="43626" y="33547"/>
                      <a:pt x="43626" y="21814"/>
                    </a:cubicBezTo>
                    <a:cubicBezTo>
                      <a:pt x="43626" y="9785"/>
                      <a:pt x="33841" y="0"/>
                      <a:pt x="21811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21" name="Google Shape;4121;p71"/>
              <p:cNvSpPr/>
              <p:nvPr/>
            </p:nvSpPr>
            <p:spPr>
              <a:xfrm>
                <a:off x="1680900" y="2771175"/>
                <a:ext cx="3008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4" h="6932" extrusionOk="0">
                    <a:moveTo>
                      <a:pt x="11086" y="1"/>
                    </a:moveTo>
                    <a:cubicBezTo>
                      <a:pt x="10860" y="1"/>
                      <a:pt x="10635" y="87"/>
                      <a:pt x="10464" y="260"/>
                    </a:cubicBezTo>
                    <a:lnTo>
                      <a:pt x="6865" y="3859"/>
                    </a:lnTo>
                    <a:lnTo>
                      <a:pt x="5978" y="4742"/>
                    </a:lnTo>
                    <a:lnTo>
                      <a:pt x="5110" y="3874"/>
                    </a:lnTo>
                    <a:lnTo>
                      <a:pt x="1495" y="260"/>
                    </a:lnTo>
                    <a:cubicBezTo>
                      <a:pt x="1341" y="153"/>
                      <a:pt x="1165" y="102"/>
                      <a:pt x="989" y="102"/>
                    </a:cubicBezTo>
                    <a:cubicBezTo>
                      <a:pt x="730" y="102"/>
                      <a:pt x="474" y="214"/>
                      <a:pt x="297" y="427"/>
                    </a:cubicBezTo>
                    <a:cubicBezTo>
                      <a:pt x="0" y="783"/>
                      <a:pt x="22" y="1306"/>
                      <a:pt x="349" y="1636"/>
                    </a:cubicBezTo>
                    <a:lnTo>
                      <a:pt x="5388" y="6675"/>
                    </a:lnTo>
                    <a:cubicBezTo>
                      <a:pt x="5559" y="6846"/>
                      <a:pt x="5783" y="6931"/>
                      <a:pt x="6008" y="6931"/>
                    </a:cubicBezTo>
                    <a:cubicBezTo>
                      <a:pt x="6233" y="6931"/>
                      <a:pt x="6458" y="6846"/>
                      <a:pt x="6631" y="6675"/>
                    </a:cubicBezTo>
                    <a:lnTo>
                      <a:pt x="11666" y="1636"/>
                    </a:lnTo>
                    <a:cubicBezTo>
                      <a:pt x="12015" y="1250"/>
                      <a:pt x="12034" y="668"/>
                      <a:pt x="11711" y="260"/>
                    </a:cubicBezTo>
                    <a:cubicBezTo>
                      <a:pt x="11538" y="87"/>
                      <a:pt x="11312" y="1"/>
                      <a:pt x="11086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22" name="Google Shape;4122;p71"/>
            <p:cNvGrpSpPr/>
            <p:nvPr/>
          </p:nvGrpSpPr>
          <p:grpSpPr>
            <a:xfrm>
              <a:off x="5194708" y="3484366"/>
              <a:ext cx="811409" cy="987304"/>
              <a:chOff x="238125" y="1617275"/>
              <a:chExt cx="1090750" cy="1327200"/>
            </a:xfrm>
          </p:grpSpPr>
          <p:sp>
            <p:nvSpPr>
              <p:cNvPr id="4123" name="Google Shape;4123;p71"/>
              <p:cNvSpPr/>
              <p:nvPr/>
            </p:nvSpPr>
            <p:spPr>
              <a:xfrm>
                <a:off x="413250" y="1792400"/>
                <a:ext cx="7403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5" h="29615" extrusionOk="0">
                    <a:moveTo>
                      <a:pt x="14810" y="1"/>
                    </a:moveTo>
                    <a:cubicBezTo>
                      <a:pt x="6631" y="1"/>
                      <a:pt x="1" y="6631"/>
                      <a:pt x="1" y="14809"/>
                    </a:cubicBezTo>
                    <a:cubicBezTo>
                      <a:pt x="1" y="22988"/>
                      <a:pt x="6631" y="29615"/>
                      <a:pt x="14810" y="29615"/>
                    </a:cubicBezTo>
                    <a:cubicBezTo>
                      <a:pt x="22988" y="29615"/>
                      <a:pt x="29615" y="22988"/>
                      <a:pt x="29615" y="14809"/>
                    </a:cubicBezTo>
                    <a:cubicBezTo>
                      <a:pt x="29615" y="6631"/>
                      <a:pt x="22988" y="1"/>
                      <a:pt x="1481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24" name="Google Shape;4124;p71"/>
              <p:cNvSpPr/>
              <p:nvPr/>
            </p:nvSpPr>
            <p:spPr>
              <a:xfrm>
                <a:off x="238125" y="1617275"/>
                <a:ext cx="1090750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30" h="50958" extrusionOk="0">
                    <a:moveTo>
                      <a:pt x="21815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11" y="22289"/>
                      <a:pt x="401" y="22672"/>
                      <a:pt x="879" y="22672"/>
                    </a:cubicBezTo>
                    <a:cubicBezTo>
                      <a:pt x="1354" y="22672"/>
                      <a:pt x="1744" y="22289"/>
                      <a:pt x="1755" y="21814"/>
                    </a:cubicBezTo>
                    <a:cubicBezTo>
                      <a:pt x="1755" y="10757"/>
                      <a:pt x="10753" y="1755"/>
                      <a:pt x="21811" y="1755"/>
                    </a:cubicBezTo>
                    <a:cubicBezTo>
                      <a:pt x="32869" y="1755"/>
                      <a:pt x="41870" y="10753"/>
                      <a:pt x="41870" y="21814"/>
                    </a:cubicBezTo>
                    <a:cubicBezTo>
                      <a:pt x="41870" y="32872"/>
                      <a:pt x="32872" y="41870"/>
                      <a:pt x="21815" y="41870"/>
                    </a:cubicBezTo>
                    <a:cubicBezTo>
                      <a:pt x="21329" y="41870"/>
                      <a:pt x="20935" y="42263"/>
                      <a:pt x="20935" y="42750"/>
                    </a:cubicBezTo>
                    <a:lnTo>
                      <a:pt x="20935" y="50957"/>
                    </a:lnTo>
                    <a:lnTo>
                      <a:pt x="22694" y="50942"/>
                    </a:lnTo>
                    <a:lnTo>
                      <a:pt x="22694" y="43610"/>
                    </a:lnTo>
                    <a:cubicBezTo>
                      <a:pt x="34316" y="43147"/>
                      <a:pt x="43629" y="33547"/>
                      <a:pt x="43626" y="21814"/>
                    </a:cubicBezTo>
                    <a:cubicBezTo>
                      <a:pt x="43626" y="9785"/>
                      <a:pt x="33841" y="0"/>
                      <a:pt x="21815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25" name="Google Shape;4125;p71"/>
              <p:cNvSpPr/>
              <p:nvPr/>
            </p:nvSpPr>
            <p:spPr>
              <a:xfrm>
                <a:off x="633750" y="2771175"/>
                <a:ext cx="3009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6932" extrusionOk="0">
                    <a:moveTo>
                      <a:pt x="11088" y="1"/>
                    </a:moveTo>
                    <a:cubicBezTo>
                      <a:pt x="10863" y="1"/>
                      <a:pt x="10637" y="87"/>
                      <a:pt x="10465" y="260"/>
                    </a:cubicBezTo>
                    <a:lnTo>
                      <a:pt x="6869" y="3859"/>
                    </a:lnTo>
                    <a:lnTo>
                      <a:pt x="5982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5" y="102"/>
                      <a:pt x="990" y="102"/>
                    </a:cubicBezTo>
                    <a:cubicBezTo>
                      <a:pt x="731" y="102"/>
                      <a:pt x="475" y="214"/>
                      <a:pt x="298" y="427"/>
                    </a:cubicBezTo>
                    <a:cubicBezTo>
                      <a:pt x="1" y="783"/>
                      <a:pt x="27" y="1306"/>
                      <a:pt x="353" y="1636"/>
                    </a:cubicBezTo>
                    <a:lnTo>
                      <a:pt x="5389" y="6675"/>
                    </a:lnTo>
                    <a:cubicBezTo>
                      <a:pt x="5561" y="6846"/>
                      <a:pt x="5786" y="6931"/>
                      <a:pt x="6010" y="6931"/>
                    </a:cubicBezTo>
                    <a:cubicBezTo>
                      <a:pt x="6235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9" y="1250"/>
                      <a:pt x="12038" y="668"/>
                      <a:pt x="11711" y="260"/>
                    </a:cubicBezTo>
                    <a:cubicBezTo>
                      <a:pt x="11539" y="87"/>
                      <a:pt x="11313" y="1"/>
                      <a:pt x="1108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26" name="Google Shape;4126;p71"/>
          <p:cNvGrpSpPr/>
          <p:nvPr/>
        </p:nvGrpSpPr>
        <p:grpSpPr>
          <a:xfrm>
            <a:off x="9125397" y="3034844"/>
            <a:ext cx="2105395" cy="696307"/>
            <a:chOff x="6853641" y="2534077"/>
            <a:chExt cx="1515545" cy="501229"/>
          </a:xfrm>
        </p:grpSpPr>
        <p:grpSp>
          <p:nvGrpSpPr>
            <p:cNvPr id="4127" name="Google Shape;4127;p71"/>
            <p:cNvGrpSpPr/>
            <p:nvPr/>
          </p:nvGrpSpPr>
          <p:grpSpPr>
            <a:xfrm>
              <a:off x="6853641" y="2618923"/>
              <a:ext cx="1515545" cy="324556"/>
              <a:chOff x="6853641" y="2618923"/>
              <a:chExt cx="1515545" cy="324556"/>
            </a:xfrm>
          </p:grpSpPr>
          <p:sp>
            <p:nvSpPr>
              <p:cNvPr id="4128" name="Google Shape;4128;p71"/>
              <p:cNvSpPr/>
              <p:nvPr/>
            </p:nvSpPr>
            <p:spPr>
              <a:xfrm>
                <a:off x="7747010" y="2781222"/>
                <a:ext cx="324578" cy="162258"/>
              </a:xfrm>
              <a:custGeom>
                <a:avLst/>
                <a:gdLst/>
                <a:ahLst/>
                <a:cxnLst/>
                <a:rect l="l" t="t" r="r" b="b"/>
                <a:pathLst>
                  <a:path w="7904" h="3951" extrusionOk="0">
                    <a:moveTo>
                      <a:pt x="1" y="0"/>
                    </a:moveTo>
                    <a:cubicBezTo>
                      <a:pt x="1" y="540"/>
                      <a:pt x="113" y="1075"/>
                      <a:pt x="327" y="1571"/>
                    </a:cubicBezTo>
                    <a:cubicBezTo>
                      <a:pt x="938" y="2971"/>
                      <a:pt x="2332" y="3951"/>
                      <a:pt x="3953" y="3951"/>
                    </a:cubicBezTo>
                    <a:cubicBezTo>
                      <a:pt x="6132" y="3951"/>
                      <a:pt x="7903" y="2178"/>
                      <a:pt x="7903" y="0"/>
                    </a:cubicBezTo>
                    <a:lnTo>
                      <a:pt x="7248" y="0"/>
                    </a:lnTo>
                    <a:cubicBezTo>
                      <a:pt x="7248" y="1818"/>
                      <a:pt x="5770" y="3296"/>
                      <a:pt x="3953" y="3296"/>
                    </a:cubicBezTo>
                    <a:cubicBezTo>
                      <a:pt x="2135" y="3296"/>
                      <a:pt x="657" y="1818"/>
                      <a:pt x="657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29" name="Google Shape;4129;p71"/>
              <p:cNvSpPr/>
              <p:nvPr/>
            </p:nvSpPr>
            <p:spPr>
              <a:xfrm>
                <a:off x="7449412" y="2618923"/>
                <a:ext cx="324496" cy="162258"/>
              </a:xfrm>
              <a:custGeom>
                <a:avLst/>
                <a:gdLst/>
                <a:ahLst/>
                <a:cxnLst/>
                <a:rect l="l" t="t" r="r" b="b"/>
                <a:pathLst>
                  <a:path w="7902" h="3951" extrusionOk="0">
                    <a:moveTo>
                      <a:pt x="3951" y="0"/>
                    </a:moveTo>
                    <a:cubicBezTo>
                      <a:pt x="2330" y="0"/>
                      <a:pt x="935" y="982"/>
                      <a:pt x="327" y="2380"/>
                    </a:cubicBezTo>
                    <a:cubicBezTo>
                      <a:pt x="111" y="2874"/>
                      <a:pt x="0" y="3409"/>
                      <a:pt x="0" y="3951"/>
                    </a:cubicBezTo>
                    <a:lnTo>
                      <a:pt x="653" y="3951"/>
                    </a:lnTo>
                    <a:cubicBezTo>
                      <a:pt x="653" y="2135"/>
                      <a:pt x="2133" y="657"/>
                      <a:pt x="3951" y="657"/>
                    </a:cubicBezTo>
                    <a:cubicBezTo>
                      <a:pt x="5767" y="657"/>
                      <a:pt x="7246" y="2135"/>
                      <a:pt x="7246" y="3951"/>
                    </a:cubicBezTo>
                    <a:lnTo>
                      <a:pt x="7901" y="3951"/>
                    </a:lnTo>
                    <a:cubicBezTo>
                      <a:pt x="7901" y="3411"/>
                      <a:pt x="7791" y="2876"/>
                      <a:pt x="7574" y="2381"/>
                    </a:cubicBezTo>
                    <a:cubicBezTo>
                      <a:pt x="6966" y="982"/>
                      <a:pt x="5571" y="0"/>
                      <a:pt x="395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30" name="Google Shape;4130;p71"/>
              <p:cNvSpPr/>
              <p:nvPr/>
            </p:nvSpPr>
            <p:spPr>
              <a:xfrm>
                <a:off x="6853641" y="2618923"/>
                <a:ext cx="324824" cy="162792"/>
              </a:xfrm>
              <a:custGeom>
                <a:avLst/>
                <a:gdLst/>
                <a:ahLst/>
                <a:cxnLst/>
                <a:rect l="l" t="t" r="r" b="b"/>
                <a:pathLst>
                  <a:path w="7910" h="3964" extrusionOk="0">
                    <a:moveTo>
                      <a:pt x="3958" y="0"/>
                    </a:moveTo>
                    <a:cubicBezTo>
                      <a:pt x="3954" y="0"/>
                      <a:pt x="3950" y="0"/>
                      <a:pt x="3946" y="0"/>
                    </a:cubicBezTo>
                    <a:cubicBezTo>
                      <a:pt x="1768" y="6"/>
                      <a:pt x="0" y="1784"/>
                      <a:pt x="6" y="3963"/>
                    </a:cubicBezTo>
                    <a:lnTo>
                      <a:pt x="661" y="3962"/>
                    </a:lnTo>
                    <a:cubicBezTo>
                      <a:pt x="657" y="2144"/>
                      <a:pt x="2131" y="661"/>
                      <a:pt x="3947" y="655"/>
                    </a:cubicBezTo>
                    <a:cubicBezTo>
                      <a:pt x="3951" y="655"/>
                      <a:pt x="3955" y="655"/>
                      <a:pt x="3959" y="655"/>
                    </a:cubicBezTo>
                    <a:cubicBezTo>
                      <a:pt x="5771" y="655"/>
                      <a:pt x="7248" y="2127"/>
                      <a:pt x="7254" y="3939"/>
                    </a:cubicBezTo>
                    <a:lnTo>
                      <a:pt x="7256" y="3939"/>
                    </a:lnTo>
                    <a:lnTo>
                      <a:pt x="7909" y="3938"/>
                    </a:lnTo>
                    <a:cubicBezTo>
                      <a:pt x="7907" y="3398"/>
                      <a:pt x="7795" y="2863"/>
                      <a:pt x="7578" y="2368"/>
                    </a:cubicBezTo>
                    <a:cubicBezTo>
                      <a:pt x="6966" y="976"/>
                      <a:pt x="5573" y="0"/>
                      <a:pt x="3958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31" name="Google Shape;4131;p71"/>
              <p:cNvSpPr/>
              <p:nvPr/>
            </p:nvSpPr>
            <p:spPr>
              <a:xfrm>
                <a:off x="7151691" y="2781222"/>
                <a:ext cx="324578" cy="162258"/>
              </a:xfrm>
              <a:custGeom>
                <a:avLst/>
                <a:gdLst/>
                <a:ahLst/>
                <a:cxnLst/>
                <a:rect l="l" t="t" r="r" b="b"/>
                <a:pathLst>
                  <a:path w="7904" h="3951" extrusionOk="0">
                    <a:moveTo>
                      <a:pt x="1" y="0"/>
                    </a:moveTo>
                    <a:cubicBezTo>
                      <a:pt x="1" y="540"/>
                      <a:pt x="111" y="1075"/>
                      <a:pt x="328" y="1571"/>
                    </a:cubicBezTo>
                    <a:cubicBezTo>
                      <a:pt x="938" y="2971"/>
                      <a:pt x="2332" y="3951"/>
                      <a:pt x="3953" y="3951"/>
                    </a:cubicBezTo>
                    <a:cubicBezTo>
                      <a:pt x="5574" y="3951"/>
                      <a:pt x="6967" y="2971"/>
                      <a:pt x="7575" y="1573"/>
                    </a:cubicBezTo>
                    <a:cubicBezTo>
                      <a:pt x="7791" y="1076"/>
                      <a:pt x="7903" y="541"/>
                      <a:pt x="7903" y="0"/>
                    </a:cubicBezTo>
                    <a:lnTo>
                      <a:pt x="7249" y="0"/>
                    </a:lnTo>
                    <a:cubicBezTo>
                      <a:pt x="7249" y="1818"/>
                      <a:pt x="5770" y="3296"/>
                      <a:pt x="3953" y="3296"/>
                    </a:cubicBezTo>
                    <a:cubicBezTo>
                      <a:pt x="2135" y="3296"/>
                      <a:pt x="657" y="1818"/>
                      <a:pt x="657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32" name="Google Shape;4132;p71"/>
              <p:cNvSpPr/>
              <p:nvPr/>
            </p:nvSpPr>
            <p:spPr>
              <a:xfrm>
                <a:off x="8044362" y="2618923"/>
                <a:ext cx="324824" cy="162792"/>
              </a:xfrm>
              <a:custGeom>
                <a:avLst/>
                <a:gdLst/>
                <a:ahLst/>
                <a:cxnLst/>
                <a:rect l="l" t="t" r="r" b="b"/>
                <a:pathLst>
                  <a:path w="7910" h="3964" extrusionOk="0">
                    <a:moveTo>
                      <a:pt x="3959" y="0"/>
                    </a:moveTo>
                    <a:cubicBezTo>
                      <a:pt x="3955" y="0"/>
                      <a:pt x="3951" y="0"/>
                      <a:pt x="3947" y="0"/>
                    </a:cubicBezTo>
                    <a:cubicBezTo>
                      <a:pt x="1769" y="8"/>
                      <a:pt x="1" y="1786"/>
                      <a:pt x="7" y="3963"/>
                    </a:cubicBezTo>
                    <a:lnTo>
                      <a:pt x="664" y="3962"/>
                    </a:lnTo>
                    <a:cubicBezTo>
                      <a:pt x="658" y="2144"/>
                      <a:pt x="2132" y="661"/>
                      <a:pt x="3948" y="657"/>
                    </a:cubicBezTo>
                    <a:cubicBezTo>
                      <a:pt x="3952" y="657"/>
                      <a:pt x="3956" y="657"/>
                      <a:pt x="3960" y="657"/>
                    </a:cubicBezTo>
                    <a:cubicBezTo>
                      <a:pt x="5772" y="657"/>
                      <a:pt x="7249" y="2127"/>
                      <a:pt x="7255" y="3941"/>
                    </a:cubicBezTo>
                    <a:lnTo>
                      <a:pt x="7257" y="3941"/>
                    </a:lnTo>
                    <a:lnTo>
                      <a:pt x="7910" y="3939"/>
                    </a:lnTo>
                    <a:cubicBezTo>
                      <a:pt x="7908" y="3398"/>
                      <a:pt x="7796" y="2865"/>
                      <a:pt x="7578" y="2370"/>
                    </a:cubicBezTo>
                    <a:cubicBezTo>
                      <a:pt x="6967" y="976"/>
                      <a:pt x="5574" y="0"/>
                      <a:pt x="3959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33" name="Google Shape;4133;p71"/>
            <p:cNvSpPr/>
            <p:nvPr/>
          </p:nvSpPr>
          <p:spPr>
            <a:xfrm>
              <a:off x="6899264" y="2673830"/>
              <a:ext cx="225242" cy="361476"/>
            </a:xfrm>
            <a:custGeom>
              <a:avLst/>
              <a:gdLst/>
              <a:ahLst/>
              <a:cxnLst/>
              <a:rect l="l" t="t" r="r" b="b"/>
              <a:pathLst>
                <a:path w="5485" h="8802" extrusionOk="0">
                  <a:moveTo>
                    <a:pt x="2798" y="1197"/>
                  </a:moveTo>
                  <a:cubicBezTo>
                    <a:pt x="2989" y="1197"/>
                    <a:pt x="3183" y="1234"/>
                    <a:pt x="3366" y="1310"/>
                  </a:cubicBezTo>
                  <a:cubicBezTo>
                    <a:pt x="3924" y="1542"/>
                    <a:pt x="4287" y="2085"/>
                    <a:pt x="4287" y="2689"/>
                  </a:cubicBezTo>
                  <a:cubicBezTo>
                    <a:pt x="4287" y="3512"/>
                    <a:pt x="3619" y="4178"/>
                    <a:pt x="2796" y="4180"/>
                  </a:cubicBezTo>
                  <a:cubicBezTo>
                    <a:pt x="2194" y="4180"/>
                    <a:pt x="1650" y="3816"/>
                    <a:pt x="1419" y="3259"/>
                  </a:cubicBezTo>
                  <a:cubicBezTo>
                    <a:pt x="1189" y="2702"/>
                    <a:pt x="1317" y="2061"/>
                    <a:pt x="1743" y="1634"/>
                  </a:cubicBezTo>
                  <a:cubicBezTo>
                    <a:pt x="2028" y="1348"/>
                    <a:pt x="2410" y="1197"/>
                    <a:pt x="2798" y="1197"/>
                  </a:cubicBezTo>
                  <a:close/>
                  <a:moveTo>
                    <a:pt x="2796" y="1"/>
                  </a:moveTo>
                  <a:cubicBezTo>
                    <a:pt x="2254" y="1"/>
                    <a:pt x="1714" y="165"/>
                    <a:pt x="1253" y="489"/>
                  </a:cubicBezTo>
                  <a:cubicBezTo>
                    <a:pt x="433" y="1063"/>
                    <a:pt x="0" y="2048"/>
                    <a:pt x="132" y="3043"/>
                  </a:cubicBezTo>
                  <a:cubicBezTo>
                    <a:pt x="263" y="4037"/>
                    <a:pt x="937" y="4875"/>
                    <a:pt x="1880" y="5216"/>
                  </a:cubicBezTo>
                  <a:lnTo>
                    <a:pt x="1880" y="6705"/>
                  </a:lnTo>
                  <a:lnTo>
                    <a:pt x="1067" y="6705"/>
                  </a:lnTo>
                  <a:lnTo>
                    <a:pt x="2723" y="8801"/>
                  </a:lnTo>
                  <a:lnTo>
                    <a:pt x="4377" y="6705"/>
                  </a:lnTo>
                  <a:lnTo>
                    <a:pt x="3563" y="6705"/>
                  </a:lnTo>
                  <a:lnTo>
                    <a:pt x="3563" y="5265"/>
                  </a:lnTo>
                  <a:cubicBezTo>
                    <a:pt x="4703" y="4926"/>
                    <a:pt x="5485" y="3877"/>
                    <a:pt x="5485" y="2689"/>
                  </a:cubicBezTo>
                  <a:cubicBezTo>
                    <a:pt x="5485" y="1685"/>
                    <a:pt x="4926" y="766"/>
                    <a:pt x="4037" y="304"/>
                  </a:cubicBezTo>
                  <a:cubicBezTo>
                    <a:pt x="3647" y="101"/>
                    <a:pt x="3221" y="1"/>
                    <a:pt x="279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34" name="Google Shape;4134;p71"/>
            <p:cNvSpPr/>
            <p:nvPr/>
          </p:nvSpPr>
          <p:spPr>
            <a:xfrm>
              <a:off x="7198259" y="2534077"/>
              <a:ext cx="235261" cy="360532"/>
            </a:xfrm>
            <a:custGeom>
              <a:avLst/>
              <a:gdLst/>
              <a:ahLst/>
              <a:cxnLst/>
              <a:rect l="l" t="t" r="r" b="b"/>
              <a:pathLst>
                <a:path w="5729" h="8779" extrusionOk="0">
                  <a:moveTo>
                    <a:pt x="2858" y="4600"/>
                  </a:moveTo>
                  <a:cubicBezTo>
                    <a:pt x="3050" y="4600"/>
                    <a:pt x="3243" y="4637"/>
                    <a:pt x="3427" y="4713"/>
                  </a:cubicBezTo>
                  <a:cubicBezTo>
                    <a:pt x="3985" y="4945"/>
                    <a:pt x="4347" y="5488"/>
                    <a:pt x="4347" y="6092"/>
                  </a:cubicBezTo>
                  <a:cubicBezTo>
                    <a:pt x="4347" y="6915"/>
                    <a:pt x="3679" y="7581"/>
                    <a:pt x="2856" y="7583"/>
                  </a:cubicBezTo>
                  <a:cubicBezTo>
                    <a:pt x="2254" y="7583"/>
                    <a:pt x="1709" y="7219"/>
                    <a:pt x="1479" y="6662"/>
                  </a:cubicBezTo>
                  <a:cubicBezTo>
                    <a:pt x="1248" y="6105"/>
                    <a:pt x="1376" y="5464"/>
                    <a:pt x="1802" y="5037"/>
                  </a:cubicBezTo>
                  <a:cubicBezTo>
                    <a:pt x="2087" y="4751"/>
                    <a:pt x="2469" y="4600"/>
                    <a:pt x="2858" y="4600"/>
                  </a:cubicBezTo>
                  <a:close/>
                  <a:moveTo>
                    <a:pt x="2883" y="0"/>
                  </a:moveTo>
                  <a:lnTo>
                    <a:pt x="1227" y="2097"/>
                  </a:lnTo>
                  <a:lnTo>
                    <a:pt x="2041" y="2097"/>
                  </a:lnTo>
                  <a:lnTo>
                    <a:pt x="2041" y="3530"/>
                  </a:lnTo>
                  <a:cubicBezTo>
                    <a:pt x="782" y="3930"/>
                    <a:pt x="1" y="5184"/>
                    <a:pt x="196" y="6491"/>
                  </a:cubicBezTo>
                  <a:cubicBezTo>
                    <a:pt x="393" y="7796"/>
                    <a:pt x="1507" y="8766"/>
                    <a:pt x="2827" y="8779"/>
                  </a:cubicBezTo>
                  <a:cubicBezTo>
                    <a:pt x="2837" y="8779"/>
                    <a:pt x="2847" y="8779"/>
                    <a:pt x="2857" y="8779"/>
                  </a:cubicBezTo>
                  <a:cubicBezTo>
                    <a:pt x="4165" y="8779"/>
                    <a:pt x="5285" y="7837"/>
                    <a:pt x="5506" y="6545"/>
                  </a:cubicBezTo>
                  <a:cubicBezTo>
                    <a:pt x="5729" y="5245"/>
                    <a:pt x="4974" y="3973"/>
                    <a:pt x="3724" y="3547"/>
                  </a:cubicBezTo>
                  <a:lnTo>
                    <a:pt x="3724" y="2097"/>
                  </a:lnTo>
                  <a:lnTo>
                    <a:pt x="4539" y="2097"/>
                  </a:lnTo>
                  <a:lnTo>
                    <a:pt x="2883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35" name="Google Shape;4135;p71"/>
            <p:cNvSpPr/>
            <p:nvPr/>
          </p:nvSpPr>
          <p:spPr>
            <a:xfrm>
              <a:off x="7493639" y="2673830"/>
              <a:ext cx="225200" cy="361476"/>
            </a:xfrm>
            <a:custGeom>
              <a:avLst/>
              <a:gdLst/>
              <a:ahLst/>
              <a:cxnLst/>
              <a:rect l="l" t="t" r="r" b="b"/>
              <a:pathLst>
                <a:path w="5484" h="8802" extrusionOk="0">
                  <a:moveTo>
                    <a:pt x="2796" y="1197"/>
                  </a:moveTo>
                  <a:cubicBezTo>
                    <a:pt x="2988" y="1197"/>
                    <a:pt x="3181" y="1234"/>
                    <a:pt x="3365" y="1310"/>
                  </a:cubicBezTo>
                  <a:cubicBezTo>
                    <a:pt x="3922" y="1542"/>
                    <a:pt x="4286" y="2085"/>
                    <a:pt x="4286" y="2689"/>
                  </a:cubicBezTo>
                  <a:cubicBezTo>
                    <a:pt x="4284" y="3512"/>
                    <a:pt x="3618" y="4178"/>
                    <a:pt x="2795" y="4180"/>
                  </a:cubicBezTo>
                  <a:cubicBezTo>
                    <a:pt x="2191" y="4180"/>
                    <a:pt x="1649" y="3816"/>
                    <a:pt x="1418" y="3259"/>
                  </a:cubicBezTo>
                  <a:cubicBezTo>
                    <a:pt x="1187" y="2702"/>
                    <a:pt x="1314" y="2061"/>
                    <a:pt x="1740" y="1634"/>
                  </a:cubicBezTo>
                  <a:cubicBezTo>
                    <a:pt x="2026" y="1348"/>
                    <a:pt x="2408" y="1197"/>
                    <a:pt x="2796" y="1197"/>
                  </a:cubicBezTo>
                  <a:close/>
                  <a:moveTo>
                    <a:pt x="2794" y="1"/>
                  </a:moveTo>
                  <a:cubicBezTo>
                    <a:pt x="2254" y="1"/>
                    <a:pt x="1717" y="163"/>
                    <a:pt x="1258" y="484"/>
                  </a:cubicBezTo>
                  <a:cubicBezTo>
                    <a:pt x="436" y="1055"/>
                    <a:pt x="1" y="2037"/>
                    <a:pt x="127" y="3030"/>
                  </a:cubicBezTo>
                  <a:cubicBezTo>
                    <a:pt x="255" y="4023"/>
                    <a:pt x="923" y="4863"/>
                    <a:pt x="1862" y="5211"/>
                  </a:cubicBezTo>
                  <a:lnTo>
                    <a:pt x="1862" y="6705"/>
                  </a:lnTo>
                  <a:lnTo>
                    <a:pt x="1048" y="6705"/>
                  </a:lnTo>
                  <a:lnTo>
                    <a:pt x="2704" y="8801"/>
                  </a:lnTo>
                  <a:lnTo>
                    <a:pt x="4360" y="6705"/>
                  </a:lnTo>
                  <a:lnTo>
                    <a:pt x="3545" y="6705"/>
                  </a:lnTo>
                  <a:lnTo>
                    <a:pt x="3545" y="5270"/>
                  </a:lnTo>
                  <a:cubicBezTo>
                    <a:pt x="4693" y="4935"/>
                    <a:pt x="5484" y="3883"/>
                    <a:pt x="5484" y="2689"/>
                  </a:cubicBezTo>
                  <a:cubicBezTo>
                    <a:pt x="5482" y="1688"/>
                    <a:pt x="4927" y="769"/>
                    <a:pt x="4039" y="306"/>
                  </a:cubicBezTo>
                  <a:cubicBezTo>
                    <a:pt x="3647" y="102"/>
                    <a:pt x="3220" y="1"/>
                    <a:pt x="279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36" name="Google Shape;4136;p71"/>
            <p:cNvSpPr/>
            <p:nvPr/>
          </p:nvSpPr>
          <p:spPr>
            <a:xfrm>
              <a:off x="7792387" y="2534077"/>
              <a:ext cx="235261" cy="360532"/>
            </a:xfrm>
            <a:custGeom>
              <a:avLst/>
              <a:gdLst/>
              <a:ahLst/>
              <a:cxnLst/>
              <a:rect l="l" t="t" r="r" b="b"/>
              <a:pathLst>
                <a:path w="5729" h="8779" extrusionOk="0">
                  <a:moveTo>
                    <a:pt x="2861" y="4601"/>
                  </a:moveTo>
                  <a:cubicBezTo>
                    <a:pt x="3053" y="4601"/>
                    <a:pt x="3247" y="4638"/>
                    <a:pt x="3431" y="4715"/>
                  </a:cubicBezTo>
                  <a:cubicBezTo>
                    <a:pt x="3988" y="4945"/>
                    <a:pt x="4351" y="5488"/>
                    <a:pt x="4351" y="6092"/>
                  </a:cubicBezTo>
                  <a:cubicBezTo>
                    <a:pt x="4350" y="6915"/>
                    <a:pt x="3684" y="7581"/>
                    <a:pt x="2861" y="7583"/>
                  </a:cubicBezTo>
                  <a:cubicBezTo>
                    <a:pt x="2259" y="7583"/>
                    <a:pt x="1714" y="7219"/>
                    <a:pt x="1483" y="6662"/>
                  </a:cubicBezTo>
                  <a:cubicBezTo>
                    <a:pt x="1253" y="6105"/>
                    <a:pt x="1381" y="5464"/>
                    <a:pt x="1807" y="5038"/>
                  </a:cubicBezTo>
                  <a:cubicBezTo>
                    <a:pt x="2092" y="4752"/>
                    <a:pt x="2473" y="4601"/>
                    <a:pt x="2861" y="4601"/>
                  </a:cubicBezTo>
                  <a:close/>
                  <a:moveTo>
                    <a:pt x="2870" y="0"/>
                  </a:moveTo>
                  <a:lnTo>
                    <a:pt x="1214" y="2097"/>
                  </a:lnTo>
                  <a:lnTo>
                    <a:pt x="2028" y="2097"/>
                  </a:lnTo>
                  <a:lnTo>
                    <a:pt x="2028" y="3536"/>
                  </a:lnTo>
                  <a:cubicBezTo>
                    <a:pt x="773" y="3944"/>
                    <a:pt x="1" y="5205"/>
                    <a:pt x="204" y="6508"/>
                  </a:cubicBezTo>
                  <a:cubicBezTo>
                    <a:pt x="409" y="7813"/>
                    <a:pt x="1532" y="8776"/>
                    <a:pt x="2851" y="8779"/>
                  </a:cubicBezTo>
                  <a:cubicBezTo>
                    <a:pt x="2854" y="8779"/>
                    <a:pt x="2858" y="8779"/>
                    <a:pt x="2861" y="8779"/>
                  </a:cubicBezTo>
                  <a:cubicBezTo>
                    <a:pt x="4178" y="8779"/>
                    <a:pt x="5300" y="7828"/>
                    <a:pt x="5514" y="6527"/>
                  </a:cubicBezTo>
                  <a:cubicBezTo>
                    <a:pt x="5729" y="5225"/>
                    <a:pt x="4965" y="3959"/>
                    <a:pt x="3713" y="3543"/>
                  </a:cubicBezTo>
                  <a:lnTo>
                    <a:pt x="3713" y="2097"/>
                  </a:lnTo>
                  <a:lnTo>
                    <a:pt x="4526" y="2097"/>
                  </a:lnTo>
                  <a:lnTo>
                    <a:pt x="2870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37" name="Google Shape;4137;p71"/>
            <p:cNvSpPr/>
            <p:nvPr/>
          </p:nvSpPr>
          <p:spPr>
            <a:xfrm>
              <a:off x="8090150" y="2673789"/>
              <a:ext cx="225857" cy="361517"/>
            </a:xfrm>
            <a:custGeom>
              <a:avLst/>
              <a:gdLst/>
              <a:ahLst/>
              <a:cxnLst/>
              <a:rect l="l" t="t" r="r" b="b"/>
              <a:pathLst>
                <a:path w="5500" h="8803" extrusionOk="0">
                  <a:moveTo>
                    <a:pt x="2811" y="1198"/>
                  </a:moveTo>
                  <a:cubicBezTo>
                    <a:pt x="3003" y="1198"/>
                    <a:pt x="3197" y="1235"/>
                    <a:pt x="3381" y="1311"/>
                  </a:cubicBezTo>
                  <a:cubicBezTo>
                    <a:pt x="3938" y="1543"/>
                    <a:pt x="4302" y="2086"/>
                    <a:pt x="4302" y="2690"/>
                  </a:cubicBezTo>
                  <a:cubicBezTo>
                    <a:pt x="4300" y="3513"/>
                    <a:pt x="3634" y="4179"/>
                    <a:pt x="2811" y="4181"/>
                  </a:cubicBezTo>
                  <a:cubicBezTo>
                    <a:pt x="2209" y="4181"/>
                    <a:pt x="1664" y="3817"/>
                    <a:pt x="1434" y="3260"/>
                  </a:cubicBezTo>
                  <a:cubicBezTo>
                    <a:pt x="1203" y="2703"/>
                    <a:pt x="1330" y="2062"/>
                    <a:pt x="1757" y="1635"/>
                  </a:cubicBezTo>
                  <a:cubicBezTo>
                    <a:pt x="2042" y="1349"/>
                    <a:pt x="2423" y="1198"/>
                    <a:pt x="2811" y="1198"/>
                  </a:cubicBezTo>
                  <a:close/>
                  <a:moveTo>
                    <a:pt x="2812" y="1"/>
                  </a:moveTo>
                  <a:cubicBezTo>
                    <a:pt x="2257" y="1"/>
                    <a:pt x="1706" y="172"/>
                    <a:pt x="1238" y="509"/>
                  </a:cubicBezTo>
                  <a:cubicBezTo>
                    <a:pt x="420" y="1098"/>
                    <a:pt x="1" y="2097"/>
                    <a:pt x="154" y="3095"/>
                  </a:cubicBezTo>
                  <a:cubicBezTo>
                    <a:pt x="306" y="4093"/>
                    <a:pt x="1005" y="4920"/>
                    <a:pt x="1962" y="5239"/>
                  </a:cubicBezTo>
                  <a:lnTo>
                    <a:pt x="1962" y="6706"/>
                  </a:lnTo>
                  <a:lnTo>
                    <a:pt x="1149" y="6706"/>
                  </a:lnTo>
                  <a:lnTo>
                    <a:pt x="2804" y="8802"/>
                  </a:lnTo>
                  <a:lnTo>
                    <a:pt x="4460" y="6706"/>
                  </a:lnTo>
                  <a:lnTo>
                    <a:pt x="3645" y="6706"/>
                  </a:lnTo>
                  <a:lnTo>
                    <a:pt x="3645" y="5244"/>
                  </a:lnTo>
                  <a:cubicBezTo>
                    <a:pt x="4750" y="4882"/>
                    <a:pt x="5499" y="3852"/>
                    <a:pt x="5499" y="2690"/>
                  </a:cubicBezTo>
                  <a:cubicBezTo>
                    <a:pt x="5499" y="1679"/>
                    <a:pt x="4934" y="755"/>
                    <a:pt x="4036" y="296"/>
                  </a:cubicBezTo>
                  <a:cubicBezTo>
                    <a:pt x="3650" y="98"/>
                    <a:pt x="3230" y="1"/>
                    <a:pt x="28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138" name="Google Shape;4138;p71"/>
          <p:cNvGrpSpPr/>
          <p:nvPr/>
        </p:nvGrpSpPr>
        <p:grpSpPr>
          <a:xfrm>
            <a:off x="4585254" y="4201564"/>
            <a:ext cx="2157301" cy="462155"/>
            <a:chOff x="1808063" y="4294338"/>
            <a:chExt cx="3370782" cy="721817"/>
          </a:xfrm>
        </p:grpSpPr>
        <p:sp>
          <p:nvSpPr>
            <p:cNvPr id="4139" name="Google Shape;4139;p71"/>
            <p:cNvSpPr/>
            <p:nvPr/>
          </p:nvSpPr>
          <p:spPr>
            <a:xfrm>
              <a:off x="1906300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0" name="Google Shape;4140;p71"/>
            <p:cNvSpPr/>
            <p:nvPr/>
          </p:nvSpPr>
          <p:spPr>
            <a:xfrm>
              <a:off x="3795035" y="4655290"/>
              <a:ext cx="721912" cy="360865"/>
            </a:xfrm>
            <a:custGeom>
              <a:avLst/>
              <a:gdLst/>
              <a:ahLst/>
              <a:cxnLst/>
              <a:rect l="l" t="t" r="r" b="b"/>
              <a:pathLst>
                <a:path w="7904" h="3951" extrusionOk="0">
                  <a:moveTo>
                    <a:pt x="1" y="0"/>
                  </a:moveTo>
                  <a:cubicBezTo>
                    <a:pt x="1" y="540"/>
                    <a:pt x="113" y="1075"/>
                    <a:pt x="327" y="1571"/>
                  </a:cubicBezTo>
                  <a:cubicBezTo>
                    <a:pt x="938" y="2971"/>
                    <a:pt x="2332" y="3951"/>
                    <a:pt x="3953" y="3951"/>
                  </a:cubicBezTo>
                  <a:cubicBezTo>
                    <a:pt x="6132" y="3951"/>
                    <a:pt x="7903" y="2178"/>
                    <a:pt x="7903" y="0"/>
                  </a:cubicBezTo>
                  <a:lnTo>
                    <a:pt x="7248" y="0"/>
                  </a:lnTo>
                  <a:cubicBezTo>
                    <a:pt x="7248" y="1818"/>
                    <a:pt x="5770" y="3296"/>
                    <a:pt x="3953" y="3296"/>
                  </a:cubicBezTo>
                  <a:cubicBezTo>
                    <a:pt x="2135" y="3296"/>
                    <a:pt x="657" y="1818"/>
                    <a:pt x="65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1" name="Google Shape;4141;p71"/>
            <p:cNvSpPr/>
            <p:nvPr/>
          </p:nvSpPr>
          <p:spPr>
            <a:xfrm>
              <a:off x="3133137" y="4294338"/>
              <a:ext cx="721729" cy="360865"/>
            </a:xfrm>
            <a:custGeom>
              <a:avLst/>
              <a:gdLst/>
              <a:ahLst/>
              <a:cxnLst/>
              <a:rect l="l" t="t" r="r" b="b"/>
              <a:pathLst>
                <a:path w="7902" h="3951" extrusionOk="0">
                  <a:moveTo>
                    <a:pt x="3951" y="0"/>
                  </a:moveTo>
                  <a:cubicBezTo>
                    <a:pt x="2330" y="0"/>
                    <a:pt x="935" y="982"/>
                    <a:pt x="327" y="2380"/>
                  </a:cubicBezTo>
                  <a:cubicBezTo>
                    <a:pt x="111" y="2874"/>
                    <a:pt x="0" y="3409"/>
                    <a:pt x="0" y="3951"/>
                  </a:cubicBezTo>
                  <a:lnTo>
                    <a:pt x="653" y="3951"/>
                  </a:lnTo>
                  <a:cubicBezTo>
                    <a:pt x="653" y="2135"/>
                    <a:pt x="2133" y="657"/>
                    <a:pt x="3951" y="657"/>
                  </a:cubicBezTo>
                  <a:cubicBezTo>
                    <a:pt x="5767" y="657"/>
                    <a:pt x="7246" y="2135"/>
                    <a:pt x="7246" y="3951"/>
                  </a:cubicBezTo>
                  <a:lnTo>
                    <a:pt x="7901" y="3951"/>
                  </a:lnTo>
                  <a:cubicBezTo>
                    <a:pt x="7901" y="3411"/>
                    <a:pt x="7791" y="2876"/>
                    <a:pt x="7574" y="2381"/>
                  </a:cubicBezTo>
                  <a:cubicBezTo>
                    <a:pt x="6966" y="982"/>
                    <a:pt x="5571" y="0"/>
                    <a:pt x="395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2" name="Google Shape;4142;p71"/>
            <p:cNvSpPr/>
            <p:nvPr/>
          </p:nvSpPr>
          <p:spPr>
            <a:xfrm>
              <a:off x="1808063" y="4294338"/>
              <a:ext cx="722460" cy="362052"/>
            </a:xfrm>
            <a:custGeom>
              <a:avLst/>
              <a:gdLst/>
              <a:ahLst/>
              <a:cxnLst/>
              <a:rect l="l" t="t" r="r" b="b"/>
              <a:pathLst>
                <a:path w="7910" h="3964" extrusionOk="0">
                  <a:moveTo>
                    <a:pt x="3958" y="0"/>
                  </a:moveTo>
                  <a:cubicBezTo>
                    <a:pt x="3954" y="0"/>
                    <a:pt x="3950" y="0"/>
                    <a:pt x="3946" y="0"/>
                  </a:cubicBezTo>
                  <a:cubicBezTo>
                    <a:pt x="1768" y="6"/>
                    <a:pt x="0" y="1784"/>
                    <a:pt x="6" y="3963"/>
                  </a:cubicBezTo>
                  <a:lnTo>
                    <a:pt x="661" y="3962"/>
                  </a:lnTo>
                  <a:cubicBezTo>
                    <a:pt x="657" y="2144"/>
                    <a:pt x="2131" y="661"/>
                    <a:pt x="3947" y="655"/>
                  </a:cubicBezTo>
                  <a:cubicBezTo>
                    <a:pt x="3951" y="655"/>
                    <a:pt x="3955" y="655"/>
                    <a:pt x="3959" y="655"/>
                  </a:cubicBezTo>
                  <a:cubicBezTo>
                    <a:pt x="5771" y="655"/>
                    <a:pt x="7248" y="2127"/>
                    <a:pt x="7254" y="3939"/>
                  </a:cubicBezTo>
                  <a:lnTo>
                    <a:pt x="7256" y="3939"/>
                  </a:lnTo>
                  <a:lnTo>
                    <a:pt x="7909" y="3938"/>
                  </a:lnTo>
                  <a:cubicBezTo>
                    <a:pt x="7907" y="3398"/>
                    <a:pt x="7795" y="2863"/>
                    <a:pt x="7578" y="2368"/>
                  </a:cubicBezTo>
                  <a:cubicBezTo>
                    <a:pt x="6966" y="976"/>
                    <a:pt x="5573" y="0"/>
                    <a:pt x="395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3" name="Google Shape;4143;p71"/>
            <p:cNvSpPr/>
            <p:nvPr/>
          </p:nvSpPr>
          <p:spPr>
            <a:xfrm>
              <a:off x="2470965" y="4655290"/>
              <a:ext cx="721912" cy="360865"/>
            </a:xfrm>
            <a:custGeom>
              <a:avLst/>
              <a:gdLst/>
              <a:ahLst/>
              <a:cxnLst/>
              <a:rect l="l" t="t" r="r" b="b"/>
              <a:pathLst>
                <a:path w="7904" h="3951" extrusionOk="0">
                  <a:moveTo>
                    <a:pt x="1" y="0"/>
                  </a:moveTo>
                  <a:cubicBezTo>
                    <a:pt x="1" y="540"/>
                    <a:pt x="111" y="1075"/>
                    <a:pt x="328" y="1571"/>
                  </a:cubicBezTo>
                  <a:cubicBezTo>
                    <a:pt x="938" y="2971"/>
                    <a:pt x="2332" y="3951"/>
                    <a:pt x="3953" y="3951"/>
                  </a:cubicBezTo>
                  <a:cubicBezTo>
                    <a:pt x="5574" y="3951"/>
                    <a:pt x="6967" y="2971"/>
                    <a:pt x="7575" y="1573"/>
                  </a:cubicBezTo>
                  <a:cubicBezTo>
                    <a:pt x="7791" y="1076"/>
                    <a:pt x="7903" y="541"/>
                    <a:pt x="7903" y="0"/>
                  </a:cubicBezTo>
                  <a:lnTo>
                    <a:pt x="7249" y="0"/>
                  </a:lnTo>
                  <a:cubicBezTo>
                    <a:pt x="7249" y="1818"/>
                    <a:pt x="5770" y="3296"/>
                    <a:pt x="3953" y="3296"/>
                  </a:cubicBezTo>
                  <a:cubicBezTo>
                    <a:pt x="2135" y="3296"/>
                    <a:pt x="657" y="1818"/>
                    <a:pt x="657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4" name="Google Shape;4144;p71"/>
            <p:cNvSpPr/>
            <p:nvPr/>
          </p:nvSpPr>
          <p:spPr>
            <a:xfrm>
              <a:off x="4456385" y="4294338"/>
              <a:ext cx="722460" cy="362052"/>
            </a:xfrm>
            <a:custGeom>
              <a:avLst/>
              <a:gdLst/>
              <a:ahLst/>
              <a:cxnLst/>
              <a:rect l="l" t="t" r="r" b="b"/>
              <a:pathLst>
                <a:path w="7910" h="3964" extrusionOk="0">
                  <a:moveTo>
                    <a:pt x="3959" y="0"/>
                  </a:moveTo>
                  <a:cubicBezTo>
                    <a:pt x="3955" y="0"/>
                    <a:pt x="3951" y="0"/>
                    <a:pt x="3947" y="0"/>
                  </a:cubicBezTo>
                  <a:cubicBezTo>
                    <a:pt x="1769" y="8"/>
                    <a:pt x="1" y="1786"/>
                    <a:pt x="7" y="3963"/>
                  </a:cubicBezTo>
                  <a:lnTo>
                    <a:pt x="664" y="3962"/>
                  </a:lnTo>
                  <a:cubicBezTo>
                    <a:pt x="658" y="2144"/>
                    <a:pt x="2132" y="661"/>
                    <a:pt x="3948" y="657"/>
                  </a:cubicBezTo>
                  <a:cubicBezTo>
                    <a:pt x="3952" y="657"/>
                    <a:pt x="3956" y="657"/>
                    <a:pt x="3960" y="657"/>
                  </a:cubicBezTo>
                  <a:cubicBezTo>
                    <a:pt x="5772" y="657"/>
                    <a:pt x="7249" y="2127"/>
                    <a:pt x="7255" y="3941"/>
                  </a:cubicBezTo>
                  <a:lnTo>
                    <a:pt x="7257" y="3941"/>
                  </a:lnTo>
                  <a:lnTo>
                    <a:pt x="7910" y="3939"/>
                  </a:lnTo>
                  <a:cubicBezTo>
                    <a:pt x="7908" y="3398"/>
                    <a:pt x="7796" y="2865"/>
                    <a:pt x="7578" y="2370"/>
                  </a:cubicBezTo>
                  <a:cubicBezTo>
                    <a:pt x="6967" y="976"/>
                    <a:pt x="5574" y="0"/>
                    <a:pt x="3959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5" name="Google Shape;4145;p71"/>
            <p:cNvSpPr/>
            <p:nvPr/>
          </p:nvSpPr>
          <p:spPr>
            <a:xfrm>
              <a:off x="2568813" y="43514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6" name="Google Shape;4146;p71"/>
            <p:cNvSpPr/>
            <p:nvPr/>
          </p:nvSpPr>
          <p:spPr>
            <a:xfrm>
              <a:off x="3231883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7" name="Google Shape;4147;p71"/>
            <p:cNvSpPr/>
            <p:nvPr/>
          </p:nvSpPr>
          <p:spPr>
            <a:xfrm>
              <a:off x="3894395" y="43514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48" name="Google Shape;4148;p71"/>
            <p:cNvSpPr/>
            <p:nvPr/>
          </p:nvSpPr>
          <p:spPr>
            <a:xfrm>
              <a:off x="4560958" y="4423127"/>
              <a:ext cx="526025" cy="525979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BBCC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149" name="Google Shape;4149;p71"/>
          <p:cNvGrpSpPr/>
          <p:nvPr/>
        </p:nvGrpSpPr>
        <p:grpSpPr>
          <a:xfrm>
            <a:off x="7019915" y="5090565"/>
            <a:ext cx="1889423" cy="467473"/>
            <a:chOff x="4234950" y="2101012"/>
            <a:chExt cx="4219974" cy="1044090"/>
          </a:xfrm>
        </p:grpSpPr>
        <p:sp>
          <p:nvSpPr>
            <p:cNvPr id="4150" name="Google Shape;4150;p71"/>
            <p:cNvSpPr/>
            <p:nvPr/>
          </p:nvSpPr>
          <p:spPr>
            <a:xfrm rot="10800000">
              <a:off x="7528544" y="2218809"/>
              <a:ext cx="826790" cy="826702"/>
            </a:xfrm>
            <a:custGeom>
              <a:avLst/>
              <a:gdLst/>
              <a:ahLst/>
              <a:cxnLst/>
              <a:rect l="l" t="t" r="r" b="b"/>
              <a:pathLst>
                <a:path w="34893" h="34893" extrusionOk="0">
                  <a:moveTo>
                    <a:pt x="1" y="1"/>
                  </a:moveTo>
                  <a:lnTo>
                    <a:pt x="1" y="34892"/>
                  </a:lnTo>
                  <a:lnTo>
                    <a:pt x="34892" y="34892"/>
                  </a:lnTo>
                  <a:lnTo>
                    <a:pt x="34892" y="1"/>
                  </a:ln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1" name="Google Shape;4151;p71"/>
            <p:cNvSpPr/>
            <p:nvPr/>
          </p:nvSpPr>
          <p:spPr>
            <a:xfrm rot="10800000">
              <a:off x="6487595" y="2218809"/>
              <a:ext cx="827572" cy="826702"/>
            </a:xfrm>
            <a:custGeom>
              <a:avLst/>
              <a:gdLst/>
              <a:ahLst/>
              <a:cxnLst/>
              <a:rect l="l" t="t" r="r" b="b"/>
              <a:pathLst>
                <a:path w="34926" h="34893" extrusionOk="0">
                  <a:moveTo>
                    <a:pt x="1" y="1"/>
                  </a:moveTo>
                  <a:lnTo>
                    <a:pt x="1" y="34892"/>
                  </a:lnTo>
                  <a:lnTo>
                    <a:pt x="34926" y="34892"/>
                  </a:lnTo>
                  <a:lnTo>
                    <a:pt x="3492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2" name="Google Shape;4152;p71"/>
            <p:cNvSpPr/>
            <p:nvPr/>
          </p:nvSpPr>
          <p:spPr>
            <a:xfrm rot="10800000">
              <a:off x="5430819" y="2218809"/>
              <a:ext cx="827572" cy="826702"/>
            </a:xfrm>
            <a:custGeom>
              <a:avLst/>
              <a:gdLst/>
              <a:ahLst/>
              <a:cxnLst/>
              <a:rect l="l" t="t" r="r" b="b"/>
              <a:pathLst>
                <a:path w="34926" h="34893" extrusionOk="0">
                  <a:moveTo>
                    <a:pt x="0" y="1"/>
                  </a:moveTo>
                  <a:lnTo>
                    <a:pt x="0" y="34892"/>
                  </a:lnTo>
                  <a:lnTo>
                    <a:pt x="34925" y="34892"/>
                  </a:lnTo>
                  <a:lnTo>
                    <a:pt x="34925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3" name="Google Shape;4153;p71"/>
            <p:cNvSpPr/>
            <p:nvPr/>
          </p:nvSpPr>
          <p:spPr>
            <a:xfrm rot="10800000">
              <a:off x="4374848" y="2218809"/>
              <a:ext cx="826790" cy="826702"/>
            </a:xfrm>
            <a:custGeom>
              <a:avLst/>
              <a:gdLst/>
              <a:ahLst/>
              <a:cxnLst/>
              <a:rect l="l" t="t" r="r" b="b"/>
              <a:pathLst>
                <a:path w="34893" h="34893" extrusionOk="0">
                  <a:moveTo>
                    <a:pt x="1" y="1"/>
                  </a:moveTo>
                  <a:lnTo>
                    <a:pt x="1" y="34892"/>
                  </a:lnTo>
                  <a:lnTo>
                    <a:pt x="34892" y="34892"/>
                  </a:lnTo>
                  <a:lnTo>
                    <a:pt x="34892" y="1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4" name="Google Shape;4154;p71"/>
            <p:cNvSpPr/>
            <p:nvPr/>
          </p:nvSpPr>
          <p:spPr>
            <a:xfrm rot="10800000">
              <a:off x="7410780" y="2622683"/>
              <a:ext cx="1044144" cy="522420"/>
            </a:xfrm>
            <a:custGeom>
              <a:avLst/>
              <a:gdLst/>
              <a:ahLst/>
              <a:cxnLst/>
              <a:rect l="l" t="t" r="r" b="b"/>
              <a:pathLst>
                <a:path w="44066" h="22050" fill="none" extrusionOk="0">
                  <a:moveTo>
                    <a:pt x="1" y="22050"/>
                  </a:moveTo>
                  <a:cubicBezTo>
                    <a:pt x="1" y="9874"/>
                    <a:pt x="9874" y="1"/>
                    <a:pt x="22050" y="1"/>
                  </a:cubicBezTo>
                  <a:cubicBezTo>
                    <a:pt x="34192" y="1"/>
                    <a:pt x="44065" y="9874"/>
                    <a:pt x="44065" y="22050"/>
                  </a:cubicBezTo>
                </a:path>
              </a:pathLst>
            </a:custGeom>
            <a:noFill/>
            <a:ln w="20850" cap="rnd" cmpd="sng">
              <a:solidFill>
                <a:srgbClr val="435D74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5" name="Google Shape;4155;p71"/>
            <p:cNvSpPr/>
            <p:nvPr/>
          </p:nvSpPr>
          <p:spPr>
            <a:xfrm rot="10800000">
              <a:off x="6366656" y="2101012"/>
              <a:ext cx="1044144" cy="521638"/>
            </a:xfrm>
            <a:custGeom>
              <a:avLst/>
              <a:gdLst/>
              <a:ahLst/>
              <a:cxnLst/>
              <a:rect l="l" t="t" r="r" b="b"/>
              <a:pathLst>
                <a:path w="44066" h="22017" fill="none" extrusionOk="0">
                  <a:moveTo>
                    <a:pt x="44065" y="1"/>
                  </a:moveTo>
                  <a:cubicBezTo>
                    <a:pt x="44065" y="12176"/>
                    <a:pt x="34191" y="22016"/>
                    <a:pt x="22049" y="22016"/>
                  </a:cubicBezTo>
                  <a:cubicBezTo>
                    <a:pt x="9874" y="22016"/>
                    <a:pt x="0" y="12176"/>
                    <a:pt x="0" y="1"/>
                  </a:cubicBezTo>
                </a:path>
              </a:pathLst>
            </a:custGeom>
            <a:noFill/>
            <a:ln w="20850" cap="rnd" cmpd="sng">
              <a:solidFill>
                <a:srgbClr val="5F7D95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6" name="Google Shape;4156;p71"/>
            <p:cNvSpPr/>
            <p:nvPr/>
          </p:nvSpPr>
          <p:spPr>
            <a:xfrm rot="10800000">
              <a:off x="5322557" y="2622683"/>
              <a:ext cx="1044120" cy="522420"/>
            </a:xfrm>
            <a:custGeom>
              <a:avLst/>
              <a:gdLst/>
              <a:ahLst/>
              <a:cxnLst/>
              <a:rect l="l" t="t" r="r" b="b"/>
              <a:pathLst>
                <a:path w="44065" h="22050" fill="none" extrusionOk="0">
                  <a:moveTo>
                    <a:pt x="0" y="22050"/>
                  </a:moveTo>
                  <a:cubicBezTo>
                    <a:pt x="0" y="9874"/>
                    <a:pt x="9874" y="1"/>
                    <a:pt x="22049" y="1"/>
                  </a:cubicBezTo>
                  <a:cubicBezTo>
                    <a:pt x="34191" y="1"/>
                    <a:pt x="44065" y="9874"/>
                    <a:pt x="44065" y="22050"/>
                  </a:cubicBezTo>
                </a:path>
              </a:pathLst>
            </a:custGeom>
            <a:noFill/>
            <a:ln w="20850" cap="rnd" cmpd="sng">
              <a:solidFill>
                <a:srgbClr val="869FB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7" name="Google Shape;4157;p71"/>
            <p:cNvSpPr/>
            <p:nvPr/>
          </p:nvSpPr>
          <p:spPr>
            <a:xfrm rot="10800000">
              <a:off x="4278434" y="2101012"/>
              <a:ext cx="1044144" cy="521638"/>
            </a:xfrm>
            <a:custGeom>
              <a:avLst/>
              <a:gdLst/>
              <a:ahLst/>
              <a:cxnLst/>
              <a:rect l="l" t="t" r="r" b="b"/>
              <a:pathLst>
                <a:path w="44066" h="22017" fill="none" extrusionOk="0">
                  <a:moveTo>
                    <a:pt x="44066" y="1"/>
                  </a:moveTo>
                  <a:cubicBezTo>
                    <a:pt x="44066" y="12176"/>
                    <a:pt x="34192" y="22016"/>
                    <a:pt x="22017" y="22016"/>
                  </a:cubicBezTo>
                  <a:cubicBezTo>
                    <a:pt x="9875" y="22016"/>
                    <a:pt x="1" y="12176"/>
                    <a:pt x="1" y="1"/>
                  </a:cubicBezTo>
                </a:path>
              </a:pathLst>
            </a:custGeom>
            <a:noFill/>
            <a:ln w="20850" cap="rnd" cmpd="sng">
              <a:solidFill>
                <a:srgbClr val="BAC8D3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8" name="Google Shape;4158;p71"/>
            <p:cNvSpPr/>
            <p:nvPr/>
          </p:nvSpPr>
          <p:spPr>
            <a:xfrm rot="10800000">
              <a:off x="7367296" y="2570459"/>
              <a:ext cx="86984" cy="86975"/>
            </a:xfrm>
            <a:custGeom>
              <a:avLst/>
              <a:gdLst/>
              <a:ahLst/>
              <a:cxnLst/>
              <a:rect l="l" t="t" r="r" b="b"/>
              <a:pathLst>
                <a:path w="3671" h="3671" extrusionOk="0">
                  <a:moveTo>
                    <a:pt x="1835" y="1"/>
                  </a:moveTo>
                  <a:cubicBezTo>
                    <a:pt x="835" y="1"/>
                    <a:pt x="1" y="835"/>
                    <a:pt x="1" y="1836"/>
                  </a:cubicBezTo>
                  <a:cubicBezTo>
                    <a:pt x="1" y="2870"/>
                    <a:pt x="835" y="3670"/>
                    <a:pt x="1835" y="3670"/>
                  </a:cubicBezTo>
                  <a:cubicBezTo>
                    <a:pt x="2869" y="3670"/>
                    <a:pt x="3670" y="2870"/>
                    <a:pt x="3670" y="1836"/>
                  </a:cubicBezTo>
                  <a:cubicBezTo>
                    <a:pt x="3670" y="835"/>
                    <a:pt x="2836" y="1"/>
                    <a:pt x="1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59" name="Google Shape;4159;p71"/>
            <p:cNvSpPr/>
            <p:nvPr/>
          </p:nvSpPr>
          <p:spPr>
            <a:xfrm rot="10800000">
              <a:off x="6323197" y="2570459"/>
              <a:ext cx="86961" cy="86975"/>
            </a:xfrm>
            <a:custGeom>
              <a:avLst/>
              <a:gdLst/>
              <a:ahLst/>
              <a:cxnLst/>
              <a:rect l="l" t="t" r="r" b="b"/>
              <a:pathLst>
                <a:path w="3670" h="3671" extrusionOk="0">
                  <a:moveTo>
                    <a:pt x="1835" y="1"/>
                  </a:moveTo>
                  <a:cubicBezTo>
                    <a:pt x="834" y="1"/>
                    <a:pt x="1" y="835"/>
                    <a:pt x="1" y="1836"/>
                  </a:cubicBezTo>
                  <a:cubicBezTo>
                    <a:pt x="1" y="2870"/>
                    <a:pt x="834" y="3670"/>
                    <a:pt x="1835" y="3670"/>
                  </a:cubicBezTo>
                  <a:cubicBezTo>
                    <a:pt x="2836" y="3670"/>
                    <a:pt x="3670" y="2870"/>
                    <a:pt x="3670" y="1836"/>
                  </a:cubicBezTo>
                  <a:cubicBezTo>
                    <a:pt x="3670" y="835"/>
                    <a:pt x="2869" y="1"/>
                    <a:pt x="1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0" name="Google Shape;4160;p71"/>
            <p:cNvSpPr/>
            <p:nvPr/>
          </p:nvSpPr>
          <p:spPr>
            <a:xfrm rot="10800000">
              <a:off x="5279073" y="2570459"/>
              <a:ext cx="86961" cy="86975"/>
            </a:xfrm>
            <a:custGeom>
              <a:avLst/>
              <a:gdLst/>
              <a:ahLst/>
              <a:cxnLst/>
              <a:rect l="l" t="t" r="r" b="b"/>
              <a:pathLst>
                <a:path w="3670" h="3671" extrusionOk="0">
                  <a:moveTo>
                    <a:pt x="1835" y="1"/>
                  </a:moveTo>
                  <a:cubicBezTo>
                    <a:pt x="834" y="1"/>
                    <a:pt x="0" y="835"/>
                    <a:pt x="0" y="1836"/>
                  </a:cubicBezTo>
                  <a:cubicBezTo>
                    <a:pt x="0" y="2870"/>
                    <a:pt x="834" y="3670"/>
                    <a:pt x="1835" y="3670"/>
                  </a:cubicBezTo>
                  <a:cubicBezTo>
                    <a:pt x="2836" y="3670"/>
                    <a:pt x="3670" y="2870"/>
                    <a:pt x="3670" y="1836"/>
                  </a:cubicBezTo>
                  <a:cubicBezTo>
                    <a:pt x="3670" y="835"/>
                    <a:pt x="2836" y="1"/>
                    <a:pt x="1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1" name="Google Shape;4161;p71"/>
            <p:cNvSpPr/>
            <p:nvPr/>
          </p:nvSpPr>
          <p:spPr>
            <a:xfrm rot="10800000">
              <a:off x="4234950" y="2570459"/>
              <a:ext cx="86961" cy="86975"/>
            </a:xfrm>
            <a:custGeom>
              <a:avLst/>
              <a:gdLst/>
              <a:ahLst/>
              <a:cxnLst/>
              <a:rect l="l" t="t" r="r" b="b"/>
              <a:pathLst>
                <a:path w="3670" h="3671" extrusionOk="0">
                  <a:moveTo>
                    <a:pt x="1835" y="1"/>
                  </a:moveTo>
                  <a:cubicBezTo>
                    <a:pt x="834" y="1"/>
                    <a:pt x="0" y="835"/>
                    <a:pt x="0" y="1836"/>
                  </a:cubicBezTo>
                  <a:cubicBezTo>
                    <a:pt x="0" y="2870"/>
                    <a:pt x="834" y="3670"/>
                    <a:pt x="1835" y="3670"/>
                  </a:cubicBezTo>
                  <a:cubicBezTo>
                    <a:pt x="2836" y="3670"/>
                    <a:pt x="3669" y="2870"/>
                    <a:pt x="3669" y="1836"/>
                  </a:cubicBezTo>
                  <a:cubicBezTo>
                    <a:pt x="3669" y="835"/>
                    <a:pt x="2836" y="1"/>
                    <a:pt x="1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2" name="Google Shape;4162;p71"/>
            <p:cNvSpPr/>
            <p:nvPr/>
          </p:nvSpPr>
          <p:spPr>
            <a:xfrm rot="10800000">
              <a:off x="7541197" y="2231460"/>
              <a:ext cx="801483" cy="800617"/>
            </a:xfrm>
            <a:custGeom>
              <a:avLst/>
              <a:gdLst/>
              <a:ahLst/>
              <a:cxnLst/>
              <a:rect l="l" t="t" r="r" b="b"/>
              <a:pathLst>
                <a:path w="33825" h="33792" extrusionOk="0">
                  <a:moveTo>
                    <a:pt x="16912" y="1835"/>
                  </a:moveTo>
                  <a:cubicBezTo>
                    <a:pt x="25218" y="1835"/>
                    <a:pt x="31956" y="8573"/>
                    <a:pt x="31956" y="16879"/>
                  </a:cubicBezTo>
                  <a:cubicBezTo>
                    <a:pt x="31956" y="25185"/>
                    <a:pt x="25218" y="31923"/>
                    <a:pt x="16912" y="31923"/>
                  </a:cubicBezTo>
                  <a:cubicBezTo>
                    <a:pt x="8606" y="31923"/>
                    <a:pt x="1868" y="25185"/>
                    <a:pt x="1868" y="16879"/>
                  </a:cubicBezTo>
                  <a:cubicBezTo>
                    <a:pt x="1868" y="8573"/>
                    <a:pt x="8606" y="1835"/>
                    <a:pt x="16912" y="1835"/>
                  </a:cubicBezTo>
                  <a:close/>
                  <a:moveTo>
                    <a:pt x="16912" y="1"/>
                  </a:moveTo>
                  <a:cubicBezTo>
                    <a:pt x="7572" y="1"/>
                    <a:pt x="0" y="7539"/>
                    <a:pt x="0" y="16879"/>
                  </a:cubicBezTo>
                  <a:cubicBezTo>
                    <a:pt x="0" y="26219"/>
                    <a:pt x="7572" y="33791"/>
                    <a:pt x="16912" y="33791"/>
                  </a:cubicBezTo>
                  <a:cubicBezTo>
                    <a:pt x="26252" y="33791"/>
                    <a:pt x="33824" y="26219"/>
                    <a:pt x="33824" y="16879"/>
                  </a:cubicBezTo>
                  <a:cubicBezTo>
                    <a:pt x="33824" y="7539"/>
                    <a:pt x="26252" y="1"/>
                    <a:pt x="169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3" name="Google Shape;4163;p71"/>
            <p:cNvSpPr/>
            <p:nvPr/>
          </p:nvSpPr>
          <p:spPr>
            <a:xfrm rot="10800000">
              <a:off x="6488377" y="2231460"/>
              <a:ext cx="800701" cy="800617"/>
            </a:xfrm>
            <a:custGeom>
              <a:avLst/>
              <a:gdLst/>
              <a:ahLst/>
              <a:cxnLst/>
              <a:rect l="l" t="t" r="r" b="b"/>
              <a:pathLst>
                <a:path w="33792" h="33792" extrusionOk="0">
                  <a:moveTo>
                    <a:pt x="16912" y="1"/>
                  </a:moveTo>
                  <a:cubicBezTo>
                    <a:pt x="7572" y="1"/>
                    <a:pt x="0" y="7539"/>
                    <a:pt x="0" y="16879"/>
                  </a:cubicBezTo>
                  <a:cubicBezTo>
                    <a:pt x="0" y="26219"/>
                    <a:pt x="7572" y="33791"/>
                    <a:pt x="16912" y="33791"/>
                  </a:cubicBezTo>
                  <a:cubicBezTo>
                    <a:pt x="26219" y="33791"/>
                    <a:pt x="33791" y="26219"/>
                    <a:pt x="33791" y="16879"/>
                  </a:cubicBezTo>
                  <a:cubicBezTo>
                    <a:pt x="33791" y="7539"/>
                    <a:pt x="26252" y="1"/>
                    <a:pt x="16912" y="1"/>
                  </a:cubicBezTo>
                  <a:close/>
                  <a:moveTo>
                    <a:pt x="16912" y="31923"/>
                  </a:moveTo>
                  <a:cubicBezTo>
                    <a:pt x="8607" y="31923"/>
                    <a:pt x="1868" y="25185"/>
                    <a:pt x="1868" y="16879"/>
                  </a:cubicBezTo>
                  <a:cubicBezTo>
                    <a:pt x="1868" y="8573"/>
                    <a:pt x="8607" y="1835"/>
                    <a:pt x="16912" y="1835"/>
                  </a:cubicBezTo>
                  <a:cubicBezTo>
                    <a:pt x="25218" y="1835"/>
                    <a:pt x="31957" y="8573"/>
                    <a:pt x="31957" y="16879"/>
                  </a:cubicBezTo>
                  <a:cubicBezTo>
                    <a:pt x="31957" y="25185"/>
                    <a:pt x="25218" y="31923"/>
                    <a:pt x="16912" y="31923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4" name="Google Shape;4164;p71"/>
            <p:cNvSpPr/>
            <p:nvPr/>
          </p:nvSpPr>
          <p:spPr>
            <a:xfrm rot="10800000">
              <a:off x="5434776" y="2231460"/>
              <a:ext cx="800701" cy="800617"/>
            </a:xfrm>
            <a:custGeom>
              <a:avLst/>
              <a:gdLst/>
              <a:ahLst/>
              <a:cxnLst/>
              <a:rect l="l" t="t" r="r" b="b"/>
              <a:pathLst>
                <a:path w="33792" h="33792" extrusionOk="0">
                  <a:moveTo>
                    <a:pt x="16879" y="1"/>
                  </a:moveTo>
                  <a:cubicBezTo>
                    <a:pt x="7539" y="1"/>
                    <a:pt x="0" y="7539"/>
                    <a:pt x="0" y="16879"/>
                  </a:cubicBezTo>
                  <a:cubicBezTo>
                    <a:pt x="0" y="26219"/>
                    <a:pt x="7539" y="33791"/>
                    <a:pt x="16879" y="33791"/>
                  </a:cubicBezTo>
                  <a:cubicBezTo>
                    <a:pt x="26219" y="33791"/>
                    <a:pt x="33791" y="26219"/>
                    <a:pt x="33791" y="16879"/>
                  </a:cubicBezTo>
                  <a:cubicBezTo>
                    <a:pt x="33791" y="7539"/>
                    <a:pt x="26219" y="1"/>
                    <a:pt x="16879" y="1"/>
                  </a:cubicBezTo>
                  <a:close/>
                  <a:moveTo>
                    <a:pt x="16879" y="31923"/>
                  </a:moveTo>
                  <a:cubicBezTo>
                    <a:pt x="8573" y="31923"/>
                    <a:pt x="1835" y="25185"/>
                    <a:pt x="1835" y="16879"/>
                  </a:cubicBezTo>
                  <a:cubicBezTo>
                    <a:pt x="1835" y="8573"/>
                    <a:pt x="8573" y="1835"/>
                    <a:pt x="16879" y="1835"/>
                  </a:cubicBezTo>
                  <a:cubicBezTo>
                    <a:pt x="25185" y="1835"/>
                    <a:pt x="31923" y="8573"/>
                    <a:pt x="31923" y="16879"/>
                  </a:cubicBezTo>
                  <a:cubicBezTo>
                    <a:pt x="31923" y="25185"/>
                    <a:pt x="25185" y="31923"/>
                    <a:pt x="16879" y="31923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5" name="Google Shape;4165;p71"/>
            <p:cNvSpPr/>
            <p:nvPr/>
          </p:nvSpPr>
          <p:spPr>
            <a:xfrm rot="10800000">
              <a:off x="4381980" y="2231460"/>
              <a:ext cx="800678" cy="800617"/>
            </a:xfrm>
            <a:custGeom>
              <a:avLst/>
              <a:gdLst/>
              <a:ahLst/>
              <a:cxnLst/>
              <a:rect l="l" t="t" r="r" b="b"/>
              <a:pathLst>
                <a:path w="33791" h="33792" extrusionOk="0">
                  <a:moveTo>
                    <a:pt x="16912" y="1"/>
                  </a:moveTo>
                  <a:cubicBezTo>
                    <a:pt x="7572" y="1"/>
                    <a:pt x="0" y="7539"/>
                    <a:pt x="0" y="16879"/>
                  </a:cubicBezTo>
                  <a:cubicBezTo>
                    <a:pt x="0" y="26219"/>
                    <a:pt x="7572" y="33791"/>
                    <a:pt x="16912" y="33791"/>
                  </a:cubicBezTo>
                  <a:cubicBezTo>
                    <a:pt x="26252" y="33791"/>
                    <a:pt x="33791" y="26219"/>
                    <a:pt x="33791" y="16879"/>
                  </a:cubicBezTo>
                  <a:cubicBezTo>
                    <a:pt x="33791" y="7539"/>
                    <a:pt x="26252" y="1"/>
                    <a:pt x="16912" y="1"/>
                  </a:cubicBezTo>
                  <a:close/>
                  <a:moveTo>
                    <a:pt x="16912" y="31923"/>
                  </a:moveTo>
                  <a:cubicBezTo>
                    <a:pt x="8606" y="31923"/>
                    <a:pt x="1868" y="25185"/>
                    <a:pt x="1868" y="16879"/>
                  </a:cubicBezTo>
                  <a:cubicBezTo>
                    <a:pt x="1868" y="8573"/>
                    <a:pt x="8606" y="1835"/>
                    <a:pt x="16912" y="1835"/>
                  </a:cubicBezTo>
                  <a:cubicBezTo>
                    <a:pt x="25218" y="1835"/>
                    <a:pt x="31956" y="8573"/>
                    <a:pt x="31956" y="16879"/>
                  </a:cubicBezTo>
                  <a:cubicBezTo>
                    <a:pt x="31956" y="25185"/>
                    <a:pt x="25218" y="31923"/>
                    <a:pt x="16912" y="31923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166" name="Google Shape;4166;p71"/>
          <p:cNvGrpSpPr/>
          <p:nvPr/>
        </p:nvGrpSpPr>
        <p:grpSpPr>
          <a:xfrm>
            <a:off x="9120545" y="2411576"/>
            <a:ext cx="2115103" cy="495409"/>
            <a:chOff x="1247650" y="2075423"/>
            <a:chExt cx="6648477" cy="1557238"/>
          </a:xfrm>
        </p:grpSpPr>
        <p:sp>
          <p:nvSpPr>
            <p:cNvPr id="4167" name="Google Shape;4167;p71"/>
            <p:cNvSpPr/>
            <p:nvPr/>
          </p:nvSpPr>
          <p:spPr>
            <a:xfrm>
              <a:off x="6633862" y="2075423"/>
              <a:ext cx="953444" cy="825696"/>
            </a:xfrm>
            <a:custGeom>
              <a:avLst/>
              <a:gdLst/>
              <a:ahLst/>
              <a:cxnLst/>
              <a:rect l="l" t="t" r="r" b="b"/>
              <a:pathLst>
                <a:path w="57767" h="50027" extrusionOk="0">
                  <a:moveTo>
                    <a:pt x="14439" y="0"/>
                  </a:moveTo>
                  <a:lnTo>
                    <a:pt x="0" y="25014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7" y="25014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8" name="Google Shape;4168;p71"/>
            <p:cNvSpPr/>
            <p:nvPr/>
          </p:nvSpPr>
          <p:spPr>
            <a:xfrm>
              <a:off x="5359252" y="2806965"/>
              <a:ext cx="953461" cy="825696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7" y="25013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69" name="Google Shape;4169;p71"/>
            <p:cNvSpPr/>
            <p:nvPr/>
          </p:nvSpPr>
          <p:spPr>
            <a:xfrm>
              <a:off x="1601478" y="2075425"/>
              <a:ext cx="953316" cy="825696"/>
            </a:xfrm>
            <a:custGeom>
              <a:avLst/>
              <a:gdLst/>
              <a:ahLst/>
              <a:cxnLst/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8" y="25013"/>
                  </a:lnTo>
                  <a:lnTo>
                    <a:pt x="43329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70" name="Google Shape;4170;p71"/>
            <p:cNvSpPr/>
            <p:nvPr/>
          </p:nvSpPr>
          <p:spPr>
            <a:xfrm>
              <a:off x="2857827" y="2807112"/>
              <a:ext cx="953370" cy="825320"/>
            </a:xfrm>
            <a:custGeom>
              <a:avLst/>
              <a:gdLst/>
              <a:ahLst/>
              <a:cxnLst/>
              <a:rect l="l" t="t" r="r" b="b"/>
              <a:pathLst>
                <a:path w="57780" h="50027" extrusionOk="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71" name="Google Shape;4171;p71"/>
            <p:cNvSpPr/>
            <p:nvPr/>
          </p:nvSpPr>
          <p:spPr>
            <a:xfrm>
              <a:off x="4097386" y="2075425"/>
              <a:ext cx="953444" cy="825696"/>
            </a:xfrm>
            <a:custGeom>
              <a:avLst/>
              <a:gdLst/>
              <a:ahLst/>
              <a:cxnLst/>
              <a:rect l="l" t="t" r="r" b="b"/>
              <a:pathLst>
                <a:path w="57767" h="50027" extrusionOk="0">
                  <a:moveTo>
                    <a:pt x="14439" y="0"/>
                  </a:moveTo>
                  <a:lnTo>
                    <a:pt x="0" y="25013"/>
                  </a:lnTo>
                  <a:lnTo>
                    <a:pt x="14439" y="50027"/>
                  </a:lnTo>
                  <a:lnTo>
                    <a:pt x="43328" y="50027"/>
                  </a:lnTo>
                  <a:lnTo>
                    <a:pt x="57767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72" name="Google Shape;4172;p71"/>
            <p:cNvSpPr/>
            <p:nvPr/>
          </p:nvSpPr>
          <p:spPr>
            <a:xfrm>
              <a:off x="1247650" y="2490334"/>
              <a:ext cx="6648477" cy="729445"/>
            </a:xfrm>
            <a:custGeom>
              <a:avLst/>
              <a:gdLst/>
              <a:ahLst/>
              <a:cxnLst/>
              <a:rect l="l" t="t" r="r" b="b"/>
              <a:pathLst>
                <a:path w="285373" h="31310" fill="none" extrusionOk="0">
                  <a:moveTo>
                    <a:pt x="285373" y="3317"/>
                  </a:moveTo>
                  <a:lnTo>
                    <a:pt x="269256" y="31309"/>
                  </a:lnTo>
                  <a:lnTo>
                    <a:pt x="233095" y="31309"/>
                  </a:lnTo>
                  <a:lnTo>
                    <a:pt x="215067" y="352"/>
                  </a:lnTo>
                  <a:lnTo>
                    <a:pt x="179426" y="352"/>
                  </a:lnTo>
                  <a:lnTo>
                    <a:pt x="161606" y="31218"/>
                  </a:lnTo>
                  <a:lnTo>
                    <a:pt x="125718" y="31309"/>
                  </a:lnTo>
                  <a:lnTo>
                    <a:pt x="107651" y="0"/>
                  </a:lnTo>
                  <a:lnTo>
                    <a:pt x="71490" y="0"/>
                  </a:lnTo>
                  <a:lnTo>
                    <a:pt x="53669" y="31075"/>
                  </a:lnTo>
                  <a:lnTo>
                    <a:pt x="18042" y="31075"/>
                  </a:lnTo>
                  <a:lnTo>
                    <a:pt x="0" y="118"/>
                  </a:lnTo>
                </a:path>
              </a:pathLst>
            </a:custGeom>
            <a:solidFill>
              <a:srgbClr val="191919"/>
            </a:solidFill>
            <a:ln w="19050" cap="flat" cmpd="sng">
              <a:solidFill>
                <a:srgbClr val="869FB2"/>
              </a:solidFill>
              <a:prstDash val="solid"/>
              <a:miter lim="1300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173" name="Google Shape;4173;p71"/>
          <p:cNvGrpSpPr/>
          <p:nvPr/>
        </p:nvGrpSpPr>
        <p:grpSpPr>
          <a:xfrm>
            <a:off x="7028905" y="1282494"/>
            <a:ext cx="1887468" cy="2198044"/>
            <a:chOff x="1839112" y="2209163"/>
            <a:chExt cx="1918159" cy="2233784"/>
          </a:xfrm>
        </p:grpSpPr>
        <p:sp>
          <p:nvSpPr>
            <p:cNvPr id="4174" name="Google Shape;4174;p71"/>
            <p:cNvSpPr/>
            <p:nvPr/>
          </p:nvSpPr>
          <p:spPr>
            <a:xfrm>
              <a:off x="1839112" y="2209163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75" name="Google Shape;4175;p71"/>
            <p:cNvSpPr/>
            <p:nvPr/>
          </p:nvSpPr>
          <p:spPr>
            <a:xfrm>
              <a:off x="3182171" y="2209163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76" name="Google Shape;4176;p71"/>
            <p:cNvSpPr/>
            <p:nvPr/>
          </p:nvSpPr>
          <p:spPr>
            <a:xfrm>
              <a:off x="3182171" y="3040766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177" name="Google Shape;4177;p71"/>
            <p:cNvCxnSpPr>
              <a:stCxn id="4174" idx="6"/>
              <a:endCxn id="4175" idx="2"/>
            </p:cNvCxnSpPr>
            <p:nvPr/>
          </p:nvCxnSpPr>
          <p:spPr>
            <a:xfrm>
              <a:off x="2414212" y="2496713"/>
              <a:ext cx="768000" cy="6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78" name="Google Shape;4178;p71"/>
            <p:cNvCxnSpPr>
              <a:stCxn id="4175" idx="4"/>
              <a:endCxn id="4179" idx="0"/>
            </p:cNvCxnSpPr>
            <p:nvPr/>
          </p:nvCxnSpPr>
          <p:spPr>
            <a:xfrm rot="5400000">
              <a:off x="2669921" y="2240963"/>
              <a:ext cx="256500" cy="1343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80" name="Google Shape;4180;p71"/>
            <p:cNvCxnSpPr>
              <a:stCxn id="4179" idx="6"/>
              <a:endCxn id="4176" idx="2"/>
            </p:cNvCxnSpPr>
            <p:nvPr/>
          </p:nvCxnSpPr>
          <p:spPr>
            <a:xfrm>
              <a:off x="2414212" y="3328316"/>
              <a:ext cx="768000" cy="6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81" name="Google Shape;4181;p71"/>
            <p:cNvCxnSpPr>
              <a:stCxn id="4176" idx="4"/>
              <a:endCxn id="4182" idx="0"/>
            </p:cNvCxnSpPr>
            <p:nvPr/>
          </p:nvCxnSpPr>
          <p:spPr>
            <a:xfrm rot="5400000">
              <a:off x="2672171" y="3070316"/>
              <a:ext cx="252000" cy="1343100"/>
            </a:xfrm>
            <a:prstGeom prst="bentConnector3">
              <a:avLst>
                <a:gd name="adj1" fmla="val 49996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179" name="Google Shape;4179;p71"/>
            <p:cNvSpPr/>
            <p:nvPr/>
          </p:nvSpPr>
          <p:spPr>
            <a:xfrm>
              <a:off x="1839112" y="3040766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82" name="Google Shape;4182;p71"/>
            <p:cNvSpPr/>
            <p:nvPr/>
          </p:nvSpPr>
          <p:spPr>
            <a:xfrm>
              <a:off x="1839112" y="3867848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83" name="Google Shape;4183;p71"/>
            <p:cNvSpPr/>
            <p:nvPr/>
          </p:nvSpPr>
          <p:spPr>
            <a:xfrm>
              <a:off x="3182171" y="3867848"/>
              <a:ext cx="575100" cy="575100"/>
            </a:xfrm>
            <a:prstGeom prst="flowChartConnector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184" name="Google Shape;4184;p71"/>
            <p:cNvCxnSpPr>
              <a:endCxn id="4183" idx="2"/>
            </p:cNvCxnSpPr>
            <p:nvPr/>
          </p:nvCxnSpPr>
          <p:spPr>
            <a:xfrm>
              <a:off x="2413871" y="4154498"/>
              <a:ext cx="768300" cy="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rgbClr val="37495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185" name="Google Shape;4185;p71"/>
          <p:cNvGrpSpPr/>
          <p:nvPr/>
        </p:nvGrpSpPr>
        <p:grpSpPr>
          <a:xfrm>
            <a:off x="4571926" y="1306606"/>
            <a:ext cx="2183957" cy="206589"/>
            <a:chOff x="238125" y="2506075"/>
            <a:chExt cx="7115411" cy="673075"/>
          </a:xfrm>
        </p:grpSpPr>
        <p:sp>
          <p:nvSpPr>
            <p:cNvPr id="4186" name="Google Shape;4186;p71"/>
            <p:cNvSpPr/>
            <p:nvPr/>
          </p:nvSpPr>
          <p:spPr>
            <a:xfrm>
              <a:off x="238125" y="2506075"/>
              <a:ext cx="1643150" cy="673075"/>
            </a:xfrm>
            <a:custGeom>
              <a:avLst/>
              <a:gdLst/>
              <a:ahLst/>
              <a:cxnLst/>
              <a:rect l="l" t="t" r="r" b="b"/>
              <a:pathLst>
                <a:path w="65726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43" y="26923"/>
                  </a:lnTo>
                  <a:lnTo>
                    <a:pt x="65725" y="13477"/>
                  </a:lnTo>
                  <a:lnTo>
                    <a:pt x="54943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87" name="Google Shape;4187;p71"/>
            <p:cNvSpPr/>
            <p:nvPr/>
          </p:nvSpPr>
          <p:spPr>
            <a:xfrm>
              <a:off x="1606190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88" name="Google Shape;4188;p71"/>
            <p:cNvSpPr/>
            <p:nvPr/>
          </p:nvSpPr>
          <p:spPr>
            <a:xfrm>
              <a:off x="2973481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89" name="Google Shape;4189;p71"/>
            <p:cNvSpPr/>
            <p:nvPr/>
          </p:nvSpPr>
          <p:spPr>
            <a:xfrm>
              <a:off x="5709611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90" name="Google Shape;4190;p71"/>
            <p:cNvSpPr/>
            <p:nvPr/>
          </p:nvSpPr>
          <p:spPr>
            <a:xfrm>
              <a:off x="4342321" y="2506075"/>
              <a:ext cx="1643150" cy="673075"/>
            </a:xfrm>
            <a:custGeom>
              <a:avLst/>
              <a:gdLst/>
              <a:ahLst/>
              <a:cxnLst/>
              <a:rect l="l" t="t" r="r" b="b"/>
              <a:pathLst>
                <a:path w="65726" h="26923" extrusionOk="0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191" name="Google Shape;4191;p71"/>
          <p:cNvGrpSpPr/>
          <p:nvPr/>
        </p:nvGrpSpPr>
        <p:grpSpPr>
          <a:xfrm>
            <a:off x="2626240" y="1726229"/>
            <a:ext cx="1683909" cy="1047211"/>
            <a:chOff x="548861" y="389676"/>
            <a:chExt cx="3843371" cy="2390163"/>
          </a:xfrm>
        </p:grpSpPr>
        <p:cxnSp>
          <p:nvCxnSpPr>
            <p:cNvPr id="4192" name="Google Shape;4192;p71"/>
            <p:cNvCxnSpPr/>
            <p:nvPr/>
          </p:nvCxnSpPr>
          <p:spPr>
            <a:xfrm rot="10800000" flipH="1">
              <a:off x="3486925" y="1918250"/>
              <a:ext cx="742200" cy="690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3" name="Google Shape;4193;p71"/>
            <p:cNvCxnSpPr/>
            <p:nvPr/>
          </p:nvCxnSpPr>
          <p:spPr>
            <a:xfrm rot="-5400000" flipH="1">
              <a:off x="3486925" y="577350"/>
              <a:ext cx="650100" cy="6501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4" name="Google Shape;4194;p71"/>
            <p:cNvCxnSpPr/>
            <p:nvPr/>
          </p:nvCxnSpPr>
          <p:spPr>
            <a:xfrm>
              <a:off x="2725450" y="576000"/>
              <a:ext cx="1410600" cy="18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5" name="Google Shape;4195;p71"/>
            <p:cNvCxnSpPr/>
            <p:nvPr/>
          </p:nvCxnSpPr>
          <p:spPr>
            <a:xfrm rot="10800000" flipH="1">
              <a:off x="756500" y="577975"/>
              <a:ext cx="1705500" cy="10491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6" name="Google Shape;4196;p71"/>
            <p:cNvCxnSpPr/>
            <p:nvPr/>
          </p:nvCxnSpPr>
          <p:spPr>
            <a:xfrm>
              <a:off x="760067" y="1625791"/>
              <a:ext cx="1689000" cy="9741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197" name="Google Shape;4197;p71"/>
            <p:cNvSpPr/>
            <p:nvPr/>
          </p:nvSpPr>
          <p:spPr>
            <a:xfrm>
              <a:off x="548861" y="1338125"/>
              <a:ext cx="502050" cy="502875"/>
            </a:xfrm>
            <a:custGeom>
              <a:avLst/>
              <a:gdLst/>
              <a:ahLst/>
              <a:cxnLst/>
              <a:rect l="l" t="t" r="r" b="b"/>
              <a:pathLst>
                <a:path w="20082" h="20115" extrusionOk="0">
                  <a:moveTo>
                    <a:pt x="10041" y="1"/>
                  </a:moveTo>
                  <a:cubicBezTo>
                    <a:pt x="4503" y="1"/>
                    <a:pt x="0" y="4504"/>
                    <a:pt x="0" y="10041"/>
                  </a:cubicBezTo>
                  <a:cubicBezTo>
                    <a:pt x="0" y="15612"/>
                    <a:pt x="4503" y="20115"/>
                    <a:pt x="10041" y="20115"/>
                  </a:cubicBezTo>
                  <a:cubicBezTo>
                    <a:pt x="15578" y="20115"/>
                    <a:pt x="20081" y="15612"/>
                    <a:pt x="20081" y="10041"/>
                  </a:cubicBezTo>
                  <a:cubicBezTo>
                    <a:pt x="20081" y="4504"/>
                    <a:pt x="15578" y="1"/>
                    <a:pt x="10041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198" name="Google Shape;4198;p71"/>
            <p:cNvCxnSpPr/>
            <p:nvPr/>
          </p:nvCxnSpPr>
          <p:spPr>
            <a:xfrm>
              <a:off x="2725450" y="2609025"/>
              <a:ext cx="1416000" cy="18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199" name="Google Shape;4199;p71"/>
            <p:cNvSpPr/>
            <p:nvPr/>
          </p:nvSpPr>
          <p:spPr>
            <a:xfrm>
              <a:off x="4095707" y="1083398"/>
              <a:ext cx="289400" cy="268650"/>
            </a:xfrm>
            <a:custGeom>
              <a:avLst/>
              <a:gdLst/>
              <a:ahLst/>
              <a:cxnLst/>
              <a:rect l="l" t="t" r="r" b="b"/>
              <a:pathLst>
                <a:path w="11576" h="10746" extrusionOk="0">
                  <a:moveTo>
                    <a:pt x="5775" y="1"/>
                  </a:moveTo>
                  <a:cubicBezTo>
                    <a:pt x="3179" y="1"/>
                    <a:pt x="889" y="1860"/>
                    <a:pt x="468" y="4506"/>
                  </a:cubicBezTo>
                  <a:cubicBezTo>
                    <a:pt x="1" y="7441"/>
                    <a:pt x="2002" y="10210"/>
                    <a:pt x="4904" y="10677"/>
                  </a:cubicBezTo>
                  <a:cubicBezTo>
                    <a:pt x="5194" y="10723"/>
                    <a:pt x="5483" y="10745"/>
                    <a:pt x="5768" y="10745"/>
                  </a:cubicBezTo>
                  <a:cubicBezTo>
                    <a:pt x="8364" y="10745"/>
                    <a:pt x="10655" y="8886"/>
                    <a:pt x="11075" y="6240"/>
                  </a:cubicBezTo>
                  <a:cubicBezTo>
                    <a:pt x="11576" y="3305"/>
                    <a:pt x="9574" y="536"/>
                    <a:pt x="6639" y="69"/>
                  </a:cubicBezTo>
                  <a:cubicBezTo>
                    <a:pt x="6349" y="23"/>
                    <a:pt x="6060" y="1"/>
                    <a:pt x="57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0" name="Google Shape;4200;p71"/>
            <p:cNvSpPr/>
            <p:nvPr/>
          </p:nvSpPr>
          <p:spPr>
            <a:xfrm>
              <a:off x="2421967" y="389676"/>
              <a:ext cx="383625" cy="371825"/>
            </a:xfrm>
            <a:custGeom>
              <a:avLst/>
              <a:gdLst/>
              <a:ahLst/>
              <a:cxnLst/>
              <a:rect l="l" t="t" r="r" b="b"/>
              <a:pathLst>
                <a:path w="15345" h="14873" extrusionOk="0">
                  <a:moveTo>
                    <a:pt x="7692" y="1"/>
                  </a:moveTo>
                  <a:cubicBezTo>
                    <a:pt x="7531" y="1"/>
                    <a:pt x="7369" y="6"/>
                    <a:pt x="7206" y="16"/>
                  </a:cubicBezTo>
                  <a:cubicBezTo>
                    <a:pt x="3136" y="283"/>
                    <a:pt x="0" y="3786"/>
                    <a:pt x="267" y="7889"/>
                  </a:cubicBezTo>
                  <a:cubicBezTo>
                    <a:pt x="493" y="11846"/>
                    <a:pt x="3790" y="14873"/>
                    <a:pt x="7706" y="14873"/>
                  </a:cubicBezTo>
                  <a:cubicBezTo>
                    <a:pt x="7850" y="14873"/>
                    <a:pt x="7994" y="14869"/>
                    <a:pt x="8140" y="14860"/>
                  </a:cubicBezTo>
                  <a:cubicBezTo>
                    <a:pt x="12243" y="14594"/>
                    <a:pt x="15345" y="11058"/>
                    <a:pt x="15111" y="6988"/>
                  </a:cubicBezTo>
                  <a:cubicBezTo>
                    <a:pt x="14855" y="3048"/>
                    <a:pt x="11585" y="1"/>
                    <a:pt x="769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1" name="Google Shape;4201;p71"/>
            <p:cNvSpPr/>
            <p:nvPr/>
          </p:nvSpPr>
          <p:spPr>
            <a:xfrm>
              <a:off x="4095707" y="426309"/>
              <a:ext cx="289400" cy="268850"/>
            </a:xfrm>
            <a:custGeom>
              <a:avLst/>
              <a:gdLst/>
              <a:ahLst/>
              <a:cxnLst/>
              <a:rect l="l" t="t" r="r" b="b"/>
              <a:pathLst>
                <a:path w="11576" h="10754" extrusionOk="0">
                  <a:moveTo>
                    <a:pt x="5736" y="0"/>
                  </a:moveTo>
                  <a:cubicBezTo>
                    <a:pt x="3156" y="0"/>
                    <a:pt x="887" y="1881"/>
                    <a:pt x="468" y="4513"/>
                  </a:cubicBezTo>
                  <a:cubicBezTo>
                    <a:pt x="1" y="7449"/>
                    <a:pt x="2002" y="10218"/>
                    <a:pt x="4904" y="10685"/>
                  </a:cubicBezTo>
                  <a:cubicBezTo>
                    <a:pt x="5194" y="10731"/>
                    <a:pt x="5483" y="10753"/>
                    <a:pt x="5768" y="10753"/>
                  </a:cubicBezTo>
                  <a:cubicBezTo>
                    <a:pt x="8364" y="10753"/>
                    <a:pt x="10655" y="8893"/>
                    <a:pt x="11075" y="6248"/>
                  </a:cubicBezTo>
                  <a:cubicBezTo>
                    <a:pt x="11576" y="3313"/>
                    <a:pt x="9574" y="544"/>
                    <a:pt x="6639" y="77"/>
                  </a:cubicBezTo>
                  <a:cubicBezTo>
                    <a:pt x="6335" y="25"/>
                    <a:pt x="6034" y="0"/>
                    <a:pt x="57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2" name="Google Shape;4202;p71"/>
            <p:cNvSpPr/>
            <p:nvPr/>
          </p:nvSpPr>
          <p:spPr>
            <a:xfrm>
              <a:off x="4102832" y="2474633"/>
              <a:ext cx="289400" cy="269425"/>
            </a:xfrm>
            <a:custGeom>
              <a:avLst/>
              <a:gdLst/>
              <a:ahLst/>
              <a:cxnLst/>
              <a:rect l="l" t="t" r="r" b="b"/>
              <a:pathLst>
                <a:path w="11576" h="10777" extrusionOk="0">
                  <a:moveTo>
                    <a:pt x="5787" y="0"/>
                  </a:moveTo>
                  <a:cubicBezTo>
                    <a:pt x="3185" y="0"/>
                    <a:pt x="889" y="1889"/>
                    <a:pt x="468" y="4538"/>
                  </a:cubicBezTo>
                  <a:cubicBezTo>
                    <a:pt x="1" y="7473"/>
                    <a:pt x="2002" y="10208"/>
                    <a:pt x="4938" y="10709"/>
                  </a:cubicBezTo>
                  <a:cubicBezTo>
                    <a:pt x="5221" y="10754"/>
                    <a:pt x="5503" y="10776"/>
                    <a:pt x="5781" y="10776"/>
                  </a:cubicBezTo>
                  <a:cubicBezTo>
                    <a:pt x="8358" y="10776"/>
                    <a:pt x="10654" y="8888"/>
                    <a:pt x="11075" y="6239"/>
                  </a:cubicBezTo>
                  <a:cubicBezTo>
                    <a:pt x="11576" y="3303"/>
                    <a:pt x="9574" y="535"/>
                    <a:pt x="6639" y="68"/>
                  </a:cubicBezTo>
                  <a:cubicBezTo>
                    <a:pt x="6352" y="22"/>
                    <a:pt x="6068" y="0"/>
                    <a:pt x="57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3" name="Google Shape;4203;p71"/>
            <p:cNvSpPr/>
            <p:nvPr/>
          </p:nvSpPr>
          <p:spPr>
            <a:xfrm>
              <a:off x="4095707" y="1772738"/>
              <a:ext cx="289400" cy="268825"/>
            </a:xfrm>
            <a:custGeom>
              <a:avLst/>
              <a:gdLst/>
              <a:ahLst/>
              <a:cxnLst/>
              <a:rect l="l" t="t" r="r" b="b"/>
              <a:pathLst>
                <a:path w="11576" h="10753" extrusionOk="0">
                  <a:moveTo>
                    <a:pt x="5786" y="1"/>
                  </a:moveTo>
                  <a:cubicBezTo>
                    <a:pt x="3185" y="1"/>
                    <a:pt x="889" y="1886"/>
                    <a:pt x="468" y="4505"/>
                  </a:cubicBezTo>
                  <a:cubicBezTo>
                    <a:pt x="1" y="7440"/>
                    <a:pt x="2002" y="10209"/>
                    <a:pt x="4904" y="10676"/>
                  </a:cubicBezTo>
                  <a:cubicBezTo>
                    <a:pt x="5208" y="10728"/>
                    <a:pt x="5509" y="10753"/>
                    <a:pt x="5807" y="10753"/>
                  </a:cubicBezTo>
                  <a:cubicBezTo>
                    <a:pt x="8387" y="10753"/>
                    <a:pt x="10657" y="8872"/>
                    <a:pt x="11075" y="6240"/>
                  </a:cubicBezTo>
                  <a:cubicBezTo>
                    <a:pt x="11576" y="3304"/>
                    <a:pt x="9574" y="535"/>
                    <a:pt x="6639" y="68"/>
                  </a:cubicBezTo>
                  <a:cubicBezTo>
                    <a:pt x="6352" y="23"/>
                    <a:pt x="6067" y="1"/>
                    <a:pt x="57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4" name="Google Shape;4204;p71"/>
            <p:cNvSpPr/>
            <p:nvPr/>
          </p:nvSpPr>
          <p:spPr>
            <a:xfrm>
              <a:off x="2422792" y="2408015"/>
              <a:ext cx="383650" cy="371825"/>
            </a:xfrm>
            <a:custGeom>
              <a:avLst/>
              <a:gdLst/>
              <a:ahLst/>
              <a:cxnLst/>
              <a:rect l="l" t="t" r="r" b="b"/>
              <a:pathLst>
                <a:path w="15346" h="14873" extrusionOk="0">
                  <a:moveTo>
                    <a:pt x="7697" y="0"/>
                  </a:moveTo>
                  <a:cubicBezTo>
                    <a:pt x="7535" y="0"/>
                    <a:pt x="7371" y="5"/>
                    <a:pt x="7206" y="16"/>
                  </a:cubicBezTo>
                  <a:cubicBezTo>
                    <a:pt x="3103" y="250"/>
                    <a:pt x="1" y="3785"/>
                    <a:pt x="268" y="7888"/>
                  </a:cubicBezTo>
                  <a:cubicBezTo>
                    <a:pt x="493" y="11846"/>
                    <a:pt x="3790" y="14872"/>
                    <a:pt x="7706" y="14872"/>
                  </a:cubicBezTo>
                  <a:cubicBezTo>
                    <a:pt x="7850" y="14872"/>
                    <a:pt x="7994" y="14868"/>
                    <a:pt x="8140" y="14860"/>
                  </a:cubicBezTo>
                  <a:cubicBezTo>
                    <a:pt x="12243" y="14593"/>
                    <a:pt x="15345" y="11057"/>
                    <a:pt x="15112" y="6954"/>
                  </a:cubicBezTo>
                  <a:cubicBezTo>
                    <a:pt x="14855" y="3016"/>
                    <a:pt x="11588" y="0"/>
                    <a:pt x="7697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205" name="Google Shape;4205;p71"/>
          <p:cNvGrpSpPr/>
          <p:nvPr/>
        </p:nvGrpSpPr>
        <p:grpSpPr>
          <a:xfrm>
            <a:off x="1010416" y="3202067"/>
            <a:ext cx="1882739" cy="844749"/>
            <a:chOff x="1187400" y="2529299"/>
            <a:chExt cx="6769193" cy="2241903"/>
          </a:xfrm>
        </p:grpSpPr>
        <p:sp>
          <p:nvSpPr>
            <p:cNvPr id="4206" name="Google Shape;4206;p71"/>
            <p:cNvSpPr/>
            <p:nvPr/>
          </p:nvSpPr>
          <p:spPr>
            <a:xfrm>
              <a:off x="3802943" y="2529299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7" name="Google Shape;4207;p71"/>
            <p:cNvSpPr/>
            <p:nvPr/>
          </p:nvSpPr>
          <p:spPr>
            <a:xfrm>
              <a:off x="5573240" y="3429000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8" name="Google Shape;4208;p71"/>
            <p:cNvSpPr/>
            <p:nvPr/>
          </p:nvSpPr>
          <p:spPr>
            <a:xfrm>
              <a:off x="2032647" y="3429000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09" name="Google Shape;4209;p71"/>
            <p:cNvSpPr/>
            <p:nvPr/>
          </p:nvSpPr>
          <p:spPr>
            <a:xfrm>
              <a:off x="1187400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10" name="Google Shape;4210;p71"/>
            <p:cNvSpPr/>
            <p:nvPr/>
          </p:nvSpPr>
          <p:spPr>
            <a:xfrm>
              <a:off x="2877893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11" name="Google Shape;4211;p71"/>
            <p:cNvSpPr/>
            <p:nvPr/>
          </p:nvSpPr>
          <p:spPr>
            <a:xfrm>
              <a:off x="4728000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12" name="Google Shape;4212;p71"/>
            <p:cNvSpPr/>
            <p:nvPr/>
          </p:nvSpPr>
          <p:spPr>
            <a:xfrm>
              <a:off x="6418493" y="4328701"/>
              <a:ext cx="1538100" cy="442500"/>
            </a:xfrm>
            <a:prstGeom prst="roundRect">
              <a:avLst>
                <a:gd name="adj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213" name="Google Shape;4213;p71"/>
            <p:cNvCxnSpPr>
              <a:stCxn id="4206" idx="2"/>
              <a:endCxn id="4207" idx="0"/>
            </p:cNvCxnSpPr>
            <p:nvPr/>
          </p:nvCxnSpPr>
          <p:spPr>
            <a:xfrm rot="-5400000" flipH="1">
              <a:off x="5228543" y="2315249"/>
              <a:ext cx="457200" cy="17703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14" name="Google Shape;4214;p71"/>
            <p:cNvCxnSpPr>
              <a:stCxn id="4208" idx="0"/>
              <a:endCxn id="4206" idx="2"/>
            </p:cNvCxnSpPr>
            <p:nvPr/>
          </p:nvCxnSpPr>
          <p:spPr>
            <a:xfrm rot="-5400000">
              <a:off x="3458247" y="2315250"/>
              <a:ext cx="457200" cy="17703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15" name="Google Shape;4215;p71"/>
            <p:cNvCxnSpPr>
              <a:stCxn id="4208" idx="2"/>
              <a:endCxn id="4210" idx="0"/>
            </p:cNvCxnSpPr>
            <p:nvPr/>
          </p:nvCxnSpPr>
          <p:spPr>
            <a:xfrm rot="-5400000" flipH="1">
              <a:off x="2995647" y="3677550"/>
              <a:ext cx="457200" cy="8451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16" name="Google Shape;4216;p71"/>
            <p:cNvCxnSpPr>
              <a:stCxn id="4209" idx="0"/>
              <a:endCxn id="4208" idx="2"/>
            </p:cNvCxnSpPr>
            <p:nvPr/>
          </p:nvCxnSpPr>
          <p:spPr>
            <a:xfrm rot="-5400000">
              <a:off x="2150400" y="3677551"/>
              <a:ext cx="457200" cy="8451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17" name="Google Shape;4217;p71"/>
            <p:cNvCxnSpPr>
              <a:stCxn id="4207" idx="2"/>
              <a:endCxn id="4212" idx="0"/>
            </p:cNvCxnSpPr>
            <p:nvPr/>
          </p:nvCxnSpPr>
          <p:spPr>
            <a:xfrm rot="-5400000" flipH="1">
              <a:off x="6536390" y="3677400"/>
              <a:ext cx="457200" cy="8454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18" name="Google Shape;4218;p71"/>
            <p:cNvCxnSpPr>
              <a:stCxn id="4211" idx="0"/>
              <a:endCxn id="4207" idx="2"/>
            </p:cNvCxnSpPr>
            <p:nvPr/>
          </p:nvCxnSpPr>
          <p:spPr>
            <a:xfrm rot="-5400000">
              <a:off x="5691000" y="3677551"/>
              <a:ext cx="457200" cy="845100"/>
            </a:xfrm>
            <a:prstGeom prst="bentConnector3">
              <a:avLst>
                <a:gd name="adj1" fmla="val 49967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4219" name="Google Shape;4219;p71"/>
          <p:cNvGrpSpPr/>
          <p:nvPr/>
        </p:nvGrpSpPr>
        <p:grpSpPr>
          <a:xfrm>
            <a:off x="9125411" y="3859011"/>
            <a:ext cx="2105380" cy="721164"/>
            <a:chOff x="6895650" y="3126697"/>
            <a:chExt cx="1436662" cy="492105"/>
          </a:xfrm>
        </p:grpSpPr>
        <p:sp>
          <p:nvSpPr>
            <p:cNvPr id="4220" name="Google Shape;4220;p71"/>
            <p:cNvSpPr/>
            <p:nvPr/>
          </p:nvSpPr>
          <p:spPr>
            <a:xfrm>
              <a:off x="7151820" y="3406364"/>
              <a:ext cx="414806" cy="212438"/>
            </a:xfrm>
            <a:custGeom>
              <a:avLst/>
              <a:gdLst/>
              <a:ahLst/>
              <a:cxnLst/>
              <a:rect l="l" t="t" r="r" b="b"/>
              <a:pathLst>
                <a:path w="12481" h="6392" extrusionOk="0">
                  <a:moveTo>
                    <a:pt x="2" y="0"/>
                  </a:moveTo>
                  <a:lnTo>
                    <a:pt x="2" y="66"/>
                  </a:lnTo>
                  <a:cubicBezTo>
                    <a:pt x="0" y="3558"/>
                    <a:pt x="2794" y="6391"/>
                    <a:pt x="6241" y="6391"/>
                  </a:cubicBezTo>
                  <a:cubicBezTo>
                    <a:pt x="9687" y="6391"/>
                    <a:pt x="12481" y="3558"/>
                    <a:pt x="12481" y="66"/>
                  </a:cubicBezTo>
                  <a:lnTo>
                    <a:pt x="12481" y="0"/>
                  </a:lnTo>
                  <a:lnTo>
                    <a:pt x="7664" y="0"/>
                  </a:lnTo>
                  <a:cubicBezTo>
                    <a:pt x="7664" y="12"/>
                    <a:pt x="7666" y="23"/>
                    <a:pt x="7666" y="32"/>
                  </a:cubicBezTo>
                  <a:cubicBezTo>
                    <a:pt x="7666" y="838"/>
                    <a:pt x="7022" y="1490"/>
                    <a:pt x="6229" y="1490"/>
                  </a:cubicBezTo>
                  <a:cubicBezTo>
                    <a:pt x="5435" y="1490"/>
                    <a:pt x="4793" y="838"/>
                    <a:pt x="4793" y="32"/>
                  </a:cubicBezTo>
                  <a:cubicBezTo>
                    <a:pt x="4793" y="23"/>
                    <a:pt x="4795" y="12"/>
                    <a:pt x="479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21" name="Google Shape;4221;p71"/>
            <p:cNvSpPr/>
            <p:nvPr/>
          </p:nvSpPr>
          <p:spPr>
            <a:xfrm>
              <a:off x="7664160" y="3406364"/>
              <a:ext cx="414806" cy="212438"/>
            </a:xfrm>
            <a:custGeom>
              <a:avLst/>
              <a:gdLst/>
              <a:ahLst/>
              <a:cxnLst/>
              <a:rect l="l" t="t" r="r" b="b"/>
              <a:pathLst>
                <a:path w="12481" h="6392" extrusionOk="0">
                  <a:moveTo>
                    <a:pt x="2" y="0"/>
                  </a:moveTo>
                  <a:lnTo>
                    <a:pt x="2" y="66"/>
                  </a:lnTo>
                  <a:cubicBezTo>
                    <a:pt x="0" y="3558"/>
                    <a:pt x="2794" y="6391"/>
                    <a:pt x="6241" y="6391"/>
                  </a:cubicBezTo>
                  <a:cubicBezTo>
                    <a:pt x="9687" y="6391"/>
                    <a:pt x="12481" y="3558"/>
                    <a:pt x="12481" y="66"/>
                  </a:cubicBezTo>
                  <a:lnTo>
                    <a:pt x="12481" y="0"/>
                  </a:lnTo>
                  <a:lnTo>
                    <a:pt x="7664" y="0"/>
                  </a:lnTo>
                  <a:cubicBezTo>
                    <a:pt x="7664" y="12"/>
                    <a:pt x="7666" y="23"/>
                    <a:pt x="7666" y="32"/>
                  </a:cubicBezTo>
                  <a:cubicBezTo>
                    <a:pt x="7666" y="838"/>
                    <a:pt x="7022" y="1490"/>
                    <a:pt x="6229" y="1490"/>
                  </a:cubicBezTo>
                  <a:cubicBezTo>
                    <a:pt x="5437" y="1490"/>
                    <a:pt x="4793" y="838"/>
                    <a:pt x="4793" y="32"/>
                  </a:cubicBezTo>
                  <a:cubicBezTo>
                    <a:pt x="4793" y="23"/>
                    <a:pt x="4795" y="12"/>
                    <a:pt x="4795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22" name="Google Shape;4222;p71"/>
            <p:cNvSpPr/>
            <p:nvPr/>
          </p:nvSpPr>
          <p:spPr>
            <a:xfrm>
              <a:off x="6895650" y="3127761"/>
              <a:ext cx="420489" cy="212471"/>
            </a:xfrm>
            <a:custGeom>
              <a:avLst/>
              <a:gdLst/>
              <a:ahLst/>
              <a:cxnLst/>
              <a:rect l="l" t="t" r="r" b="b"/>
              <a:pathLst>
                <a:path w="12652" h="6393" extrusionOk="0">
                  <a:moveTo>
                    <a:pt x="6326" y="0"/>
                  </a:moveTo>
                  <a:cubicBezTo>
                    <a:pt x="2832" y="0"/>
                    <a:pt x="1" y="2833"/>
                    <a:pt x="1" y="6326"/>
                  </a:cubicBezTo>
                  <a:lnTo>
                    <a:pt x="1" y="6393"/>
                  </a:lnTo>
                  <a:lnTo>
                    <a:pt x="4883" y="6393"/>
                  </a:lnTo>
                  <a:cubicBezTo>
                    <a:pt x="4883" y="6382"/>
                    <a:pt x="4882" y="6370"/>
                    <a:pt x="4882" y="6359"/>
                  </a:cubicBezTo>
                  <a:cubicBezTo>
                    <a:pt x="4882" y="5555"/>
                    <a:pt x="5534" y="4904"/>
                    <a:pt x="6337" y="4904"/>
                  </a:cubicBezTo>
                  <a:cubicBezTo>
                    <a:pt x="7141" y="4904"/>
                    <a:pt x="7793" y="5555"/>
                    <a:pt x="7793" y="6359"/>
                  </a:cubicBezTo>
                  <a:cubicBezTo>
                    <a:pt x="7793" y="6370"/>
                    <a:pt x="7791" y="6382"/>
                    <a:pt x="7791" y="6393"/>
                  </a:cubicBezTo>
                  <a:lnTo>
                    <a:pt x="12651" y="6393"/>
                  </a:lnTo>
                  <a:lnTo>
                    <a:pt x="12651" y="6326"/>
                  </a:lnTo>
                  <a:cubicBezTo>
                    <a:pt x="12651" y="2833"/>
                    <a:pt x="9820" y="0"/>
                    <a:pt x="632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23" name="Google Shape;4223;p71"/>
            <p:cNvSpPr/>
            <p:nvPr/>
          </p:nvSpPr>
          <p:spPr>
            <a:xfrm>
              <a:off x="7399482" y="3126697"/>
              <a:ext cx="420489" cy="212438"/>
            </a:xfrm>
            <a:custGeom>
              <a:avLst/>
              <a:gdLst/>
              <a:ahLst/>
              <a:cxnLst/>
              <a:rect l="l" t="t" r="r" b="b"/>
              <a:pathLst>
                <a:path w="12652" h="6392" extrusionOk="0">
                  <a:moveTo>
                    <a:pt x="6326" y="0"/>
                  </a:moveTo>
                  <a:cubicBezTo>
                    <a:pt x="2832" y="0"/>
                    <a:pt x="1" y="2832"/>
                    <a:pt x="1" y="6326"/>
                  </a:cubicBezTo>
                  <a:lnTo>
                    <a:pt x="1" y="6391"/>
                  </a:lnTo>
                  <a:lnTo>
                    <a:pt x="4883" y="6391"/>
                  </a:lnTo>
                  <a:cubicBezTo>
                    <a:pt x="4883" y="6380"/>
                    <a:pt x="4882" y="6369"/>
                    <a:pt x="4882" y="6358"/>
                  </a:cubicBezTo>
                  <a:cubicBezTo>
                    <a:pt x="4882" y="5554"/>
                    <a:pt x="5533" y="4902"/>
                    <a:pt x="6337" y="4902"/>
                  </a:cubicBezTo>
                  <a:cubicBezTo>
                    <a:pt x="7141" y="4902"/>
                    <a:pt x="7793" y="5554"/>
                    <a:pt x="7793" y="6358"/>
                  </a:cubicBezTo>
                  <a:cubicBezTo>
                    <a:pt x="7793" y="6369"/>
                    <a:pt x="7791" y="6380"/>
                    <a:pt x="7791" y="6391"/>
                  </a:cubicBezTo>
                  <a:lnTo>
                    <a:pt x="12650" y="6391"/>
                  </a:lnTo>
                  <a:lnTo>
                    <a:pt x="12650" y="6326"/>
                  </a:lnTo>
                  <a:cubicBezTo>
                    <a:pt x="12651" y="2833"/>
                    <a:pt x="9819" y="0"/>
                    <a:pt x="632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24" name="Google Shape;4224;p71"/>
            <p:cNvSpPr/>
            <p:nvPr/>
          </p:nvSpPr>
          <p:spPr>
            <a:xfrm>
              <a:off x="7911823" y="3126697"/>
              <a:ext cx="420489" cy="212438"/>
            </a:xfrm>
            <a:custGeom>
              <a:avLst/>
              <a:gdLst/>
              <a:ahLst/>
              <a:cxnLst/>
              <a:rect l="l" t="t" r="r" b="b"/>
              <a:pathLst>
                <a:path w="12652" h="6392" extrusionOk="0">
                  <a:moveTo>
                    <a:pt x="6326" y="0"/>
                  </a:moveTo>
                  <a:cubicBezTo>
                    <a:pt x="2832" y="0"/>
                    <a:pt x="1" y="2832"/>
                    <a:pt x="1" y="6326"/>
                  </a:cubicBezTo>
                  <a:lnTo>
                    <a:pt x="1" y="6391"/>
                  </a:lnTo>
                  <a:lnTo>
                    <a:pt x="4883" y="6391"/>
                  </a:lnTo>
                  <a:cubicBezTo>
                    <a:pt x="4883" y="6380"/>
                    <a:pt x="4882" y="6369"/>
                    <a:pt x="4882" y="6358"/>
                  </a:cubicBezTo>
                  <a:cubicBezTo>
                    <a:pt x="4882" y="5554"/>
                    <a:pt x="5533" y="4902"/>
                    <a:pt x="6337" y="4902"/>
                  </a:cubicBezTo>
                  <a:cubicBezTo>
                    <a:pt x="7141" y="4902"/>
                    <a:pt x="7793" y="5554"/>
                    <a:pt x="7793" y="6358"/>
                  </a:cubicBezTo>
                  <a:cubicBezTo>
                    <a:pt x="7793" y="6369"/>
                    <a:pt x="7791" y="6380"/>
                    <a:pt x="7791" y="6391"/>
                  </a:cubicBezTo>
                  <a:lnTo>
                    <a:pt x="12650" y="6391"/>
                  </a:lnTo>
                  <a:lnTo>
                    <a:pt x="12650" y="6326"/>
                  </a:lnTo>
                  <a:cubicBezTo>
                    <a:pt x="12651" y="2833"/>
                    <a:pt x="9819" y="0"/>
                    <a:pt x="632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225" name="Google Shape;4225;p71"/>
            <p:cNvGrpSpPr/>
            <p:nvPr/>
          </p:nvGrpSpPr>
          <p:grpSpPr>
            <a:xfrm>
              <a:off x="6995957" y="3335810"/>
              <a:ext cx="1230393" cy="71754"/>
              <a:chOff x="6995957" y="3287964"/>
              <a:chExt cx="1230393" cy="71754"/>
            </a:xfrm>
          </p:grpSpPr>
          <p:sp>
            <p:nvSpPr>
              <p:cNvPr id="4226" name="Google Shape;4226;p71"/>
              <p:cNvSpPr/>
              <p:nvPr/>
            </p:nvSpPr>
            <p:spPr>
              <a:xfrm>
                <a:off x="8006733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1" y="647"/>
                    </a:moveTo>
                    <a:cubicBezTo>
                      <a:pt x="3723" y="647"/>
                      <a:pt x="3935" y="820"/>
                      <a:pt x="3936" y="1080"/>
                    </a:cubicBezTo>
                    <a:cubicBezTo>
                      <a:pt x="3936" y="1318"/>
                      <a:pt x="3743" y="1512"/>
                      <a:pt x="3504" y="1512"/>
                    </a:cubicBezTo>
                    <a:cubicBezTo>
                      <a:pt x="3118" y="1512"/>
                      <a:pt x="2924" y="1048"/>
                      <a:pt x="3198" y="775"/>
                    </a:cubicBezTo>
                    <a:cubicBezTo>
                      <a:pt x="3286" y="687"/>
                      <a:pt x="3395" y="647"/>
                      <a:pt x="3501" y="647"/>
                    </a:cubicBezTo>
                    <a:close/>
                    <a:moveTo>
                      <a:pt x="3504" y="0"/>
                    </a:moveTo>
                    <a:cubicBezTo>
                      <a:pt x="3051" y="0"/>
                      <a:pt x="2646" y="282"/>
                      <a:pt x="2490" y="708"/>
                    </a:cubicBezTo>
                    <a:lnTo>
                      <a:pt x="357" y="708"/>
                    </a:lnTo>
                    <a:cubicBezTo>
                      <a:pt x="160" y="708"/>
                      <a:pt x="0" y="868"/>
                      <a:pt x="0" y="1065"/>
                    </a:cubicBezTo>
                    <a:lnTo>
                      <a:pt x="0" y="1129"/>
                    </a:lnTo>
                    <a:cubicBezTo>
                      <a:pt x="0" y="1326"/>
                      <a:pt x="160" y="1486"/>
                      <a:pt x="357" y="1486"/>
                    </a:cubicBezTo>
                    <a:lnTo>
                      <a:pt x="2502" y="1486"/>
                    </a:lnTo>
                    <a:cubicBezTo>
                      <a:pt x="2668" y="1893"/>
                      <a:pt x="3064" y="2159"/>
                      <a:pt x="3502" y="2159"/>
                    </a:cubicBezTo>
                    <a:cubicBezTo>
                      <a:pt x="3943" y="2159"/>
                      <a:pt x="4338" y="1893"/>
                      <a:pt x="4503" y="1486"/>
                    </a:cubicBezTo>
                    <a:lnTo>
                      <a:pt x="6271" y="1486"/>
                    </a:lnTo>
                    <a:cubicBezTo>
                      <a:pt x="6457" y="1486"/>
                      <a:pt x="6607" y="1336"/>
                      <a:pt x="6607" y="1150"/>
                    </a:cubicBezTo>
                    <a:lnTo>
                      <a:pt x="6607" y="1044"/>
                    </a:lnTo>
                    <a:cubicBezTo>
                      <a:pt x="6607" y="859"/>
                      <a:pt x="6457" y="710"/>
                      <a:pt x="6271" y="708"/>
                    </a:cubicBezTo>
                    <a:lnTo>
                      <a:pt x="4518" y="708"/>
                    </a:lnTo>
                    <a:cubicBezTo>
                      <a:pt x="4362" y="282"/>
                      <a:pt x="3957" y="0"/>
                      <a:pt x="3504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27" name="Google Shape;4227;p71"/>
              <p:cNvSpPr/>
              <p:nvPr/>
            </p:nvSpPr>
            <p:spPr>
              <a:xfrm>
                <a:off x="7756540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0" y="647"/>
                    </a:moveTo>
                    <a:cubicBezTo>
                      <a:pt x="3722" y="647"/>
                      <a:pt x="3935" y="820"/>
                      <a:pt x="3935" y="1080"/>
                    </a:cubicBezTo>
                    <a:cubicBezTo>
                      <a:pt x="3935" y="1318"/>
                      <a:pt x="3741" y="1512"/>
                      <a:pt x="3503" y="1512"/>
                    </a:cubicBezTo>
                    <a:cubicBezTo>
                      <a:pt x="3117" y="1512"/>
                      <a:pt x="2925" y="1048"/>
                      <a:pt x="3197" y="775"/>
                    </a:cubicBezTo>
                    <a:cubicBezTo>
                      <a:pt x="3285" y="687"/>
                      <a:pt x="3393" y="647"/>
                      <a:pt x="3500" y="647"/>
                    </a:cubicBezTo>
                    <a:close/>
                    <a:moveTo>
                      <a:pt x="3503" y="0"/>
                    </a:moveTo>
                    <a:cubicBezTo>
                      <a:pt x="3049" y="0"/>
                      <a:pt x="2644" y="282"/>
                      <a:pt x="2489" y="708"/>
                    </a:cubicBezTo>
                    <a:lnTo>
                      <a:pt x="358" y="708"/>
                    </a:lnTo>
                    <a:cubicBezTo>
                      <a:pt x="159" y="708"/>
                      <a:pt x="0" y="868"/>
                      <a:pt x="0" y="1065"/>
                    </a:cubicBezTo>
                    <a:lnTo>
                      <a:pt x="0" y="1129"/>
                    </a:lnTo>
                    <a:cubicBezTo>
                      <a:pt x="0" y="1326"/>
                      <a:pt x="159" y="1486"/>
                      <a:pt x="358" y="1486"/>
                    </a:cubicBezTo>
                    <a:lnTo>
                      <a:pt x="2502" y="1486"/>
                    </a:lnTo>
                    <a:cubicBezTo>
                      <a:pt x="2668" y="1893"/>
                      <a:pt x="3064" y="2159"/>
                      <a:pt x="3503" y="2159"/>
                    </a:cubicBezTo>
                    <a:cubicBezTo>
                      <a:pt x="3941" y="2159"/>
                      <a:pt x="4338" y="1893"/>
                      <a:pt x="4503" y="1486"/>
                    </a:cubicBezTo>
                    <a:lnTo>
                      <a:pt x="6271" y="1486"/>
                    </a:lnTo>
                    <a:cubicBezTo>
                      <a:pt x="6457" y="1486"/>
                      <a:pt x="6608" y="1336"/>
                      <a:pt x="6608" y="1150"/>
                    </a:cubicBezTo>
                    <a:lnTo>
                      <a:pt x="6608" y="1044"/>
                    </a:lnTo>
                    <a:cubicBezTo>
                      <a:pt x="6606" y="859"/>
                      <a:pt x="6455" y="708"/>
                      <a:pt x="6270" y="708"/>
                    </a:cubicBezTo>
                    <a:lnTo>
                      <a:pt x="4516" y="708"/>
                    </a:lnTo>
                    <a:cubicBezTo>
                      <a:pt x="4361" y="282"/>
                      <a:pt x="3956" y="0"/>
                      <a:pt x="3503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28" name="Google Shape;4228;p71"/>
              <p:cNvSpPr/>
              <p:nvPr/>
            </p:nvSpPr>
            <p:spPr>
              <a:xfrm>
                <a:off x="7496443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0" y="647"/>
                    </a:moveTo>
                    <a:cubicBezTo>
                      <a:pt x="3722" y="647"/>
                      <a:pt x="3935" y="820"/>
                      <a:pt x="3935" y="1080"/>
                    </a:cubicBezTo>
                    <a:cubicBezTo>
                      <a:pt x="3935" y="1318"/>
                      <a:pt x="3743" y="1512"/>
                      <a:pt x="3504" y="1512"/>
                    </a:cubicBezTo>
                    <a:cubicBezTo>
                      <a:pt x="3119" y="1512"/>
                      <a:pt x="2925" y="1048"/>
                      <a:pt x="3197" y="775"/>
                    </a:cubicBezTo>
                    <a:cubicBezTo>
                      <a:pt x="3285" y="687"/>
                      <a:pt x="3394" y="647"/>
                      <a:pt x="3500" y="647"/>
                    </a:cubicBezTo>
                    <a:close/>
                    <a:moveTo>
                      <a:pt x="3504" y="0"/>
                    </a:moveTo>
                    <a:cubicBezTo>
                      <a:pt x="3050" y="0"/>
                      <a:pt x="2646" y="282"/>
                      <a:pt x="2491" y="708"/>
                    </a:cubicBezTo>
                    <a:lnTo>
                      <a:pt x="358" y="708"/>
                    </a:lnTo>
                    <a:cubicBezTo>
                      <a:pt x="159" y="708"/>
                      <a:pt x="1" y="868"/>
                      <a:pt x="1" y="1065"/>
                    </a:cubicBezTo>
                    <a:lnTo>
                      <a:pt x="1" y="1129"/>
                    </a:lnTo>
                    <a:cubicBezTo>
                      <a:pt x="1" y="1326"/>
                      <a:pt x="159" y="1486"/>
                      <a:pt x="358" y="1486"/>
                    </a:cubicBezTo>
                    <a:lnTo>
                      <a:pt x="2502" y="1486"/>
                    </a:lnTo>
                    <a:cubicBezTo>
                      <a:pt x="2669" y="1893"/>
                      <a:pt x="3064" y="2159"/>
                      <a:pt x="3503" y="2159"/>
                    </a:cubicBezTo>
                    <a:cubicBezTo>
                      <a:pt x="3943" y="2159"/>
                      <a:pt x="4339" y="1893"/>
                      <a:pt x="4504" y="1486"/>
                    </a:cubicBezTo>
                    <a:lnTo>
                      <a:pt x="6272" y="1486"/>
                    </a:lnTo>
                    <a:cubicBezTo>
                      <a:pt x="6457" y="1486"/>
                      <a:pt x="6608" y="1336"/>
                      <a:pt x="6608" y="1150"/>
                    </a:cubicBezTo>
                    <a:lnTo>
                      <a:pt x="6608" y="1044"/>
                    </a:lnTo>
                    <a:cubicBezTo>
                      <a:pt x="6608" y="859"/>
                      <a:pt x="6457" y="710"/>
                      <a:pt x="6272" y="708"/>
                    </a:cubicBezTo>
                    <a:lnTo>
                      <a:pt x="4518" y="708"/>
                    </a:lnTo>
                    <a:cubicBezTo>
                      <a:pt x="4361" y="282"/>
                      <a:pt x="3958" y="0"/>
                      <a:pt x="3504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29" name="Google Shape;4229;p71"/>
              <p:cNvSpPr/>
              <p:nvPr/>
            </p:nvSpPr>
            <p:spPr>
              <a:xfrm>
                <a:off x="7243757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0" y="647"/>
                    </a:moveTo>
                    <a:cubicBezTo>
                      <a:pt x="3722" y="647"/>
                      <a:pt x="3935" y="820"/>
                      <a:pt x="3935" y="1080"/>
                    </a:cubicBezTo>
                    <a:cubicBezTo>
                      <a:pt x="3935" y="1318"/>
                      <a:pt x="3743" y="1512"/>
                      <a:pt x="3503" y="1512"/>
                    </a:cubicBezTo>
                    <a:cubicBezTo>
                      <a:pt x="3118" y="1512"/>
                      <a:pt x="2925" y="1048"/>
                      <a:pt x="3197" y="775"/>
                    </a:cubicBezTo>
                    <a:cubicBezTo>
                      <a:pt x="3285" y="687"/>
                      <a:pt x="3394" y="647"/>
                      <a:pt x="3500" y="647"/>
                    </a:cubicBezTo>
                    <a:close/>
                    <a:moveTo>
                      <a:pt x="3503" y="0"/>
                    </a:moveTo>
                    <a:cubicBezTo>
                      <a:pt x="3050" y="0"/>
                      <a:pt x="2644" y="282"/>
                      <a:pt x="2489" y="708"/>
                    </a:cubicBezTo>
                    <a:lnTo>
                      <a:pt x="358" y="708"/>
                    </a:lnTo>
                    <a:cubicBezTo>
                      <a:pt x="159" y="708"/>
                      <a:pt x="1" y="868"/>
                      <a:pt x="1" y="1065"/>
                    </a:cubicBezTo>
                    <a:lnTo>
                      <a:pt x="1" y="1129"/>
                    </a:lnTo>
                    <a:cubicBezTo>
                      <a:pt x="1" y="1326"/>
                      <a:pt x="159" y="1486"/>
                      <a:pt x="358" y="1486"/>
                    </a:cubicBezTo>
                    <a:lnTo>
                      <a:pt x="2502" y="1486"/>
                    </a:lnTo>
                    <a:cubicBezTo>
                      <a:pt x="2668" y="1893"/>
                      <a:pt x="3064" y="2159"/>
                      <a:pt x="3503" y="2159"/>
                    </a:cubicBezTo>
                    <a:cubicBezTo>
                      <a:pt x="3943" y="2159"/>
                      <a:pt x="4339" y="1893"/>
                      <a:pt x="4504" y="1486"/>
                    </a:cubicBezTo>
                    <a:lnTo>
                      <a:pt x="6271" y="1486"/>
                    </a:lnTo>
                    <a:cubicBezTo>
                      <a:pt x="6457" y="1486"/>
                      <a:pt x="6608" y="1336"/>
                      <a:pt x="6608" y="1150"/>
                    </a:cubicBezTo>
                    <a:lnTo>
                      <a:pt x="6608" y="1044"/>
                    </a:lnTo>
                    <a:cubicBezTo>
                      <a:pt x="6608" y="859"/>
                      <a:pt x="6457" y="710"/>
                      <a:pt x="6271" y="708"/>
                    </a:cubicBezTo>
                    <a:lnTo>
                      <a:pt x="4516" y="708"/>
                    </a:lnTo>
                    <a:cubicBezTo>
                      <a:pt x="4361" y="282"/>
                      <a:pt x="3956" y="0"/>
                      <a:pt x="3503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30" name="Google Shape;4230;p71"/>
              <p:cNvSpPr/>
              <p:nvPr/>
            </p:nvSpPr>
            <p:spPr>
              <a:xfrm>
                <a:off x="6995957" y="3287964"/>
                <a:ext cx="219617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6608" h="2159" extrusionOk="0">
                    <a:moveTo>
                      <a:pt x="3502" y="647"/>
                    </a:moveTo>
                    <a:cubicBezTo>
                      <a:pt x="3724" y="647"/>
                      <a:pt x="3937" y="820"/>
                      <a:pt x="3937" y="1080"/>
                    </a:cubicBezTo>
                    <a:cubicBezTo>
                      <a:pt x="3937" y="1318"/>
                      <a:pt x="3743" y="1512"/>
                      <a:pt x="3505" y="1512"/>
                    </a:cubicBezTo>
                    <a:cubicBezTo>
                      <a:pt x="3119" y="1512"/>
                      <a:pt x="2926" y="1048"/>
                      <a:pt x="3199" y="775"/>
                    </a:cubicBezTo>
                    <a:cubicBezTo>
                      <a:pt x="3287" y="687"/>
                      <a:pt x="3395" y="647"/>
                      <a:pt x="3502" y="647"/>
                    </a:cubicBezTo>
                    <a:close/>
                    <a:moveTo>
                      <a:pt x="3505" y="0"/>
                    </a:moveTo>
                    <a:cubicBezTo>
                      <a:pt x="3051" y="0"/>
                      <a:pt x="2646" y="282"/>
                      <a:pt x="2491" y="708"/>
                    </a:cubicBezTo>
                    <a:lnTo>
                      <a:pt x="358" y="708"/>
                    </a:lnTo>
                    <a:cubicBezTo>
                      <a:pt x="161" y="708"/>
                      <a:pt x="1" y="868"/>
                      <a:pt x="1" y="1065"/>
                    </a:cubicBezTo>
                    <a:lnTo>
                      <a:pt x="1" y="1129"/>
                    </a:lnTo>
                    <a:cubicBezTo>
                      <a:pt x="1" y="1326"/>
                      <a:pt x="161" y="1486"/>
                      <a:pt x="358" y="1486"/>
                    </a:cubicBezTo>
                    <a:lnTo>
                      <a:pt x="2504" y="1486"/>
                    </a:lnTo>
                    <a:cubicBezTo>
                      <a:pt x="2669" y="1893"/>
                      <a:pt x="3064" y="2159"/>
                      <a:pt x="3505" y="2159"/>
                    </a:cubicBezTo>
                    <a:cubicBezTo>
                      <a:pt x="3943" y="2159"/>
                      <a:pt x="4339" y="1893"/>
                      <a:pt x="4505" y="1486"/>
                    </a:cubicBezTo>
                    <a:lnTo>
                      <a:pt x="6272" y="1486"/>
                    </a:lnTo>
                    <a:cubicBezTo>
                      <a:pt x="6457" y="1486"/>
                      <a:pt x="6608" y="1336"/>
                      <a:pt x="6608" y="1150"/>
                    </a:cubicBezTo>
                    <a:lnTo>
                      <a:pt x="6608" y="1044"/>
                    </a:lnTo>
                    <a:cubicBezTo>
                      <a:pt x="6608" y="859"/>
                      <a:pt x="6457" y="710"/>
                      <a:pt x="6272" y="708"/>
                    </a:cubicBezTo>
                    <a:lnTo>
                      <a:pt x="4518" y="708"/>
                    </a:lnTo>
                    <a:cubicBezTo>
                      <a:pt x="4363" y="282"/>
                      <a:pt x="3958" y="0"/>
                      <a:pt x="3505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231" name="Google Shape;4231;p71"/>
          <p:cNvGrpSpPr/>
          <p:nvPr/>
        </p:nvGrpSpPr>
        <p:grpSpPr>
          <a:xfrm>
            <a:off x="9123520" y="4708029"/>
            <a:ext cx="2109149" cy="867500"/>
            <a:chOff x="6777990" y="3710194"/>
            <a:chExt cx="1646915" cy="677382"/>
          </a:xfrm>
        </p:grpSpPr>
        <p:grpSp>
          <p:nvGrpSpPr>
            <p:cNvPr id="4232" name="Google Shape;4232;p71"/>
            <p:cNvGrpSpPr/>
            <p:nvPr/>
          </p:nvGrpSpPr>
          <p:grpSpPr>
            <a:xfrm>
              <a:off x="6777990" y="3874492"/>
              <a:ext cx="411129" cy="513083"/>
              <a:chOff x="6777990" y="3874492"/>
              <a:chExt cx="411129" cy="513083"/>
            </a:xfrm>
          </p:grpSpPr>
          <p:cxnSp>
            <p:nvCxnSpPr>
              <p:cNvPr id="4233" name="Google Shape;4233;p71"/>
              <p:cNvCxnSpPr/>
              <p:nvPr/>
            </p:nvCxnSpPr>
            <p:spPr>
              <a:xfrm>
                <a:off x="6977019" y="4216875"/>
                <a:ext cx="0" cy="17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4234" name="Google Shape;4234;p71"/>
              <p:cNvSpPr/>
              <p:nvPr/>
            </p:nvSpPr>
            <p:spPr>
              <a:xfrm>
                <a:off x="6777990" y="3874492"/>
                <a:ext cx="411129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272" h="60023" extrusionOk="0">
                    <a:moveTo>
                      <a:pt x="17333" y="0"/>
                    </a:moveTo>
                    <a:lnTo>
                      <a:pt x="0" y="30011"/>
                    </a:lnTo>
                    <a:lnTo>
                      <a:pt x="17333" y="60023"/>
                    </a:lnTo>
                    <a:lnTo>
                      <a:pt x="51939" y="60023"/>
                    </a:lnTo>
                    <a:lnTo>
                      <a:pt x="69271" y="30011"/>
                    </a:lnTo>
                    <a:lnTo>
                      <a:pt x="51939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35" name="Google Shape;4235;p71"/>
            <p:cNvGrpSpPr/>
            <p:nvPr/>
          </p:nvGrpSpPr>
          <p:grpSpPr>
            <a:xfrm>
              <a:off x="7188425" y="3710194"/>
              <a:ext cx="411123" cy="520535"/>
              <a:chOff x="7188425" y="3710194"/>
              <a:chExt cx="411123" cy="520535"/>
            </a:xfrm>
          </p:grpSpPr>
          <p:cxnSp>
            <p:nvCxnSpPr>
              <p:cNvPr id="4236" name="Google Shape;4236;p71"/>
              <p:cNvCxnSpPr/>
              <p:nvPr/>
            </p:nvCxnSpPr>
            <p:spPr>
              <a:xfrm rot="10800000">
                <a:off x="7393988" y="3710194"/>
                <a:ext cx="0" cy="17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4237" name="Google Shape;4237;p71"/>
              <p:cNvSpPr/>
              <p:nvPr/>
            </p:nvSpPr>
            <p:spPr>
              <a:xfrm>
                <a:off x="7188425" y="3874492"/>
                <a:ext cx="411123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271" h="60023" extrusionOk="0">
                    <a:moveTo>
                      <a:pt x="17274" y="0"/>
                    </a:moveTo>
                    <a:lnTo>
                      <a:pt x="0" y="30011"/>
                    </a:lnTo>
                    <a:lnTo>
                      <a:pt x="17274" y="60023"/>
                    </a:lnTo>
                    <a:lnTo>
                      <a:pt x="51939" y="60023"/>
                    </a:lnTo>
                    <a:lnTo>
                      <a:pt x="69271" y="30011"/>
                    </a:lnTo>
                    <a:lnTo>
                      <a:pt x="51939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38" name="Google Shape;4238;p71"/>
            <p:cNvGrpSpPr/>
            <p:nvPr/>
          </p:nvGrpSpPr>
          <p:grpSpPr>
            <a:xfrm>
              <a:off x="7603341" y="3874492"/>
              <a:ext cx="411474" cy="513083"/>
              <a:chOff x="7603341" y="3874492"/>
              <a:chExt cx="411474" cy="513083"/>
            </a:xfrm>
          </p:grpSpPr>
          <p:cxnSp>
            <p:nvCxnSpPr>
              <p:cNvPr id="4239" name="Google Shape;4239;p71"/>
              <p:cNvCxnSpPr/>
              <p:nvPr/>
            </p:nvCxnSpPr>
            <p:spPr>
              <a:xfrm>
                <a:off x="7809095" y="4216875"/>
                <a:ext cx="0" cy="17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4240" name="Google Shape;4240;p71"/>
              <p:cNvSpPr/>
              <p:nvPr/>
            </p:nvSpPr>
            <p:spPr>
              <a:xfrm>
                <a:off x="7603341" y="3874492"/>
                <a:ext cx="411474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330" h="60023" extrusionOk="0">
                    <a:moveTo>
                      <a:pt x="17333" y="0"/>
                    </a:moveTo>
                    <a:lnTo>
                      <a:pt x="1" y="30011"/>
                    </a:lnTo>
                    <a:lnTo>
                      <a:pt x="17333" y="60023"/>
                    </a:lnTo>
                    <a:lnTo>
                      <a:pt x="51998" y="60023"/>
                    </a:lnTo>
                    <a:lnTo>
                      <a:pt x="69330" y="30011"/>
                    </a:lnTo>
                    <a:lnTo>
                      <a:pt x="51998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41" name="Google Shape;4241;p71"/>
            <p:cNvGrpSpPr/>
            <p:nvPr/>
          </p:nvGrpSpPr>
          <p:grpSpPr>
            <a:xfrm>
              <a:off x="8013776" y="3722847"/>
              <a:ext cx="411129" cy="507881"/>
              <a:chOff x="8013776" y="3722847"/>
              <a:chExt cx="411129" cy="507881"/>
            </a:xfrm>
          </p:grpSpPr>
          <p:cxnSp>
            <p:nvCxnSpPr>
              <p:cNvPr id="4242" name="Google Shape;4242;p71"/>
              <p:cNvCxnSpPr/>
              <p:nvPr/>
            </p:nvCxnSpPr>
            <p:spPr>
              <a:xfrm rot="10800000">
                <a:off x="8219339" y="3722847"/>
                <a:ext cx="0" cy="1698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diamond" w="med" len="med"/>
              </a:ln>
            </p:spPr>
          </p:cxnSp>
          <p:sp>
            <p:nvSpPr>
              <p:cNvPr id="4243" name="Google Shape;4243;p71"/>
              <p:cNvSpPr/>
              <p:nvPr/>
            </p:nvSpPr>
            <p:spPr>
              <a:xfrm>
                <a:off x="8013776" y="3874492"/>
                <a:ext cx="411129" cy="356237"/>
              </a:xfrm>
              <a:custGeom>
                <a:avLst/>
                <a:gdLst/>
                <a:ahLst/>
                <a:cxnLst/>
                <a:rect l="l" t="t" r="r" b="b"/>
                <a:pathLst>
                  <a:path w="69272" h="60023" extrusionOk="0">
                    <a:moveTo>
                      <a:pt x="17333" y="0"/>
                    </a:moveTo>
                    <a:lnTo>
                      <a:pt x="0" y="30011"/>
                    </a:lnTo>
                    <a:lnTo>
                      <a:pt x="17333" y="60023"/>
                    </a:lnTo>
                    <a:lnTo>
                      <a:pt x="51939" y="60023"/>
                    </a:lnTo>
                    <a:lnTo>
                      <a:pt x="69271" y="30011"/>
                    </a:lnTo>
                    <a:lnTo>
                      <a:pt x="51939" y="0"/>
                    </a:lnTo>
                    <a:close/>
                  </a:path>
                </a:pathLst>
              </a:custGeom>
              <a:solidFill>
                <a:srgbClr val="435D74"/>
              </a:solidFill>
              <a:ln w="19050" cap="flat" cmpd="sng">
                <a:solidFill>
                  <a:srgbClr val="A5B7C5"/>
                </a:solidFill>
                <a:prstDash val="solid"/>
                <a:miter lim="5816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244" name="Google Shape;4244;p71"/>
          <p:cNvGrpSpPr/>
          <p:nvPr/>
        </p:nvGrpSpPr>
        <p:grpSpPr>
          <a:xfrm>
            <a:off x="7016207" y="3605149"/>
            <a:ext cx="1895852" cy="1360804"/>
            <a:chOff x="5190863" y="2824811"/>
            <a:chExt cx="1544860" cy="1108869"/>
          </a:xfrm>
        </p:grpSpPr>
        <p:grpSp>
          <p:nvGrpSpPr>
            <p:cNvPr id="4245" name="Google Shape;4245;p71"/>
            <p:cNvGrpSpPr/>
            <p:nvPr/>
          </p:nvGrpSpPr>
          <p:grpSpPr>
            <a:xfrm>
              <a:off x="5938695" y="3176919"/>
              <a:ext cx="685761" cy="404739"/>
              <a:chOff x="5938695" y="3176919"/>
              <a:chExt cx="685761" cy="404739"/>
            </a:xfrm>
          </p:grpSpPr>
          <p:grpSp>
            <p:nvGrpSpPr>
              <p:cNvPr id="4246" name="Google Shape;4246;p71"/>
              <p:cNvGrpSpPr/>
              <p:nvPr/>
            </p:nvGrpSpPr>
            <p:grpSpPr>
              <a:xfrm>
                <a:off x="5938695" y="3176919"/>
                <a:ext cx="685761" cy="404739"/>
                <a:chOff x="5938695" y="3176919"/>
                <a:chExt cx="685761" cy="404739"/>
              </a:xfrm>
            </p:grpSpPr>
            <p:sp>
              <p:nvSpPr>
                <p:cNvPr id="4247" name="Google Shape;4247;p71"/>
                <p:cNvSpPr/>
                <p:nvPr/>
              </p:nvSpPr>
              <p:spPr>
                <a:xfrm>
                  <a:off x="5938695" y="3176919"/>
                  <a:ext cx="404679" cy="404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9" h="9651" extrusionOk="0">
                      <a:moveTo>
                        <a:pt x="4922" y="1"/>
                      </a:moveTo>
                      <a:cubicBezTo>
                        <a:pt x="4890" y="1"/>
                        <a:pt x="4858" y="2"/>
                        <a:pt x="4826" y="2"/>
                      </a:cubicBezTo>
                      <a:lnTo>
                        <a:pt x="4826" y="1251"/>
                      </a:lnTo>
                      <a:cubicBezTo>
                        <a:pt x="4858" y="1251"/>
                        <a:pt x="4890" y="1251"/>
                        <a:pt x="4922" y="1253"/>
                      </a:cubicBezTo>
                      <a:lnTo>
                        <a:pt x="4925" y="1253"/>
                      </a:lnTo>
                      <a:cubicBezTo>
                        <a:pt x="6858" y="1309"/>
                        <a:pt x="8395" y="2891"/>
                        <a:pt x="8395" y="4825"/>
                      </a:cubicBezTo>
                      <a:cubicBezTo>
                        <a:pt x="8395" y="4845"/>
                        <a:pt x="8393" y="4864"/>
                        <a:pt x="8393" y="4883"/>
                      </a:cubicBezTo>
                      <a:cubicBezTo>
                        <a:pt x="8361" y="6814"/>
                        <a:pt x="6800" y="8371"/>
                        <a:pt x="4869" y="8396"/>
                      </a:cubicBezTo>
                      <a:cubicBezTo>
                        <a:pt x="4853" y="8397"/>
                        <a:pt x="4837" y="8397"/>
                        <a:pt x="4820" y="8397"/>
                      </a:cubicBezTo>
                      <a:cubicBezTo>
                        <a:pt x="2911" y="8397"/>
                        <a:pt x="1336" y="6893"/>
                        <a:pt x="1253" y="4979"/>
                      </a:cubicBezTo>
                      <a:lnTo>
                        <a:pt x="1253" y="4971"/>
                      </a:lnTo>
                      <a:cubicBezTo>
                        <a:pt x="1251" y="4942"/>
                        <a:pt x="1251" y="4912"/>
                        <a:pt x="1251" y="4883"/>
                      </a:cubicBezTo>
                      <a:lnTo>
                        <a:pt x="2" y="4883"/>
                      </a:lnTo>
                      <a:cubicBezTo>
                        <a:pt x="2" y="4913"/>
                        <a:pt x="2" y="4944"/>
                        <a:pt x="1" y="4976"/>
                      </a:cubicBezTo>
                      <a:lnTo>
                        <a:pt x="1" y="4979"/>
                      </a:lnTo>
                      <a:cubicBezTo>
                        <a:pt x="23" y="5762"/>
                        <a:pt x="238" y="6528"/>
                        <a:pt x="627" y="7208"/>
                      </a:cubicBezTo>
                      <a:cubicBezTo>
                        <a:pt x="1484" y="8717"/>
                        <a:pt x="3085" y="9650"/>
                        <a:pt x="4822" y="9650"/>
                      </a:cubicBezTo>
                      <a:cubicBezTo>
                        <a:pt x="7468" y="9650"/>
                        <a:pt x="9614" y="7520"/>
                        <a:pt x="9646" y="4883"/>
                      </a:cubicBezTo>
                      <a:cubicBezTo>
                        <a:pt x="9646" y="4864"/>
                        <a:pt x="9647" y="4845"/>
                        <a:pt x="9647" y="4825"/>
                      </a:cubicBezTo>
                      <a:cubicBezTo>
                        <a:pt x="9649" y="3088"/>
                        <a:pt x="8714" y="1483"/>
                        <a:pt x="7200" y="628"/>
                      </a:cubicBezTo>
                      <a:cubicBezTo>
                        <a:pt x="6746" y="369"/>
                        <a:pt x="6251" y="186"/>
                        <a:pt x="5737" y="87"/>
                      </a:cubicBezTo>
                      <a:cubicBezTo>
                        <a:pt x="5468" y="36"/>
                        <a:pt x="5195" y="7"/>
                        <a:pt x="4922" y="1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48" name="Google Shape;4248;p71"/>
                <p:cNvSpPr/>
                <p:nvPr/>
              </p:nvSpPr>
              <p:spPr>
                <a:xfrm>
                  <a:off x="6256893" y="3285705"/>
                  <a:ext cx="367562" cy="187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4" h="4477" extrusionOk="0">
                      <a:moveTo>
                        <a:pt x="6645" y="1"/>
                      </a:moveTo>
                      <a:cubicBezTo>
                        <a:pt x="6644" y="1"/>
                        <a:pt x="6643" y="1"/>
                        <a:pt x="6642" y="1"/>
                      </a:cubicBezTo>
                      <a:lnTo>
                        <a:pt x="14" y="1"/>
                      </a:lnTo>
                      <a:cubicBezTo>
                        <a:pt x="1061" y="1309"/>
                        <a:pt x="1055" y="3173"/>
                        <a:pt x="1" y="4476"/>
                      </a:cubicBezTo>
                      <a:lnTo>
                        <a:pt x="6642" y="4476"/>
                      </a:lnTo>
                      <a:cubicBezTo>
                        <a:pt x="7814" y="4476"/>
                        <a:pt x="8763" y="3527"/>
                        <a:pt x="8763" y="2355"/>
                      </a:cubicBezTo>
                      <a:lnTo>
                        <a:pt x="8763" y="2121"/>
                      </a:lnTo>
                      <a:cubicBezTo>
                        <a:pt x="8762" y="950"/>
                        <a:pt x="7814" y="1"/>
                        <a:pt x="6645" y="1"/>
                      </a:cubicBez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49" name="Google Shape;4249;p71"/>
              <p:cNvSpPr/>
              <p:nvPr/>
            </p:nvSpPr>
            <p:spPr>
              <a:xfrm>
                <a:off x="6044300" y="3282475"/>
                <a:ext cx="191959" cy="191990"/>
              </a:xfrm>
              <a:custGeom>
                <a:avLst/>
                <a:gdLst/>
                <a:ahLst/>
                <a:cxnLst/>
                <a:rect l="l" t="t" r="r" b="b"/>
                <a:pathLst>
                  <a:path w="4577" h="4578" extrusionOk="0">
                    <a:moveTo>
                      <a:pt x="2288" y="1"/>
                    </a:moveTo>
                    <a:cubicBezTo>
                      <a:pt x="1025" y="1"/>
                      <a:pt x="0" y="1024"/>
                      <a:pt x="0" y="2289"/>
                    </a:cubicBezTo>
                    <a:cubicBezTo>
                      <a:pt x="0" y="3553"/>
                      <a:pt x="1025" y="4577"/>
                      <a:pt x="2288" y="4577"/>
                    </a:cubicBezTo>
                    <a:cubicBezTo>
                      <a:pt x="3552" y="4577"/>
                      <a:pt x="4577" y="3553"/>
                      <a:pt x="4577" y="2289"/>
                    </a:cubicBezTo>
                    <a:cubicBezTo>
                      <a:pt x="4577" y="1024"/>
                      <a:pt x="3552" y="1"/>
                      <a:pt x="2288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50" name="Google Shape;4250;p71"/>
            <p:cNvGrpSpPr/>
            <p:nvPr/>
          </p:nvGrpSpPr>
          <p:grpSpPr>
            <a:xfrm>
              <a:off x="5305233" y="3176835"/>
              <a:ext cx="685971" cy="404655"/>
              <a:chOff x="5305233" y="3176835"/>
              <a:chExt cx="685971" cy="404655"/>
            </a:xfrm>
          </p:grpSpPr>
          <p:grpSp>
            <p:nvGrpSpPr>
              <p:cNvPr id="4251" name="Google Shape;4251;p71"/>
              <p:cNvGrpSpPr/>
              <p:nvPr/>
            </p:nvGrpSpPr>
            <p:grpSpPr>
              <a:xfrm>
                <a:off x="5305233" y="3176835"/>
                <a:ext cx="685971" cy="404655"/>
                <a:chOff x="5305233" y="3176835"/>
                <a:chExt cx="685971" cy="404655"/>
              </a:xfrm>
            </p:grpSpPr>
            <p:sp>
              <p:nvSpPr>
                <p:cNvPr id="4252" name="Google Shape;4252;p71"/>
                <p:cNvSpPr/>
                <p:nvPr/>
              </p:nvSpPr>
              <p:spPr>
                <a:xfrm>
                  <a:off x="5586650" y="3176835"/>
                  <a:ext cx="404553" cy="404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6" h="9649" extrusionOk="0">
                      <a:moveTo>
                        <a:pt x="4824" y="1"/>
                      </a:moveTo>
                      <a:cubicBezTo>
                        <a:pt x="2159" y="1"/>
                        <a:pt x="1" y="2161"/>
                        <a:pt x="1" y="4826"/>
                      </a:cubicBezTo>
                      <a:lnTo>
                        <a:pt x="1" y="4883"/>
                      </a:lnTo>
                      <a:cubicBezTo>
                        <a:pt x="31" y="7486"/>
                        <a:pt x="2121" y="9594"/>
                        <a:pt x="4724" y="9647"/>
                      </a:cubicBezTo>
                      <a:cubicBezTo>
                        <a:pt x="4756" y="9647"/>
                        <a:pt x="4790" y="9649"/>
                        <a:pt x="4824" y="9649"/>
                      </a:cubicBezTo>
                      <a:lnTo>
                        <a:pt x="4829" y="9649"/>
                      </a:lnTo>
                      <a:cubicBezTo>
                        <a:pt x="4861" y="9649"/>
                        <a:pt x="4893" y="9649"/>
                        <a:pt x="4925" y="9647"/>
                      </a:cubicBezTo>
                      <a:cubicBezTo>
                        <a:pt x="5725" y="9633"/>
                        <a:pt x="6508" y="9417"/>
                        <a:pt x="7205" y="9021"/>
                      </a:cubicBezTo>
                      <a:cubicBezTo>
                        <a:pt x="6508" y="8626"/>
                        <a:pt x="5725" y="8411"/>
                        <a:pt x="4925" y="8395"/>
                      </a:cubicBezTo>
                      <a:cubicBezTo>
                        <a:pt x="4893" y="8397"/>
                        <a:pt x="4861" y="8397"/>
                        <a:pt x="4829" y="8397"/>
                      </a:cubicBezTo>
                      <a:lnTo>
                        <a:pt x="4824" y="8397"/>
                      </a:lnTo>
                      <a:cubicBezTo>
                        <a:pt x="4790" y="8397"/>
                        <a:pt x="4756" y="8397"/>
                        <a:pt x="4724" y="8395"/>
                      </a:cubicBezTo>
                      <a:cubicBezTo>
                        <a:pt x="2817" y="8344"/>
                        <a:pt x="1283" y="6795"/>
                        <a:pt x="1253" y="4883"/>
                      </a:cubicBezTo>
                      <a:cubicBezTo>
                        <a:pt x="1253" y="4863"/>
                        <a:pt x="1251" y="4843"/>
                        <a:pt x="1251" y="4824"/>
                      </a:cubicBezTo>
                      <a:cubicBezTo>
                        <a:pt x="1251" y="2851"/>
                        <a:pt x="2851" y="1252"/>
                        <a:pt x="4824" y="1252"/>
                      </a:cubicBezTo>
                      <a:cubicBezTo>
                        <a:pt x="6745" y="1252"/>
                        <a:pt x="8313" y="2768"/>
                        <a:pt x="8393" y="4670"/>
                      </a:cubicBezTo>
                      <a:lnTo>
                        <a:pt x="8393" y="4674"/>
                      </a:lnTo>
                      <a:cubicBezTo>
                        <a:pt x="8396" y="4723"/>
                        <a:pt x="8396" y="4774"/>
                        <a:pt x="8396" y="4824"/>
                      </a:cubicBezTo>
                      <a:cubicBezTo>
                        <a:pt x="8396" y="4845"/>
                        <a:pt x="8396" y="4863"/>
                        <a:pt x="8396" y="4883"/>
                      </a:cubicBezTo>
                      <a:lnTo>
                        <a:pt x="9644" y="4883"/>
                      </a:lnTo>
                      <a:cubicBezTo>
                        <a:pt x="9644" y="4863"/>
                        <a:pt x="9642" y="4843"/>
                        <a:pt x="9642" y="4824"/>
                      </a:cubicBezTo>
                      <a:cubicBezTo>
                        <a:pt x="9644" y="4778"/>
                        <a:pt x="9644" y="4728"/>
                        <a:pt x="9645" y="4680"/>
                      </a:cubicBezTo>
                      <a:lnTo>
                        <a:pt x="9645" y="4672"/>
                      </a:lnTo>
                      <a:cubicBezTo>
                        <a:pt x="9623" y="3889"/>
                        <a:pt x="9407" y="3124"/>
                        <a:pt x="9019" y="2443"/>
                      </a:cubicBezTo>
                      <a:cubicBezTo>
                        <a:pt x="8163" y="933"/>
                        <a:pt x="6560" y="1"/>
                        <a:pt x="482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53" name="Google Shape;4253;p71"/>
                <p:cNvSpPr/>
                <p:nvPr/>
              </p:nvSpPr>
              <p:spPr>
                <a:xfrm>
                  <a:off x="5305233" y="3285914"/>
                  <a:ext cx="367352" cy="187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59" h="4478" extrusionOk="0">
                      <a:moveTo>
                        <a:pt x="2123" y="0"/>
                      </a:moveTo>
                      <a:cubicBezTo>
                        <a:pt x="951" y="0"/>
                        <a:pt x="1" y="950"/>
                        <a:pt x="1" y="2122"/>
                      </a:cubicBezTo>
                      <a:lnTo>
                        <a:pt x="1" y="2356"/>
                      </a:lnTo>
                      <a:cubicBezTo>
                        <a:pt x="1" y="3528"/>
                        <a:pt x="951" y="4478"/>
                        <a:pt x="2123" y="4478"/>
                      </a:cubicBezTo>
                      <a:lnTo>
                        <a:pt x="8759" y="4478"/>
                      </a:lnTo>
                      <a:cubicBezTo>
                        <a:pt x="7702" y="3176"/>
                        <a:pt x="7694" y="1314"/>
                        <a:pt x="8739" y="2"/>
                      </a:cubicBezTo>
                      <a:lnTo>
                        <a:pt x="8739" y="0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54" name="Google Shape;4254;p71"/>
              <p:cNvSpPr/>
              <p:nvPr/>
            </p:nvSpPr>
            <p:spPr>
              <a:xfrm>
                <a:off x="5694436" y="3282475"/>
                <a:ext cx="192001" cy="191990"/>
              </a:xfrm>
              <a:custGeom>
                <a:avLst/>
                <a:gdLst/>
                <a:ahLst/>
                <a:cxnLst/>
                <a:rect l="l" t="t" r="r" b="b"/>
                <a:pathLst>
                  <a:path w="4578" h="4578" extrusionOk="0">
                    <a:moveTo>
                      <a:pt x="2289" y="1"/>
                    </a:moveTo>
                    <a:cubicBezTo>
                      <a:pt x="1026" y="1"/>
                      <a:pt x="1" y="1024"/>
                      <a:pt x="1" y="2289"/>
                    </a:cubicBezTo>
                    <a:cubicBezTo>
                      <a:pt x="1" y="3553"/>
                      <a:pt x="1026" y="4577"/>
                      <a:pt x="2289" y="4577"/>
                    </a:cubicBezTo>
                    <a:cubicBezTo>
                      <a:pt x="3552" y="4577"/>
                      <a:pt x="4577" y="3553"/>
                      <a:pt x="4577" y="2289"/>
                    </a:cubicBezTo>
                    <a:cubicBezTo>
                      <a:pt x="4577" y="1024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55" name="Google Shape;4255;p71"/>
            <p:cNvSpPr/>
            <p:nvPr/>
          </p:nvSpPr>
          <p:spPr>
            <a:xfrm>
              <a:off x="6103938" y="3114683"/>
              <a:ext cx="40933" cy="7549"/>
            </a:xfrm>
            <a:custGeom>
              <a:avLst/>
              <a:gdLst/>
              <a:ahLst/>
              <a:cxnLst/>
              <a:rect l="l" t="t" r="r" b="b"/>
              <a:pathLst>
                <a:path w="976" h="180" extrusionOk="0">
                  <a:moveTo>
                    <a:pt x="1" y="1"/>
                  </a:moveTo>
                  <a:lnTo>
                    <a:pt x="1" y="1"/>
                  </a:lnTo>
                  <a:cubicBezTo>
                    <a:pt x="279" y="119"/>
                    <a:pt x="578" y="179"/>
                    <a:pt x="881" y="179"/>
                  </a:cubicBezTo>
                  <a:cubicBezTo>
                    <a:pt x="881" y="179"/>
                    <a:pt x="881" y="179"/>
                    <a:pt x="881" y="179"/>
                  </a:cubicBezTo>
                  <a:lnTo>
                    <a:pt x="881" y="179"/>
                  </a:lnTo>
                  <a:cubicBezTo>
                    <a:pt x="882" y="179"/>
                    <a:pt x="882" y="179"/>
                    <a:pt x="882" y="179"/>
                  </a:cubicBezTo>
                  <a:cubicBezTo>
                    <a:pt x="913" y="179"/>
                    <a:pt x="945" y="178"/>
                    <a:pt x="975" y="176"/>
                  </a:cubicBezTo>
                  <a:lnTo>
                    <a:pt x="975" y="176"/>
                  </a:lnTo>
                  <a:cubicBezTo>
                    <a:pt x="943" y="178"/>
                    <a:pt x="913" y="179"/>
                    <a:pt x="881" y="179"/>
                  </a:cubicBezTo>
                  <a:lnTo>
                    <a:pt x="881" y="179"/>
                  </a:lnTo>
                  <a:cubicBezTo>
                    <a:pt x="579" y="179"/>
                    <a:pt x="279" y="119"/>
                    <a:pt x="1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256" name="Google Shape;4256;p71"/>
            <p:cNvGrpSpPr/>
            <p:nvPr/>
          </p:nvGrpSpPr>
          <p:grpSpPr>
            <a:xfrm>
              <a:off x="5657361" y="2824811"/>
              <a:ext cx="1078361" cy="404655"/>
              <a:chOff x="5657361" y="2824811"/>
              <a:chExt cx="1078361" cy="404655"/>
            </a:xfrm>
          </p:grpSpPr>
          <p:grpSp>
            <p:nvGrpSpPr>
              <p:cNvPr id="4257" name="Google Shape;4257;p71"/>
              <p:cNvGrpSpPr/>
              <p:nvPr/>
            </p:nvGrpSpPr>
            <p:grpSpPr>
              <a:xfrm>
                <a:off x="5657361" y="2824811"/>
                <a:ext cx="1078361" cy="404655"/>
                <a:chOff x="5657361" y="2824811"/>
                <a:chExt cx="1078361" cy="404655"/>
              </a:xfrm>
            </p:grpSpPr>
            <p:grpSp>
              <p:nvGrpSpPr>
                <p:cNvPr id="4258" name="Google Shape;4258;p71"/>
                <p:cNvGrpSpPr/>
                <p:nvPr/>
              </p:nvGrpSpPr>
              <p:grpSpPr>
                <a:xfrm>
                  <a:off x="5938485" y="2824811"/>
                  <a:ext cx="797237" cy="404655"/>
                  <a:chOff x="5938485" y="2824811"/>
                  <a:chExt cx="797237" cy="404655"/>
                </a:xfrm>
              </p:grpSpPr>
              <p:sp>
                <p:nvSpPr>
                  <p:cNvPr id="4259" name="Google Shape;4259;p71"/>
                  <p:cNvSpPr/>
                  <p:nvPr/>
                </p:nvSpPr>
                <p:spPr>
                  <a:xfrm>
                    <a:off x="6137952" y="2824811"/>
                    <a:ext cx="597771" cy="3016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53" h="7194" extrusionOk="0">
                        <a:moveTo>
                          <a:pt x="1" y="1"/>
                        </a:moveTo>
                        <a:lnTo>
                          <a:pt x="1" y="1255"/>
                        </a:lnTo>
                        <a:cubicBezTo>
                          <a:pt x="1972" y="1256"/>
                          <a:pt x="3570" y="2856"/>
                          <a:pt x="3570" y="4826"/>
                        </a:cubicBezTo>
                        <a:lnTo>
                          <a:pt x="3570" y="4827"/>
                        </a:lnTo>
                        <a:cubicBezTo>
                          <a:pt x="3570" y="4994"/>
                          <a:pt x="3578" y="5160"/>
                          <a:pt x="3594" y="5322"/>
                        </a:cubicBezTo>
                        <a:cubicBezTo>
                          <a:pt x="3703" y="6385"/>
                          <a:pt x="4598" y="7194"/>
                          <a:pt x="5668" y="7194"/>
                        </a:cubicBezTo>
                        <a:lnTo>
                          <a:pt x="14253" y="7194"/>
                        </a:lnTo>
                        <a:lnTo>
                          <a:pt x="14253" y="6015"/>
                        </a:lnTo>
                        <a:lnTo>
                          <a:pt x="5982" y="6017"/>
                        </a:lnTo>
                        <a:cubicBezTo>
                          <a:pt x="5333" y="6017"/>
                          <a:pt x="4819" y="5485"/>
                          <a:pt x="4821" y="4838"/>
                        </a:cubicBezTo>
                        <a:lnTo>
                          <a:pt x="4821" y="4826"/>
                        </a:lnTo>
                        <a:cubicBezTo>
                          <a:pt x="4821" y="2163"/>
                          <a:pt x="2662" y="2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60" name="Google Shape;4260;p71"/>
                  <p:cNvSpPr/>
                  <p:nvPr/>
                </p:nvSpPr>
                <p:spPr>
                  <a:xfrm>
                    <a:off x="5938485" y="2824811"/>
                    <a:ext cx="202151" cy="4046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20" h="9649" extrusionOk="0">
                        <a:moveTo>
                          <a:pt x="4819" y="1"/>
                        </a:moveTo>
                        <a:cubicBezTo>
                          <a:pt x="2161" y="4"/>
                          <a:pt x="1" y="2167"/>
                          <a:pt x="1" y="4827"/>
                        </a:cubicBezTo>
                        <a:cubicBezTo>
                          <a:pt x="1" y="6565"/>
                          <a:pt x="934" y="8168"/>
                          <a:pt x="2446" y="9023"/>
                        </a:cubicBezTo>
                        <a:cubicBezTo>
                          <a:pt x="3141" y="9418"/>
                          <a:pt x="3924" y="9634"/>
                          <a:pt x="4725" y="9649"/>
                        </a:cubicBezTo>
                        <a:cubicBezTo>
                          <a:pt x="4757" y="9649"/>
                          <a:pt x="4789" y="9647"/>
                          <a:pt x="4819" y="9647"/>
                        </a:cubicBezTo>
                        <a:lnTo>
                          <a:pt x="4819" y="8398"/>
                        </a:lnTo>
                        <a:cubicBezTo>
                          <a:pt x="4787" y="8398"/>
                          <a:pt x="4757" y="8398"/>
                          <a:pt x="4725" y="8397"/>
                        </a:cubicBezTo>
                        <a:lnTo>
                          <a:pt x="4723" y="8397"/>
                        </a:lnTo>
                        <a:cubicBezTo>
                          <a:pt x="2742" y="8342"/>
                          <a:pt x="1165" y="6672"/>
                          <a:pt x="1256" y="4657"/>
                        </a:cubicBezTo>
                        <a:cubicBezTo>
                          <a:pt x="1340" y="2818"/>
                          <a:pt x="2843" y="1327"/>
                          <a:pt x="4685" y="1255"/>
                        </a:cubicBezTo>
                        <a:cubicBezTo>
                          <a:pt x="4730" y="1253"/>
                          <a:pt x="4774" y="1253"/>
                          <a:pt x="4819" y="1253"/>
                        </a:cubicBezTo>
                        <a:lnTo>
                          <a:pt x="4819" y="1"/>
                        </a:lnTo>
                        <a:close/>
                      </a:path>
                    </a:pathLst>
                  </a:cu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261" name="Google Shape;4261;p71"/>
                <p:cNvSpPr/>
                <p:nvPr/>
              </p:nvSpPr>
              <p:spPr>
                <a:xfrm>
                  <a:off x="5657361" y="2934478"/>
                  <a:ext cx="367688" cy="187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7" h="4479" extrusionOk="0">
                      <a:moveTo>
                        <a:pt x="2123" y="1"/>
                      </a:moveTo>
                      <a:cubicBezTo>
                        <a:pt x="952" y="1"/>
                        <a:pt x="1" y="950"/>
                        <a:pt x="1" y="2123"/>
                      </a:cubicBezTo>
                      <a:lnTo>
                        <a:pt x="1" y="2356"/>
                      </a:lnTo>
                      <a:cubicBezTo>
                        <a:pt x="1" y="3527"/>
                        <a:pt x="952" y="4478"/>
                        <a:pt x="2123" y="4478"/>
                      </a:cubicBezTo>
                      <a:lnTo>
                        <a:pt x="8766" y="4478"/>
                      </a:lnTo>
                      <a:cubicBezTo>
                        <a:pt x="7702" y="3181"/>
                        <a:pt x="7684" y="1319"/>
                        <a:pt x="8723" y="1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62" name="Google Shape;4262;p71"/>
              <p:cNvSpPr/>
              <p:nvPr/>
            </p:nvSpPr>
            <p:spPr>
              <a:xfrm>
                <a:off x="6047361" y="2932675"/>
                <a:ext cx="192001" cy="191990"/>
              </a:xfrm>
              <a:custGeom>
                <a:avLst/>
                <a:gdLst/>
                <a:ahLst/>
                <a:cxnLst/>
                <a:rect l="l" t="t" r="r" b="b"/>
                <a:pathLst>
                  <a:path w="4578" h="4578" extrusionOk="0">
                    <a:moveTo>
                      <a:pt x="2289" y="1"/>
                    </a:moveTo>
                    <a:cubicBezTo>
                      <a:pt x="1026" y="1"/>
                      <a:pt x="1" y="1024"/>
                      <a:pt x="1" y="2289"/>
                    </a:cubicBezTo>
                    <a:cubicBezTo>
                      <a:pt x="1" y="3552"/>
                      <a:pt x="1026" y="4577"/>
                      <a:pt x="2289" y="4577"/>
                    </a:cubicBezTo>
                    <a:cubicBezTo>
                      <a:pt x="3552" y="4577"/>
                      <a:pt x="4577" y="3552"/>
                      <a:pt x="4577" y="2289"/>
                    </a:cubicBezTo>
                    <a:cubicBezTo>
                      <a:pt x="4577" y="1024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63" name="Google Shape;4263;p71"/>
            <p:cNvGrpSpPr/>
            <p:nvPr/>
          </p:nvGrpSpPr>
          <p:grpSpPr>
            <a:xfrm>
              <a:off x="5190863" y="3528942"/>
              <a:ext cx="1078026" cy="404739"/>
              <a:chOff x="5190863" y="3528942"/>
              <a:chExt cx="1078026" cy="404739"/>
            </a:xfrm>
          </p:grpSpPr>
          <p:sp>
            <p:nvSpPr>
              <p:cNvPr id="4264" name="Google Shape;4264;p71"/>
              <p:cNvSpPr/>
              <p:nvPr/>
            </p:nvSpPr>
            <p:spPr>
              <a:xfrm>
                <a:off x="5694436" y="3635379"/>
                <a:ext cx="192001" cy="191990"/>
              </a:xfrm>
              <a:custGeom>
                <a:avLst/>
                <a:gdLst/>
                <a:ahLst/>
                <a:cxnLst/>
                <a:rect l="l" t="t" r="r" b="b"/>
                <a:pathLst>
                  <a:path w="4578" h="4578" extrusionOk="0">
                    <a:moveTo>
                      <a:pt x="2289" y="1"/>
                    </a:moveTo>
                    <a:cubicBezTo>
                      <a:pt x="1026" y="1"/>
                      <a:pt x="1" y="1024"/>
                      <a:pt x="1" y="2289"/>
                    </a:cubicBezTo>
                    <a:cubicBezTo>
                      <a:pt x="1" y="3553"/>
                      <a:pt x="1026" y="4577"/>
                      <a:pt x="2289" y="4577"/>
                    </a:cubicBezTo>
                    <a:cubicBezTo>
                      <a:pt x="3552" y="4577"/>
                      <a:pt x="4577" y="3553"/>
                      <a:pt x="4577" y="2289"/>
                    </a:cubicBezTo>
                    <a:cubicBezTo>
                      <a:pt x="4577" y="1024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265" name="Google Shape;4265;p71"/>
              <p:cNvGrpSpPr/>
              <p:nvPr/>
            </p:nvGrpSpPr>
            <p:grpSpPr>
              <a:xfrm>
                <a:off x="5190863" y="3528942"/>
                <a:ext cx="1078026" cy="404739"/>
                <a:chOff x="5190863" y="3528942"/>
                <a:chExt cx="1078026" cy="404739"/>
              </a:xfrm>
            </p:grpSpPr>
            <p:sp>
              <p:nvSpPr>
                <p:cNvPr id="4266" name="Google Shape;4266;p71"/>
                <p:cNvSpPr/>
                <p:nvPr/>
              </p:nvSpPr>
              <p:spPr>
                <a:xfrm>
                  <a:off x="5190863" y="3528942"/>
                  <a:ext cx="800551" cy="404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8" h="9651" extrusionOk="0">
                      <a:moveTo>
                        <a:pt x="14266" y="1"/>
                      </a:moveTo>
                      <a:lnTo>
                        <a:pt x="14266" y="1253"/>
                      </a:lnTo>
                      <a:cubicBezTo>
                        <a:pt x="14298" y="1253"/>
                        <a:pt x="14330" y="1253"/>
                        <a:pt x="14362" y="1255"/>
                      </a:cubicBezTo>
                      <a:cubicBezTo>
                        <a:pt x="16314" y="1309"/>
                        <a:pt x="17861" y="2922"/>
                        <a:pt x="17833" y="4874"/>
                      </a:cubicBezTo>
                      <a:cubicBezTo>
                        <a:pt x="17808" y="6827"/>
                        <a:pt x="16218" y="8396"/>
                        <a:pt x="14266" y="8398"/>
                      </a:cubicBezTo>
                      <a:lnTo>
                        <a:pt x="14261" y="8398"/>
                      </a:lnTo>
                      <a:cubicBezTo>
                        <a:pt x="12331" y="8398"/>
                        <a:pt x="10757" y="6867"/>
                        <a:pt x="10691" y="4952"/>
                      </a:cubicBezTo>
                      <a:lnTo>
                        <a:pt x="10691" y="4950"/>
                      </a:lnTo>
                      <a:cubicBezTo>
                        <a:pt x="10688" y="4909"/>
                        <a:pt x="10688" y="4867"/>
                        <a:pt x="10688" y="4825"/>
                      </a:cubicBezTo>
                      <a:cubicBezTo>
                        <a:pt x="10688" y="4784"/>
                        <a:pt x="10688" y="4744"/>
                        <a:pt x="10691" y="4704"/>
                      </a:cubicBezTo>
                      <a:lnTo>
                        <a:pt x="10691" y="4680"/>
                      </a:lnTo>
                      <a:cubicBezTo>
                        <a:pt x="10653" y="3432"/>
                        <a:pt x="9614" y="2446"/>
                        <a:pt x="8364" y="2446"/>
                      </a:cubicBezTo>
                      <a:cubicBezTo>
                        <a:pt x="8363" y="2446"/>
                        <a:pt x="8362" y="2446"/>
                        <a:pt x="8361" y="2446"/>
                      </a:cubicBezTo>
                      <a:cubicBezTo>
                        <a:pt x="6936" y="2446"/>
                        <a:pt x="2798" y="2449"/>
                        <a:pt x="1" y="2449"/>
                      </a:cubicBezTo>
                      <a:lnTo>
                        <a:pt x="1" y="3626"/>
                      </a:lnTo>
                      <a:lnTo>
                        <a:pt x="8387" y="3626"/>
                      </a:lnTo>
                      <a:cubicBezTo>
                        <a:pt x="8978" y="3626"/>
                        <a:pt x="9452" y="4113"/>
                        <a:pt x="9438" y="4704"/>
                      </a:cubicBezTo>
                      <a:lnTo>
                        <a:pt x="9438" y="4715"/>
                      </a:lnTo>
                      <a:cubicBezTo>
                        <a:pt x="9438" y="4752"/>
                        <a:pt x="9438" y="4789"/>
                        <a:pt x="9438" y="4825"/>
                      </a:cubicBezTo>
                      <a:cubicBezTo>
                        <a:pt x="9438" y="4862"/>
                        <a:pt x="9438" y="4901"/>
                        <a:pt x="9438" y="4939"/>
                      </a:cubicBezTo>
                      <a:cubicBezTo>
                        <a:pt x="9498" y="7558"/>
                        <a:pt x="11639" y="9650"/>
                        <a:pt x="14259" y="9650"/>
                      </a:cubicBezTo>
                      <a:cubicBezTo>
                        <a:pt x="14260" y="9650"/>
                        <a:pt x="14261" y="9650"/>
                        <a:pt x="14262" y="9650"/>
                      </a:cubicBezTo>
                      <a:lnTo>
                        <a:pt x="14267" y="9650"/>
                      </a:lnTo>
                      <a:cubicBezTo>
                        <a:pt x="16929" y="9647"/>
                        <a:pt x="19087" y="7488"/>
                        <a:pt x="19087" y="4825"/>
                      </a:cubicBezTo>
                      <a:cubicBezTo>
                        <a:pt x="19087" y="3088"/>
                        <a:pt x="18154" y="1484"/>
                        <a:pt x="16640" y="628"/>
                      </a:cubicBezTo>
                      <a:cubicBezTo>
                        <a:pt x="15945" y="233"/>
                        <a:pt x="15162" y="17"/>
                        <a:pt x="14362" y="2"/>
                      </a:cubicBezTo>
                      <a:cubicBezTo>
                        <a:pt x="14330" y="2"/>
                        <a:pt x="14298" y="1"/>
                        <a:pt x="14266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67" name="Google Shape;4267;p71"/>
                <p:cNvSpPr/>
                <p:nvPr/>
              </p:nvSpPr>
              <p:spPr>
                <a:xfrm>
                  <a:off x="5905730" y="3637351"/>
                  <a:ext cx="363158" cy="187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59" h="4478" extrusionOk="0">
                      <a:moveTo>
                        <a:pt x="0" y="0"/>
                      </a:moveTo>
                      <a:cubicBezTo>
                        <a:pt x="1051" y="1307"/>
                        <a:pt x="1051" y="3169"/>
                        <a:pt x="0" y="4478"/>
                      </a:cubicBezTo>
                      <a:lnTo>
                        <a:pt x="6537" y="4478"/>
                      </a:lnTo>
                      <a:cubicBezTo>
                        <a:pt x="7708" y="4478"/>
                        <a:pt x="8659" y="3526"/>
                        <a:pt x="8659" y="2356"/>
                      </a:cubicBezTo>
                      <a:lnTo>
                        <a:pt x="8659" y="2120"/>
                      </a:lnTo>
                      <a:cubicBezTo>
                        <a:pt x="8657" y="950"/>
                        <a:pt x="7708" y="0"/>
                        <a:pt x="6537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268" name="Google Shape;4268;p71"/>
          <p:cNvGrpSpPr/>
          <p:nvPr/>
        </p:nvGrpSpPr>
        <p:grpSpPr>
          <a:xfrm>
            <a:off x="970883" y="1691106"/>
            <a:ext cx="1448959" cy="1172649"/>
            <a:chOff x="803162" y="1474292"/>
            <a:chExt cx="1086719" cy="879487"/>
          </a:xfrm>
        </p:grpSpPr>
        <p:grpSp>
          <p:nvGrpSpPr>
            <p:cNvPr id="4269" name="Google Shape;4269;p71"/>
            <p:cNvGrpSpPr/>
            <p:nvPr/>
          </p:nvGrpSpPr>
          <p:grpSpPr>
            <a:xfrm>
              <a:off x="803162" y="1625948"/>
              <a:ext cx="445856" cy="576579"/>
              <a:chOff x="803162" y="1625948"/>
              <a:chExt cx="445856" cy="576579"/>
            </a:xfrm>
          </p:grpSpPr>
          <p:sp>
            <p:nvSpPr>
              <p:cNvPr id="4270" name="Google Shape;4270;p71"/>
              <p:cNvSpPr/>
              <p:nvPr/>
            </p:nvSpPr>
            <p:spPr>
              <a:xfrm>
                <a:off x="803162" y="1847356"/>
                <a:ext cx="133646" cy="133865"/>
              </a:xfrm>
              <a:custGeom>
                <a:avLst/>
                <a:gdLst/>
                <a:ahLst/>
                <a:cxnLst/>
                <a:rect l="l" t="t" r="r" b="b"/>
                <a:pathLst>
                  <a:path w="20082" h="20115" extrusionOk="0">
                    <a:moveTo>
                      <a:pt x="10041" y="1"/>
                    </a:moveTo>
                    <a:cubicBezTo>
                      <a:pt x="4503" y="1"/>
                      <a:pt x="0" y="4504"/>
                      <a:pt x="0" y="10041"/>
                    </a:cubicBezTo>
                    <a:cubicBezTo>
                      <a:pt x="0" y="15612"/>
                      <a:pt x="4503" y="20115"/>
                      <a:pt x="10041" y="20115"/>
                    </a:cubicBezTo>
                    <a:cubicBezTo>
                      <a:pt x="15578" y="20115"/>
                      <a:pt x="20081" y="15612"/>
                      <a:pt x="20081" y="10041"/>
                    </a:cubicBezTo>
                    <a:cubicBezTo>
                      <a:pt x="20081" y="4504"/>
                      <a:pt x="15578" y="1"/>
                      <a:pt x="10041" y="1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271" name="Google Shape;4271;p71"/>
              <p:cNvGrpSpPr/>
              <p:nvPr/>
            </p:nvGrpSpPr>
            <p:grpSpPr>
              <a:xfrm>
                <a:off x="1056023" y="1625948"/>
                <a:ext cx="192995" cy="576579"/>
                <a:chOff x="1056023" y="1625948"/>
                <a:chExt cx="192995" cy="576579"/>
              </a:xfrm>
            </p:grpSpPr>
            <p:sp>
              <p:nvSpPr>
                <p:cNvPr id="4272" name="Google Shape;4272;p71"/>
                <p:cNvSpPr/>
                <p:nvPr/>
              </p:nvSpPr>
              <p:spPr>
                <a:xfrm>
                  <a:off x="1066902" y="1914079"/>
                  <a:ext cx="167456" cy="269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53" h="40463" fill="none" extrusionOk="0">
                      <a:moveTo>
                        <a:pt x="25152" y="40463"/>
                      </a:moveTo>
                      <a:cubicBezTo>
                        <a:pt x="19315" y="40463"/>
                        <a:pt x="14378" y="32724"/>
                        <a:pt x="12777" y="22150"/>
                      </a:cubicBezTo>
                      <a:lnTo>
                        <a:pt x="12810" y="22350"/>
                      </a:lnTo>
                      <a:cubicBezTo>
                        <a:pt x="10542" y="7606"/>
                        <a:pt x="6372" y="1"/>
                        <a:pt x="1" y="1"/>
                      </a:cubicBezTo>
                      <a:lnTo>
                        <a:pt x="1" y="1"/>
                      </a:lnTo>
                    </a:path>
                  </a:pathLst>
                </a:custGeom>
                <a:noFill/>
                <a:ln w="9525" cap="rnd" cmpd="sng">
                  <a:solidFill>
                    <a:srgbClr val="435D74"/>
                  </a:solidFill>
                  <a:prstDash val="solid"/>
                  <a:miter lim="33357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3" name="Google Shape;4273;p71"/>
                <p:cNvSpPr/>
                <p:nvPr/>
              </p:nvSpPr>
              <p:spPr>
                <a:xfrm>
                  <a:off x="1066902" y="1645136"/>
                  <a:ext cx="167456" cy="269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53" h="40463" fill="none" extrusionOk="0">
                      <a:moveTo>
                        <a:pt x="25152" y="0"/>
                      </a:moveTo>
                      <a:cubicBezTo>
                        <a:pt x="19315" y="0"/>
                        <a:pt x="14378" y="7706"/>
                        <a:pt x="12777" y="18313"/>
                      </a:cubicBezTo>
                      <a:lnTo>
                        <a:pt x="12810" y="18113"/>
                      </a:lnTo>
                      <a:cubicBezTo>
                        <a:pt x="10542" y="32857"/>
                        <a:pt x="6372" y="40462"/>
                        <a:pt x="1" y="40462"/>
                      </a:cubicBezTo>
                      <a:lnTo>
                        <a:pt x="1" y="40462"/>
                      </a:lnTo>
                    </a:path>
                  </a:pathLst>
                </a:custGeom>
                <a:noFill/>
                <a:ln w="9525" cap="rnd" cmpd="sng">
                  <a:solidFill>
                    <a:srgbClr val="435D74"/>
                  </a:solidFill>
                  <a:prstDash val="solid"/>
                  <a:miter lim="33357"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4" name="Google Shape;4274;p71"/>
                <p:cNvSpPr/>
                <p:nvPr/>
              </p:nvSpPr>
              <p:spPr>
                <a:xfrm>
                  <a:off x="1056023" y="1893872"/>
                  <a:ext cx="40644" cy="406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05" h="6105" extrusionOk="0">
                      <a:moveTo>
                        <a:pt x="3069" y="0"/>
                      </a:moveTo>
                      <a:cubicBezTo>
                        <a:pt x="1368" y="0"/>
                        <a:pt x="0" y="1368"/>
                        <a:pt x="0" y="3036"/>
                      </a:cubicBezTo>
                      <a:cubicBezTo>
                        <a:pt x="0" y="4737"/>
                        <a:pt x="1368" y="6105"/>
                        <a:pt x="3069" y="6105"/>
                      </a:cubicBezTo>
                      <a:cubicBezTo>
                        <a:pt x="4737" y="6105"/>
                        <a:pt x="6105" y="4737"/>
                        <a:pt x="6105" y="3036"/>
                      </a:cubicBezTo>
                      <a:cubicBezTo>
                        <a:pt x="6105" y="1368"/>
                        <a:pt x="4737" y="0"/>
                        <a:pt x="306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5" name="Google Shape;4275;p71"/>
                <p:cNvSpPr/>
                <p:nvPr/>
              </p:nvSpPr>
              <p:spPr>
                <a:xfrm>
                  <a:off x="1220365" y="2164199"/>
                  <a:ext cx="28654" cy="38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4" h="5757" extrusionOk="0">
                      <a:moveTo>
                        <a:pt x="509" y="0"/>
                      </a:moveTo>
                      <a:cubicBezTo>
                        <a:pt x="247" y="0"/>
                        <a:pt x="1" y="203"/>
                        <a:pt x="1" y="493"/>
                      </a:cubicBezTo>
                      <a:lnTo>
                        <a:pt x="1" y="5263"/>
                      </a:lnTo>
                      <a:cubicBezTo>
                        <a:pt x="1" y="5554"/>
                        <a:pt x="229" y="5757"/>
                        <a:pt x="482" y="5757"/>
                      </a:cubicBezTo>
                      <a:cubicBezTo>
                        <a:pt x="577" y="5757"/>
                        <a:pt x="676" y="5728"/>
                        <a:pt x="768" y="5664"/>
                      </a:cubicBezTo>
                      <a:lnTo>
                        <a:pt x="4003" y="3395"/>
                      </a:lnTo>
                      <a:cubicBezTo>
                        <a:pt x="4304" y="3195"/>
                        <a:pt x="4304" y="2795"/>
                        <a:pt x="4037" y="2595"/>
                      </a:cubicBezTo>
                      <a:lnTo>
                        <a:pt x="801" y="93"/>
                      </a:lnTo>
                      <a:cubicBezTo>
                        <a:pt x="710" y="29"/>
                        <a:pt x="608" y="0"/>
                        <a:pt x="50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6" name="Google Shape;4276;p71"/>
                <p:cNvSpPr/>
                <p:nvPr/>
              </p:nvSpPr>
              <p:spPr>
                <a:xfrm>
                  <a:off x="1220365" y="1625948"/>
                  <a:ext cx="28654" cy="38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4" h="5778" extrusionOk="0">
                      <a:moveTo>
                        <a:pt x="489" y="0"/>
                      </a:moveTo>
                      <a:cubicBezTo>
                        <a:pt x="234" y="0"/>
                        <a:pt x="1" y="207"/>
                        <a:pt x="1" y="514"/>
                      </a:cubicBezTo>
                      <a:lnTo>
                        <a:pt x="1" y="5284"/>
                      </a:lnTo>
                      <a:cubicBezTo>
                        <a:pt x="1" y="5574"/>
                        <a:pt x="229" y="5777"/>
                        <a:pt x="482" y="5777"/>
                      </a:cubicBezTo>
                      <a:cubicBezTo>
                        <a:pt x="577" y="5777"/>
                        <a:pt x="676" y="5748"/>
                        <a:pt x="768" y="5684"/>
                      </a:cubicBezTo>
                      <a:lnTo>
                        <a:pt x="4003" y="3382"/>
                      </a:lnTo>
                      <a:cubicBezTo>
                        <a:pt x="4304" y="3182"/>
                        <a:pt x="4304" y="2782"/>
                        <a:pt x="4037" y="2582"/>
                      </a:cubicBezTo>
                      <a:lnTo>
                        <a:pt x="801" y="113"/>
                      </a:lnTo>
                      <a:cubicBezTo>
                        <a:pt x="704" y="35"/>
                        <a:pt x="595" y="0"/>
                        <a:pt x="48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77" name="Google Shape;4277;p71"/>
            <p:cNvGrpSpPr/>
            <p:nvPr/>
          </p:nvGrpSpPr>
          <p:grpSpPr>
            <a:xfrm>
              <a:off x="1371406" y="1474292"/>
              <a:ext cx="518475" cy="879487"/>
              <a:chOff x="1398231" y="1474292"/>
              <a:chExt cx="518475" cy="879487"/>
            </a:xfrm>
          </p:grpSpPr>
          <p:grpSp>
            <p:nvGrpSpPr>
              <p:cNvPr id="4278" name="Google Shape;4278;p71"/>
              <p:cNvGrpSpPr/>
              <p:nvPr/>
            </p:nvGrpSpPr>
            <p:grpSpPr>
              <a:xfrm>
                <a:off x="1398231" y="1474292"/>
                <a:ext cx="518475" cy="341643"/>
                <a:chOff x="1398231" y="1474292"/>
                <a:chExt cx="518475" cy="341643"/>
              </a:xfrm>
            </p:grpSpPr>
            <p:sp>
              <p:nvSpPr>
                <p:cNvPr id="4279" name="Google Shape;4279;p71"/>
                <p:cNvSpPr/>
                <p:nvPr/>
              </p:nvSpPr>
              <p:spPr>
                <a:xfrm>
                  <a:off x="1398231" y="1595601"/>
                  <a:ext cx="102159" cy="99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45" h="14873" extrusionOk="0">
                      <a:moveTo>
                        <a:pt x="7692" y="1"/>
                      </a:moveTo>
                      <a:cubicBezTo>
                        <a:pt x="7531" y="1"/>
                        <a:pt x="7369" y="6"/>
                        <a:pt x="7206" y="16"/>
                      </a:cubicBezTo>
                      <a:cubicBezTo>
                        <a:pt x="3136" y="283"/>
                        <a:pt x="0" y="3786"/>
                        <a:pt x="267" y="7889"/>
                      </a:cubicBezTo>
                      <a:cubicBezTo>
                        <a:pt x="493" y="11846"/>
                        <a:pt x="3790" y="14873"/>
                        <a:pt x="7706" y="14873"/>
                      </a:cubicBezTo>
                      <a:cubicBezTo>
                        <a:pt x="7850" y="14873"/>
                        <a:pt x="7994" y="14869"/>
                        <a:pt x="8140" y="14860"/>
                      </a:cubicBezTo>
                      <a:cubicBezTo>
                        <a:pt x="12243" y="14594"/>
                        <a:pt x="15345" y="11058"/>
                        <a:pt x="15111" y="6988"/>
                      </a:cubicBezTo>
                      <a:cubicBezTo>
                        <a:pt x="14855" y="3048"/>
                        <a:pt x="11585" y="1"/>
                        <a:pt x="7692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280" name="Google Shape;4280;p71"/>
                <p:cNvGrpSpPr/>
                <p:nvPr/>
              </p:nvGrpSpPr>
              <p:grpSpPr>
                <a:xfrm>
                  <a:off x="1616453" y="1474292"/>
                  <a:ext cx="300253" cy="341643"/>
                  <a:chOff x="1616453" y="1475379"/>
                  <a:chExt cx="300253" cy="341643"/>
                </a:xfrm>
              </p:grpSpPr>
              <p:sp>
                <p:nvSpPr>
                  <p:cNvPr id="4281" name="Google Shape;4281;p71"/>
                  <p:cNvSpPr/>
                  <p:nvPr/>
                </p:nvSpPr>
                <p:spPr>
                  <a:xfrm>
                    <a:off x="1631387" y="1645136"/>
                    <a:ext cx="85283" cy="74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10" h="11209" fill="none" extrusionOk="0">
                        <a:moveTo>
                          <a:pt x="1" y="0"/>
                        </a:moveTo>
                        <a:lnTo>
                          <a:pt x="1" y="0"/>
                        </a:lnTo>
                        <a:cubicBezTo>
                          <a:pt x="6372" y="0"/>
                          <a:pt x="10542" y="3803"/>
                          <a:pt x="12810" y="11208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82" name="Google Shape;4282;p71"/>
                  <p:cNvSpPr/>
                  <p:nvPr/>
                </p:nvSpPr>
                <p:spPr>
                  <a:xfrm>
                    <a:off x="1716447" y="1509882"/>
                    <a:ext cx="82400" cy="613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7" h="9208" fill="none" extrusionOk="0">
                        <a:moveTo>
                          <a:pt x="1" y="9207"/>
                        </a:moveTo>
                        <a:cubicBezTo>
                          <a:pt x="1635" y="3870"/>
                          <a:pt x="6539" y="1"/>
                          <a:pt x="12376" y="1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83" name="Google Shape;4283;p71"/>
                  <p:cNvSpPr/>
                  <p:nvPr/>
                </p:nvSpPr>
                <p:spPr>
                  <a:xfrm>
                    <a:off x="1716447" y="1719091"/>
                    <a:ext cx="82400" cy="610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7" h="9174" fill="none" extrusionOk="0">
                        <a:moveTo>
                          <a:pt x="1" y="0"/>
                        </a:moveTo>
                        <a:cubicBezTo>
                          <a:pt x="1635" y="5304"/>
                          <a:pt x="6539" y="9173"/>
                          <a:pt x="12376" y="9173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84" name="Google Shape;4284;p71"/>
                  <p:cNvSpPr/>
                  <p:nvPr/>
                </p:nvSpPr>
                <p:spPr>
                  <a:xfrm>
                    <a:off x="1631387" y="1570955"/>
                    <a:ext cx="85283" cy="741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10" h="11143" fill="none" extrusionOk="0">
                        <a:moveTo>
                          <a:pt x="1" y="11142"/>
                        </a:moveTo>
                        <a:cubicBezTo>
                          <a:pt x="6539" y="11142"/>
                          <a:pt x="10275" y="7106"/>
                          <a:pt x="12810" y="1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85" name="Google Shape;4285;p71"/>
                  <p:cNvSpPr/>
                  <p:nvPr/>
                </p:nvSpPr>
                <p:spPr>
                  <a:xfrm>
                    <a:off x="1616453" y="1624776"/>
                    <a:ext cx="42868" cy="40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9" h="6116" extrusionOk="0">
                        <a:moveTo>
                          <a:pt x="3199" y="1"/>
                        </a:moveTo>
                        <a:cubicBezTo>
                          <a:pt x="3079" y="1"/>
                          <a:pt x="2958" y="8"/>
                          <a:pt x="2835" y="23"/>
                        </a:cubicBezTo>
                        <a:cubicBezTo>
                          <a:pt x="1168" y="256"/>
                          <a:pt x="0" y="1757"/>
                          <a:pt x="200" y="3425"/>
                        </a:cubicBezTo>
                        <a:cubicBezTo>
                          <a:pt x="386" y="4971"/>
                          <a:pt x="1717" y="6115"/>
                          <a:pt x="3239" y="6115"/>
                        </a:cubicBezTo>
                        <a:cubicBezTo>
                          <a:pt x="3359" y="6115"/>
                          <a:pt x="3481" y="6108"/>
                          <a:pt x="3603" y="6094"/>
                        </a:cubicBezTo>
                        <a:cubicBezTo>
                          <a:pt x="5271" y="5860"/>
                          <a:pt x="6438" y="4359"/>
                          <a:pt x="6238" y="2691"/>
                        </a:cubicBezTo>
                        <a:cubicBezTo>
                          <a:pt x="6052" y="1145"/>
                          <a:pt x="4721" y="1"/>
                          <a:pt x="3199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86" name="Google Shape;4286;p71"/>
                  <p:cNvSpPr/>
                  <p:nvPr/>
                </p:nvSpPr>
                <p:spPr>
                  <a:xfrm>
                    <a:off x="1784849" y="1760975"/>
                    <a:ext cx="28654" cy="384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78" extrusionOk="0">
                        <a:moveTo>
                          <a:pt x="489" y="0"/>
                        </a:moveTo>
                        <a:cubicBezTo>
                          <a:pt x="234" y="0"/>
                          <a:pt x="1" y="207"/>
                          <a:pt x="1" y="514"/>
                        </a:cubicBezTo>
                        <a:lnTo>
                          <a:pt x="1" y="5284"/>
                        </a:lnTo>
                        <a:cubicBezTo>
                          <a:pt x="1" y="5575"/>
                          <a:pt x="229" y="5777"/>
                          <a:pt x="482" y="5777"/>
                        </a:cubicBezTo>
                        <a:cubicBezTo>
                          <a:pt x="577" y="5777"/>
                          <a:pt x="676" y="5748"/>
                          <a:pt x="768" y="5684"/>
                        </a:cubicBezTo>
                        <a:lnTo>
                          <a:pt x="4037" y="3383"/>
                        </a:lnTo>
                        <a:cubicBezTo>
                          <a:pt x="4304" y="3183"/>
                          <a:pt x="4304" y="2782"/>
                          <a:pt x="4037" y="2582"/>
                        </a:cubicBezTo>
                        <a:lnTo>
                          <a:pt x="801" y="114"/>
                        </a:lnTo>
                        <a:cubicBezTo>
                          <a:pt x="704" y="36"/>
                          <a:pt x="595" y="0"/>
                          <a:pt x="48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87" name="Google Shape;4287;p71"/>
                  <p:cNvSpPr/>
                  <p:nvPr/>
                </p:nvSpPr>
                <p:spPr>
                  <a:xfrm>
                    <a:off x="1784849" y="1490834"/>
                    <a:ext cx="28654" cy="38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57" extrusionOk="0">
                        <a:moveTo>
                          <a:pt x="509" y="0"/>
                        </a:moveTo>
                        <a:cubicBezTo>
                          <a:pt x="247" y="0"/>
                          <a:pt x="1" y="203"/>
                          <a:pt x="1" y="493"/>
                        </a:cubicBezTo>
                        <a:lnTo>
                          <a:pt x="1" y="5263"/>
                        </a:lnTo>
                        <a:cubicBezTo>
                          <a:pt x="1" y="5554"/>
                          <a:pt x="229" y="5757"/>
                          <a:pt x="482" y="5757"/>
                        </a:cubicBezTo>
                        <a:cubicBezTo>
                          <a:pt x="577" y="5757"/>
                          <a:pt x="676" y="5728"/>
                          <a:pt x="768" y="5664"/>
                        </a:cubicBezTo>
                        <a:lnTo>
                          <a:pt x="4037" y="3395"/>
                        </a:lnTo>
                        <a:cubicBezTo>
                          <a:pt x="4304" y="3195"/>
                          <a:pt x="4304" y="2795"/>
                          <a:pt x="4037" y="2561"/>
                        </a:cubicBezTo>
                        <a:lnTo>
                          <a:pt x="801" y="93"/>
                        </a:lnTo>
                        <a:cubicBezTo>
                          <a:pt x="710" y="29"/>
                          <a:pt x="608" y="0"/>
                          <a:pt x="50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288" name="Google Shape;4288;p71"/>
                  <p:cNvGrpSpPr/>
                  <p:nvPr/>
                </p:nvGrpSpPr>
                <p:grpSpPr>
                  <a:xfrm>
                    <a:off x="1839639" y="1475379"/>
                    <a:ext cx="77067" cy="341643"/>
                    <a:chOff x="1839639" y="1475379"/>
                    <a:chExt cx="77067" cy="341643"/>
                  </a:xfrm>
                </p:grpSpPr>
                <p:sp>
                  <p:nvSpPr>
                    <p:cNvPr id="4289" name="Google Shape;4289;p71"/>
                    <p:cNvSpPr/>
                    <p:nvPr/>
                  </p:nvSpPr>
                  <p:spPr>
                    <a:xfrm>
                      <a:off x="1839639" y="1745481"/>
                      <a:ext cx="77067" cy="7154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6" h="10746" extrusionOk="0">
                          <a:moveTo>
                            <a:pt x="5775" y="1"/>
                          </a:moveTo>
                          <a:cubicBezTo>
                            <a:pt x="3179" y="1"/>
                            <a:pt x="889" y="1860"/>
                            <a:pt x="468" y="4506"/>
                          </a:cubicBezTo>
                          <a:cubicBezTo>
                            <a:pt x="1" y="7441"/>
                            <a:pt x="2002" y="10210"/>
                            <a:pt x="4904" y="10677"/>
                          </a:cubicBezTo>
                          <a:cubicBezTo>
                            <a:pt x="5194" y="10723"/>
                            <a:pt x="5483" y="10745"/>
                            <a:pt x="5768" y="10745"/>
                          </a:cubicBezTo>
                          <a:cubicBezTo>
                            <a:pt x="8364" y="10745"/>
                            <a:pt x="10655" y="8886"/>
                            <a:pt x="11075" y="6240"/>
                          </a:cubicBezTo>
                          <a:cubicBezTo>
                            <a:pt x="11576" y="3305"/>
                            <a:pt x="9574" y="536"/>
                            <a:pt x="6639" y="69"/>
                          </a:cubicBezTo>
                          <a:cubicBezTo>
                            <a:pt x="6349" y="23"/>
                            <a:pt x="6060" y="1"/>
                            <a:pt x="5775" y="1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290" name="Google Shape;4290;p71"/>
                    <p:cNvSpPr/>
                    <p:nvPr/>
                  </p:nvSpPr>
                  <p:spPr>
                    <a:xfrm>
                      <a:off x="1839639" y="1475379"/>
                      <a:ext cx="77067" cy="715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6" h="10754" extrusionOk="0">
                          <a:moveTo>
                            <a:pt x="5736" y="0"/>
                          </a:moveTo>
                          <a:cubicBezTo>
                            <a:pt x="3156" y="0"/>
                            <a:pt x="887" y="1881"/>
                            <a:pt x="468" y="4513"/>
                          </a:cubicBezTo>
                          <a:cubicBezTo>
                            <a:pt x="1" y="7449"/>
                            <a:pt x="2002" y="10218"/>
                            <a:pt x="4904" y="10685"/>
                          </a:cubicBezTo>
                          <a:cubicBezTo>
                            <a:pt x="5194" y="10731"/>
                            <a:pt x="5483" y="10753"/>
                            <a:pt x="5768" y="10753"/>
                          </a:cubicBezTo>
                          <a:cubicBezTo>
                            <a:pt x="8364" y="10753"/>
                            <a:pt x="10655" y="8893"/>
                            <a:pt x="11075" y="6248"/>
                          </a:cubicBezTo>
                          <a:cubicBezTo>
                            <a:pt x="11576" y="3313"/>
                            <a:pt x="9574" y="544"/>
                            <a:pt x="6639" y="77"/>
                          </a:cubicBezTo>
                          <a:cubicBezTo>
                            <a:pt x="6335" y="25"/>
                            <a:pt x="6034" y="0"/>
                            <a:pt x="5736" y="0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4291" name="Google Shape;4291;p71"/>
              <p:cNvGrpSpPr/>
              <p:nvPr/>
            </p:nvGrpSpPr>
            <p:grpSpPr>
              <a:xfrm>
                <a:off x="1398451" y="2012951"/>
                <a:ext cx="518255" cy="340828"/>
                <a:chOff x="1398451" y="2012951"/>
                <a:chExt cx="518255" cy="340828"/>
              </a:xfrm>
            </p:grpSpPr>
            <p:sp>
              <p:nvSpPr>
                <p:cNvPr id="4292" name="Google Shape;4292;p71"/>
                <p:cNvSpPr/>
                <p:nvPr/>
              </p:nvSpPr>
              <p:spPr>
                <a:xfrm>
                  <a:off x="1398451" y="2133928"/>
                  <a:ext cx="102166" cy="99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46" h="14873" extrusionOk="0">
                      <a:moveTo>
                        <a:pt x="7697" y="0"/>
                      </a:moveTo>
                      <a:cubicBezTo>
                        <a:pt x="7535" y="0"/>
                        <a:pt x="7371" y="5"/>
                        <a:pt x="7206" y="16"/>
                      </a:cubicBezTo>
                      <a:cubicBezTo>
                        <a:pt x="3103" y="250"/>
                        <a:pt x="1" y="3785"/>
                        <a:pt x="268" y="7888"/>
                      </a:cubicBezTo>
                      <a:cubicBezTo>
                        <a:pt x="493" y="11846"/>
                        <a:pt x="3790" y="14872"/>
                        <a:pt x="7706" y="14872"/>
                      </a:cubicBezTo>
                      <a:cubicBezTo>
                        <a:pt x="7850" y="14872"/>
                        <a:pt x="7994" y="14868"/>
                        <a:pt x="8140" y="14860"/>
                      </a:cubicBezTo>
                      <a:cubicBezTo>
                        <a:pt x="12243" y="14593"/>
                        <a:pt x="15345" y="11057"/>
                        <a:pt x="15112" y="6954"/>
                      </a:cubicBezTo>
                      <a:cubicBezTo>
                        <a:pt x="14855" y="3016"/>
                        <a:pt x="11588" y="0"/>
                        <a:pt x="7697" y="0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293" name="Google Shape;4293;p71"/>
                <p:cNvGrpSpPr/>
                <p:nvPr/>
              </p:nvGrpSpPr>
              <p:grpSpPr>
                <a:xfrm>
                  <a:off x="1616453" y="2012951"/>
                  <a:ext cx="300253" cy="340828"/>
                  <a:chOff x="1616453" y="2013538"/>
                  <a:chExt cx="300253" cy="340828"/>
                </a:xfrm>
              </p:grpSpPr>
              <p:sp>
                <p:nvSpPr>
                  <p:cNvPr id="4294" name="Google Shape;4294;p71"/>
                  <p:cNvSpPr/>
                  <p:nvPr/>
                </p:nvSpPr>
                <p:spPr>
                  <a:xfrm>
                    <a:off x="1631387" y="2183474"/>
                    <a:ext cx="85283" cy="74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10" h="11209" fill="none" extrusionOk="0">
                        <a:moveTo>
                          <a:pt x="1" y="0"/>
                        </a:moveTo>
                        <a:lnTo>
                          <a:pt x="1" y="0"/>
                        </a:lnTo>
                        <a:cubicBezTo>
                          <a:pt x="6372" y="0"/>
                          <a:pt x="10542" y="3803"/>
                          <a:pt x="12810" y="11208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95" name="Google Shape;4295;p71"/>
                  <p:cNvSpPr/>
                  <p:nvPr/>
                </p:nvSpPr>
                <p:spPr>
                  <a:xfrm>
                    <a:off x="1716447" y="2048220"/>
                    <a:ext cx="82400" cy="610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7" h="9174" fill="none" extrusionOk="0">
                        <a:moveTo>
                          <a:pt x="1" y="9174"/>
                        </a:moveTo>
                        <a:cubicBezTo>
                          <a:pt x="1635" y="3870"/>
                          <a:pt x="6539" y="0"/>
                          <a:pt x="12376" y="0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96" name="Google Shape;4296;p71"/>
                  <p:cNvSpPr/>
                  <p:nvPr/>
                </p:nvSpPr>
                <p:spPr>
                  <a:xfrm>
                    <a:off x="1716447" y="2257422"/>
                    <a:ext cx="82400" cy="610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7" h="9175" fill="none" extrusionOk="0">
                        <a:moveTo>
                          <a:pt x="1" y="1"/>
                        </a:moveTo>
                        <a:cubicBezTo>
                          <a:pt x="1635" y="5305"/>
                          <a:pt x="6539" y="9174"/>
                          <a:pt x="12376" y="9174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97" name="Google Shape;4297;p71"/>
                  <p:cNvSpPr/>
                  <p:nvPr/>
                </p:nvSpPr>
                <p:spPr>
                  <a:xfrm>
                    <a:off x="1631387" y="2109073"/>
                    <a:ext cx="85283" cy="743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10" h="11175" fill="none" extrusionOk="0">
                        <a:moveTo>
                          <a:pt x="1" y="11175"/>
                        </a:moveTo>
                        <a:cubicBezTo>
                          <a:pt x="6539" y="11175"/>
                          <a:pt x="10275" y="7105"/>
                          <a:pt x="12810" y="0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98" name="Google Shape;4298;p71"/>
                  <p:cNvSpPr/>
                  <p:nvPr/>
                </p:nvSpPr>
                <p:spPr>
                  <a:xfrm>
                    <a:off x="1616453" y="2163114"/>
                    <a:ext cx="42868" cy="404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39" h="6082" extrusionOk="0">
                        <a:moveTo>
                          <a:pt x="3241" y="0"/>
                        </a:moveTo>
                        <a:cubicBezTo>
                          <a:pt x="3118" y="0"/>
                          <a:pt x="2994" y="8"/>
                          <a:pt x="2869" y="23"/>
                        </a:cubicBezTo>
                        <a:cubicBezTo>
                          <a:pt x="1168" y="223"/>
                          <a:pt x="0" y="1724"/>
                          <a:pt x="200" y="3392"/>
                        </a:cubicBezTo>
                        <a:cubicBezTo>
                          <a:pt x="386" y="4937"/>
                          <a:pt x="1717" y="6082"/>
                          <a:pt x="3239" y="6082"/>
                        </a:cubicBezTo>
                        <a:cubicBezTo>
                          <a:pt x="3359" y="6082"/>
                          <a:pt x="3481" y="6075"/>
                          <a:pt x="3603" y="6060"/>
                        </a:cubicBezTo>
                        <a:cubicBezTo>
                          <a:pt x="5271" y="5860"/>
                          <a:pt x="6438" y="4326"/>
                          <a:pt x="6238" y="2658"/>
                        </a:cubicBezTo>
                        <a:cubicBezTo>
                          <a:pt x="6053" y="1115"/>
                          <a:pt x="4754" y="0"/>
                          <a:pt x="324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99" name="Google Shape;4299;p71"/>
                  <p:cNvSpPr/>
                  <p:nvPr/>
                </p:nvSpPr>
                <p:spPr>
                  <a:xfrm>
                    <a:off x="1784849" y="2299227"/>
                    <a:ext cx="28654" cy="385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85" extrusionOk="0">
                        <a:moveTo>
                          <a:pt x="509" y="0"/>
                        </a:moveTo>
                        <a:cubicBezTo>
                          <a:pt x="247" y="0"/>
                          <a:pt x="1" y="203"/>
                          <a:pt x="1" y="493"/>
                        </a:cubicBezTo>
                        <a:lnTo>
                          <a:pt x="1" y="5264"/>
                        </a:lnTo>
                        <a:cubicBezTo>
                          <a:pt x="1" y="5561"/>
                          <a:pt x="240" y="5784"/>
                          <a:pt x="499" y="5784"/>
                        </a:cubicBezTo>
                        <a:cubicBezTo>
                          <a:pt x="589" y="5784"/>
                          <a:pt x="682" y="5757"/>
                          <a:pt x="768" y="5697"/>
                        </a:cubicBezTo>
                        <a:lnTo>
                          <a:pt x="4037" y="3396"/>
                        </a:lnTo>
                        <a:cubicBezTo>
                          <a:pt x="4304" y="3195"/>
                          <a:pt x="4304" y="2795"/>
                          <a:pt x="4037" y="2595"/>
                        </a:cubicBezTo>
                        <a:lnTo>
                          <a:pt x="801" y="93"/>
                        </a:lnTo>
                        <a:cubicBezTo>
                          <a:pt x="710" y="29"/>
                          <a:pt x="608" y="0"/>
                          <a:pt x="50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00" name="Google Shape;4300;p71"/>
                  <p:cNvSpPr/>
                  <p:nvPr/>
                </p:nvSpPr>
                <p:spPr>
                  <a:xfrm>
                    <a:off x="1784849" y="2028946"/>
                    <a:ext cx="28654" cy="385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90" extrusionOk="0">
                        <a:moveTo>
                          <a:pt x="509" y="1"/>
                        </a:moveTo>
                        <a:cubicBezTo>
                          <a:pt x="247" y="1"/>
                          <a:pt x="1" y="203"/>
                          <a:pt x="1" y="494"/>
                        </a:cubicBezTo>
                        <a:lnTo>
                          <a:pt x="1" y="5264"/>
                        </a:lnTo>
                        <a:cubicBezTo>
                          <a:pt x="1" y="5580"/>
                          <a:pt x="231" y="5790"/>
                          <a:pt x="485" y="5790"/>
                        </a:cubicBezTo>
                        <a:cubicBezTo>
                          <a:pt x="580" y="5790"/>
                          <a:pt x="677" y="5761"/>
                          <a:pt x="768" y="5697"/>
                        </a:cubicBezTo>
                        <a:lnTo>
                          <a:pt x="4037" y="3396"/>
                        </a:lnTo>
                        <a:cubicBezTo>
                          <a:pt x="4304" y="3196"/>
                          <a:pt x="4304" y="2795"/>
                          <a:pt x="4037" y="2595"/>
                        </a:cubicBezTo>
                        <a:lnTo>
                          <a:pt x="801" y="93"/>
                        </a:lnTo>
                        <a:cubicBezTo>
                          <a:pt x="710" y="29"/>
                          <a:pt x="608" y="1"/>
                          <a:pt x="509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301" name="Google Shape;4301;p71"/>
                  <p:cNvGrpSpPr/>
                  <p:nvPr/>
                </p:nvGrpSpPr>
                <p:grpSpPr>
                  <a:xfrm>
                    <a:off x="1839639" y="2013538"/>
                    <a:ext cx="77067" cy="340828"/>
                    <a:chOff x="1839639" y="2013538"/>
                    <a:chExt cx="77067" cy="340828"/>
                  </a:xfrm>
                </p:grpSpPr>
                <p:sp>
                  <p:nvSpPr>
                    <p:cNvPr id="4302" name="Google Shape;4302;p71"/>
                    <p:cNvSpPr/>
                    <p:nvPr/>
                  </p:nvSpPr>
                  <p:spPr>
                    <a:xfrm>
                      <a:off x="1839639" y="2282618"/>
                      <a:ext cx="77067" cy="717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6" h="10777" extrusionOk="0">
                          <a:moveTo>
                            <a:pt x="5787" y="0"/>
                          </a:moveTo>
                          <a:cubicBezTo>
                            <a:pt x="3185" y="0"/>
                            <a:pt x="889" y="1889"/>
                            <a:pt x="468" y="4538"/>
                          </a:cubicBezTo>
                          <a:cubicBezTo>
                            <a:pt x="1" y="7473"/>
                            <a:pt x="2002" y="10208"/>
                            <a:pt x="4938" y="10709"/>
                          </a:cubicBezTo>
                          <a:cubicBezTo>
                            <a:pt x="5221" y="10754"/>
                            <a:pt x="5503" y="10776"/>
                            <a:pt x="5781" y="10776"/>
                          </a:cubicBezTo>
                          <a:cubicBezTo>
                            <a:pt x="8358" y="10776"/>
                            <a:pt x="10654" y="8888"/>
                            <a:pt x="11075" y="6239"/>
                          </a:cubicBezTo>
                          <a:cubicBezTo>
                            <a:pt x="11576" y="3303"/>
                            <a:pt x="9574" y="535"/>
                            <a:pt x="6639" y="68"/>
                          </a:cubicBezTo>
                          <a:cubicBezTo>
                            <a:pt x="6352" y="22"/>
                            <a:pt x="6068" y="0"/>
                            <a:pt x="5787" y="0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03" name="Google Shape;4303;p71"/>
                    <p:cNvSpPr/>
                    <p:nvPr/>
                  </p:nvSpPr>
                  <p:spPr>
                    <a:xfrm>
                      <a:off x="1839639" y="2013538"/>
                      <a:ext cx="77067" cy="7158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6" h="10753" extrusionOk="0">
                          <a:moveTo>
                            <a:pt x="5786" y="1"/>
                          </a:moveTo>
                          <a:cubicBezTo>
                            <a:pt x="3185" y="1"/>
                            <a:pt x="889" y="1886"/>
                            <a:pt x="468" y="4505"/>
                          </a:cubicBezTo>
                          <a:cubicBezTo>
                            <a:pt x="1" y="7440"/>
                            <a:pt x="2002" y="10209"/>
                            <a:pt x="4904" y="10676"/>
                          </a:cubicBezTo>
                          <a:cubicBezTo>
                            <a:pt x="5208" y="10728"/>
                            <a:pt x="5509" y="10753"/>
                            <a:pt x="5807" y="10753"/>
                          </a:cubicBezTo>
                          <a:cubicBezTo>
                            <a:pt x="8387" y="10753"/>
                            <a:pt x="10657" y="8872"/>
                            <a:pt x="11075" y="6240"/>
                          </a:cubicBezTo>
                          <a:cubicBezTo>
                            <a:pt x="11576" y="3304"/>
                            <a:pt x="9574" y="535"/>
                            <a:pt x="6639" y="68"/>
                          </a:cubicBezTo>
                          <a:cubicBezTo>
                            <a:pt x="6352" y="23"/>
                            <a:pt x="6067" y="1"/>
                            <a:pt x="5786" y="1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</p:grpSp>
      </p:grpSp>
      <p:grpSp>
        <p:nvGrpSpPr>
          <p:cNvPr id="4304" name="Google Shape;4304;p71"/>
          <p:cNvGrpSpPr/>
          <p:nvPr/>
        </p:nvGrpSpPr>
        <p:grpSpPr>
          <a:xfrm>
            <a:off x="966649" y="4532688"/>
            <a:ext cx="1824908" cy="910557"/>
            <a:chOff x="724986" y="3605478"/>
            <a:chExt cx="1368681" cy="682918"/>
          </a:xfrm>
        </p:grpSpPr>
        <p:grpSp>
          <p:nvGrpSpPr>
            <p:cNvPr id="4305" name="Google Shape;4305;p71"/>
            <p:cNvGrpSpPr/>
            <p:nvPr/>
          </p:nvGrpSpPr>
          <p:grpSpPr>
            <a:xfrm>
              <a:off x="1289102" y="3823629"/>
              <a:ext cx="240442" cy="250435"/>
              <a:chOff x="-165066" y="3843615"/>
              <a:chExt cx="221259" cy="230455"/>
            </a:xfrm>
          </p:grpSpPr>
          <p:sp>
            <p:nvSpPr>
              <p:cNvPr id="4306" name="Google Shape;4306;p71"/>
              <p:cNvSpPr/>
              <p:nvPr/>
            </p:nvSpPr>
            <p:spPr>
              <a:xfrm>
                <a:off x="-165066" y="3843615"/>
                <a:ext cx="106189" cy="230455"/>
              </a:xfrm>
              <a:custGeom>
                <a:avLst/>
                <a:gdLst/>
                <a:ahLst/>
                <a:cxnLst/>
                <a:rect l="l" t="t" r="r" b="b"/>
                <a:pathLst>
                  <a:path w="9076" h="19697" extrusionOk="0">
                    <a:moveTo>
                      <a:pt x="7950" y="0"/>
                    </a:moveTo>
                    <a:cubicBezTo>
                      <a:pt x="7325" y="0"/>
                      <a:pt x="7031" y="353"/>
                      <a:pt x="6905" y="861"/>
                    </a:cubicBezTo>
                    <a:cubicBezTo>
                      <a:pt x="6789" y="843"/>
                      <a:pt x="6673" y="834"/>
                      <a:pt x="6560" y="834"/>
                    </a:cubicBezTo>
                    <a:cubicBezTo>
                      <a:pt x="5374" y="834"/>
                      <a:pt x="4369" y="1804"/>
                      <a:pt x="4378" y="3035"/>
                    </a:cubicBezTo>
                    <a:cubicBezTo>
                      <a:pt x="4378" y="3093"/>
                      <a:pt x="4384" y="3152"/>
                      <a:pt x="4388" y="3210"/>
                    </a:cubicBezTo>
                    <a:cubicBezTo>
                      <a:pt x="4095" y="3091"/>
                      <a:pt x="3789" y="3034"/>
                      <a:pt x="3486" y="3034"/>
                    </a:cubicBezTo>
                    <a:cubicBezTo>
                      <a:pt x="2814" y="3034"/>
                      <a:pt x="2155" y="3317"/>
                      <a:pt x="1689" y="3841"/>
                    </a:cubicBezTo>
                    <a:cubicBezTo>
                      <a:pt x="1013" y="4601"/>
                      <a:pt x="893" y="5704"/>
                      <a:pt x="1385" y="6594"/>
                    </a:cubicBezTo>
                    <a:cubicBezTo>
                      <a:pt x="0" y="7697"/>
                      <a:pt x="117" y="9839"/>
                      <a:pt x="1618" y="10780"/>
                    </a:cubicBezTo>
                    <a:cubicBezTo>
                      <a:pt x="664" y="11961"/>
                      <a:pt x="1036" y="13721"/>
                      <a:pt x="2388" y="14417"/>
                    </a:cubicBezTo>
                    <a:cubicBezTo>
                      <a:pt x="2375" y="14508"/>
                      <a:pt x="2372" y="14595"/>
                      <a:pt x="2372" y="14685"/>
                    </a:cubicBezTo>
                    <a:cubicBezTo>
                      <a:pt x="2372" y="15776"/>
                      <a:pt x="3106" y="16727"/>
                      <a:pt x="4161" y="17002"/>
                    </a:cubicBezTo>
                    <a:cubicBezTo>
                      <a:pt x="4473" y="17901"/>
                      <a:pt x="5317" y="18472"/>
                      <a:pt x="6226" y="18472"/>
                    </a:cubicBezTo>
                    <a:cubicBezTo>
                      <a:pt x="6429" y="18472"/>
                      <a:pt x="6635" y="18443"/>
                      <a:pt x="6840" y="18383"/>
                    </a:cubicBezTo>
                    <a:cubicBezTo>
                      <a:pt x="6888" y="19128"/>
                      <a:pt x="7157" y="19697"/>
                      <a:pt x="7953" y="19697"/>
                    </a:cubicBezTo>
                    <a:cubicBezTo>
                      <a:pt x="9074" y="19697"/>
                      <a:pt x="9059" y="18730"/>
                      <a:pt x="9075" y="18730"/>
                    </a:cubicBezTo>
                    <a:cubicBezTo>
                      <a:pt x="9075" y="18730"/>
                      <a:pt x="9075" y="18730"/>
                      <a:pt x="9075" y="18730"/>
                    </a:cubicBezTo>
                    <a:cubicBezTo>
                      <a:pt x="9072" y="18726"/>
                      <a:pt x="9046" y="1055"/>
                      <a:pt x="9033" y="1055"/>
                    </a:cubicBezTo>
                    <a:cubicBezTo>
                      <a:pt x="9033" y="1055"/>
                      <a:pt x="9033" y="1055"/>
                      <a:pt x="9033" y="1055"/>
                    </a:cubicBezTo>
                    <a:cubicBezTo>
                      <a:pt x="9014" y="919"/>
                      <a:pt x="8982" y="790"/>
                      <a:pt x="8936" y="660"/>
                    </a:cubicBezTo>
                    <a:cubicBezTo>
                      <a:pt x="8784" y="259"/>
                      <a:pt x="8490" y="0"/>
                      <a:pt x="7950" y="0"/>
                    </a:cubicBezTo>
                    <a:close/>
                  </a:path>
                </a:pathLst>
              </a:custGeom>
              <a:solidFill>
                <a:srgbClr val="E4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07" name="Google Shape;4307;p71"/>
              <p:cNvSpPr/>
              <p:nvPr/>
            </p:nvSpPr>
            <p:spPr>
              <a:xfrm>
                <a:off x="-100985" y="3906105"/>
                <a:ext cx="41804" cy="52708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4505" fill="none" extrusionOk="0">
                    <a:moveTo>
                      <a:pt x="3573" y="1"/>
                    </a:moveTo>
                    <a:cubicBezTo>
                      <a:pt x="3573" y="1"/>
                      <a:pt x="1" y="221"/>
                      <a:pt x="997" y="4504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08" name="Google Shape;4308;p71"/>
              <p:cNvSpPr/>
              <p:nvPr/>
            </p:nvSpPr>
            <p:spPr>
              <a:xfrm>
                <a:off x="-86594" y="3875146"/>
                <a:ext cx="27296" cy="25717"/>
              </a:xfrm>
              <a:custGeom>
                <a:avLst/>
                <a:gdLst/>
                <a:ahLst/>
                <a:cxnLst/>
                <a:rect l="l" t="t" r="r" b="b"/>
                <a:pathLst>
                  <a:path w="2333" h="2198" fill="none" extrusionOk="0">
                    <a:moveTo>
                      <a:pt x="0" y="696"/>
                    </a:moveTo>
                    <a:cubicBezTo>
                      <a:pt x="0" y="696"/>
                      <a:pt x="2333" y="0"/>
                      <a:pt x="2333" y="219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09" name="Google Shape;4309;p71"/>
              <p:cNvSpPr/>
              <p:nvPr/>
            </p:nvSpPr>
            <p:spPr>
              <a:xfrm>
                <a:off x="-113855" y="3879078"/>
                <a:ext cx="8986" cy="21785"/>
              </a:xfrm>
              <a:custGeom>
                <a:avLst/>
                <a:gdLst/>
                <a:ahLst/>
                <a:cxnLst/>
                <a:rect l="l" t="t" r="r" b="b"/>
                <a:pathLst>
                  <a:path w="768" h="1862" fill="none" extrusionOk="0">
                    <a:moveTo>
                      <a:pt x="1" y="1"/>
                    </a:moveTo>
                    <a:cubicBezTo>
                      <a:pt x="1" y="1"/>
                      <a:pt x="1" y="1056"/>
                      <a:pt x="768" y="1861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0" name="Google Shape;4310;p71"/>
              <p:cNvSpPr/>
              <p:nvPr/>
            </p:nvSpPr>
            <p:spPr>
              <a:xfrm>
                <a:off x="-148861" y="3908679"/>
                <a:ext cx="53340" cy="15538"/>
              </a:xfrm>
              <a:custGeom>
                <a:avLst/>
                <a:gdLst/>
                <a:ahLst/>
                <a:cxnLst/>
                <a:rect l="l" t="t" r="r" b="b"/>
                <a:pathLst>
                  <a:path w="4559" h="1328" fill="none" extrusionOk="0">
                    <a:moveTo>
                      <a:pt x="0" y="1030"/>
                    </a:moveTo>
                    <a:cubicBezTo>
                      <a:pt x="1301" y="1"/>
                      <a:pt x="2559" y="1327"/>
                      <a:pt x="2559" y="1327"/>
                    </a:cubicBezTo>
                    <a:cubicBezTo>
                      <a:pt x="2559" y="1327"/>
                      <a:pt x="2828" y="150"/>
                      <a:pt x="4559" y="642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1" name="Google Shape;4311;p71"/>
              <p:cNvSpPr/>
              <p:nvPr/>
            </p:nvSpPr>
            <p:spPr>
              <a:xfrm>
                <a:off x="-137430" y="3963493"/>
                <a:ext cx="28092" cy="51948"/>
              </a:xfrm>
              <a:custGeom>
                <a:avLst/>
                <a:gdLst/>
                <a:ahLst/>
                <a:cxnLst/>
                <a:rect l="l" t="t" r="r" b="b"/>
                <a:pathLst>
                  <a:path w="2401" h="4440" fill="none" extrusionOk="0">
                    <a:moveTo>
                      <a:pt x="10" y="4439"/>
                    </a:moveTo>
                    <a:cubicBezTo>
                      <a:pt x="10" y="4439"/>
                      <a:pt x="0" y="2220"/>
                      <a:pt x="1718" y="2437"/>
                    </a:cubicBezTo>
                    <a:cubicBezTo>
                      <a:pt x="1718" y="2437"/>
                      <a:pt x="828" y="1217"/>
                      <a:pt x="2401" y="1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2" name="Google Shape;4312;p71"/>
              <p:cNvSpPr/>
              <p:nvPr/>
            </p:nvSpPr>
            <p:spPr>
              <a:xfrm>
                <a:off x="-122021" y="4015429"/>
                <a:ext cx="12461" cy="32374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2767" fill="none" extrusionOk="0">
                    <a:moveTo>
                      <a:pt x="1064" y="0"/>
                    </a:moveTo>
                    <a:cubicBezTo>
                      <a:pt x="1064" y="0"/>
                      <a:pt x="0" y="1146"/>
                      <a:pt x="702" y="276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3" name="Google Shape;4313;p71"/>
              <p:cNvSpPr/>
              <p:nvPr/>
            </p:nvSpPr>
            <p:spPr>
              <a:xfrm>
                <a:off x="-95533" y="4013124"/>
                <a:ext cx="36235" cy="21739"/>
              </a:xfrm>
              <a:custGeom>
                <a:avLst/>
                <a:gdLst/>
                <a:ahLst/>
                <a:cxnLst/>
                <a:rect l="l" t="t" r="r" b="b"/>
                <a:pathLst>
                  <a:path w="3097" h="1858" fill="none" extrusionOk="0">
                    <a:moveTo>
                      <a:pt x="3097" y="197"/>
                    </a:moveTo>
                    <a:cubicBezTo>
                      <a:pt x="1463" y="0"/>
                      <a:pt x="764" y="1579"/>
                      <a:pt x="764" y="1579"/>
                    </a:cubicBezTo>
                    <a:cubicBezTo>
                      <a:pt x="764" y="1579"/>
                      <a:pt x="334" y="1391"/>
                      <a:pt x="1" y="185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4" name="Google Shape;4314;p71"/>
              <p:cNvSpPr/>
              <p:nvPr/>
            </p:nvSpPr>
            <p:spPr>
              <a:xfrm>
                <a:off x="-123355" y="3941357"/>
                <a:ext cx="32000" cy="17913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1531" fill="none" extrusionOk="0">
                    <a:moveTo>
                      <a:pt x="2735" y="0"/>
                    </a:moveTo>
                    <a:cubicBezTo>
                      <a:pt x="2735" y="0"/>
                      <a:pt x="1085" y="1530"/>
                      <a:pt x="1" y="0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5" name="Google Shape;4315;p71"/>
              <p:cNvSpPr/>
              <p:nvPr/>
            </p:nvSpPr>
            <p:spPr>
              <a:xfrm>
                <a:off x="-91367" y="3973672"/>
                <a:ext cx="32070" cy="1580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351" fill="none" extrusionOk="0">
                    <a:moveTo>
                      <a:pt x="1" y="434"/>
                    </a:moveTo>
                    <a:cubicBezTo>
                      <a:pt x="1" y="434"/>
                      <a:pt x="1709" y="1"/>
                      <a:pt x="2741" y="1350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6" name="Google Shape;4316;p71"/>
              <p:cNvSpPr/>
              <p:nvPr/>
            </p:nvSpPr>
            <p:spPr>
              <a:xfrm>
                <a:off x="-49996" y="3843615"/>
                <a:ext cx="106189" cy="230455"/>
              </a:xfrm>
              <a:custGeom>
                <a:avLst/>
                <a:gdLst/>
                <a:ahLst/>
                <a:cxnLst/>
                <a:rect l="l" t="t" r="r" b="b"/>
                <a:pathLst>
                  <a:path w="9076" h="19697" extrusionOk="0">
                    <a:moveTo>
                      <a:pt x="1127" y="0"/>
                    </a:moveTo>
                    <a:cubicBezTo>
                      <a:pt x="586" y="0"/>
                      <a:pt x="292" y="259"/>
                      <a:pt x="140" y="660"/>
                    </a:cubicBezTo>
                    <a:cubicBezTo>
                      <a:pt x="95" y="790"/>
                      <a:pt x="62" y="919"/>
                      <a:pt x="43" y="1055"/>
                    </a:cubicBezTo>
                    <a:cubicBezTo>
                      <a:pt x="43" y="1055"/>
                      <a:pt x="43" y="1055"/>
                      <a:pt x="43" y="1055"/>
                    </a:cubicBezTo>
                    <a:cubicBezTo>
                      <a:pt x="30" y="1055"/>
                      <a:pt x="4" y="18726"/>
                      <a:pt x="1" y="18730"/>
                    </a:cubicBezTo>
                    <a:cubicBezTo>
                      <a:pt x="1" y="18730"/>
                      <a:pt x="1" y="18730"/>
                      <a:pt x="1" y="18730"/>
                    </a:cubicBezTo>
                    <a:cubicBezTo>
                      <a:pt x="17" y="18730"/>
                      <a:pt x="3" y="19697"/>
                      <a:pt x="1123" y="19697"/>
                    </a:cubicBezTo>
                    <a:cubicBezTo>
                      <a:pt x="1919" y="19697"/>
                      <a:pt x="2188" y="19128"/>
                      <a:pt x="2236" y="18383"/>
                    </a:cubicBezTo>
                    <a:cubicBezTo>
                      <a:pt x="2441" y="18443"/>
                      <a:pt x="2647" y="18472"/>
                      <a:pt x="2850" y="18472"/>
                    </a:cubicBezTo>
                    <a:cubicBezTo>
                      <a:pt x="3758" y="18472"/>
                      <a:pt x="4600" y="17901"/>
                      <a:pt x="4915" y="17002"/>
                    </a:cubicBezTo>
                    <a:cubicBezTo>
                      <a:pt x="5970" y="16727"/>
                      <a:pt x="6704" y="15776"/>
                      <a:pt x="6704" y="14685"/>
                    </a:cubicBezTo>
                    <a:cubicBezTo>
                      <a:pt x="6704" y="14595"/>
                      <a:pt x="6698" y="14508"/>
                      <a:pt x="6688" y="14417"/>
                    </a:cubicBezTo>
                    <a:cubicBezTo>
                      <a:pt x="8040" y="13725"/>
                      <a:pt x="8412" y="11961"/>
                      <a:pt x="7458" y="10780"/>
                    </a:cubicBezTo>
                    <a:cubicBezTo>
                      <a:pt x="8956" y="9839"/>
                      <a:pt x="9076" y="7697"/>
                      <a:pt x="7691" y="6594"/>
                    </a:cubicBezTo>
                    <a:cubicBezTo>
                      <a:pt x="8183" y="5704"/>
                      <a:pt x="8060" y="4601"/>
                      <a:pt x="7387" y="3841"/>
                    </a:cubicBezTo>
                    <a:cubicBezTo>
                      <a:pt x="6921" y="3315"/>
                      <a:pt x="6264" y="3033"/>
                      <a:pt x="5593" y="3033"/>
                    </a:cubicBezTo>
                    <a:cubicBezTo>
                      <a:pt x="5289" y="3033"/>
                      <a:pt x="4982" y="3091"/>
                      <a:pt x="4689" y="3210"/>
                    </a:cubicBezTo>
                    <a:cubicBezTo>
                      <a:pt x="4692" y="3152"/>
                      <a:pt x="4695" y="3093"/>
                      <a:pt x="4695" y="3035"/>
                    </a:cubicBezTo>
                    <a:cubicBezTo>
                      <a:pt x="4704" y="1804"/>
                      <a:pt x="3702" y="834"/>
                      <a:pt x="2514" y="834"/>
                    </a:cubicBezTo>
                    <a:cubicBezTo>
                      <a:pt x="2400" y="834"/>
                      <a:pt x="2285" y="843"/>
                      <a:pt x="2168" y="861"/>
                    </a:cubicBezTo>
                    <a:cubicBezTo>
                      <a:pt x="2045" y="353"/>
                      <a:pt x="1751" y="0"/>
                      <a:pt x="1127" y="0"/>
                    </a:cubicBezTo>
                    <a:close/>
                  </a:path>
                </a:pathLst>
              </a:custGeom>
              <a:solidFill>
                <a:srgbClr val="40566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7" name="Google Shape;4317;p71"/>
              <p:cNvSpPr/>
              <p:nvPr/>
            </p:nvSpPr>
            <p:spPr>
              <a:xfrm>
                <a:off x="-49692" y="3906105"/>
                <a:ext cx="41804" cy="52708"/>
              </a:xfrm>
              <a:custGeom>
                <a:avLst/>
                <a:gdLst/>
                <a:ahLst/>
                <a:cxnLst/>
                <a:rect l="l" t="t" r="r" b="b"/>
                <a:pathLst>
                  <a:path w="3573" h="4505" fill="none" extrusionOk="0">
                    <a:moveTo>
                      <a:pt x="1" y="1"/>
                    </a:moveTo>
                    <a:cubicBezTo>
                      <a:pt x="1" y="1"/>
                      <a:pt x="3572" y="221"/>
                      <a:pt x="2573" y="4504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8" name="Google Shape;4318;p71"/>
              <p:cNvSpPr/>
              <p:nvPr/>
            </p:nvSpPr>
            <p:spPr>
              <a:xfrm>
                <a:off x="-49575" y="3875146"/>
                <a:ext cx="27261" cy="25717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2198" fill="none" extrusionOk="0">
                    <a:moveTo>
                      <a:pt x="2330" y="696"/>
                    </a:moveTo>
                    <a:cubicBezTo>
                      <a:pt x="2330" y="696"/>
                      <a:pt x="0" y="0"/>
                      <a:pt x="0" y="219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19" name="Google Shape;4319;p71"/>
              <p:cNvSpPr/>
              <p:nvPr/>
            </p:nvSpPr>
            <p:spPr>
              <a:xfrm>
                <a:off x="-4003" y="3879078"/>
                <a:ext cx="8986" cy="21785"/>
              </a:xfrm>
              <a:custGeom>
                <a:avLst/>
                <a:gdLst/>
                <a:ahLst/>
                <a:cxnLst/>
                <a:rect l="l" t="t" r="r" b="b"/>
                <a:pathLst>
                  <a:path w="768" h="1862" fill="none" extrusionOk="0">
                    <a:moveTo>
                      <a:pt x="767" y="1"/>
                    </a:moveTo>
                    <a:cubicBezTo>
                      <a:pt x="767" y="1"/>
                      <a:pt x="767" y="1056"/>
                      <a:pt x="1" y="1861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20" name="Google Shape;4320;p71"/>
              <p:cNvSpPr/>
              <p:nvPr/>
            </p:nvSpPr>
            <p:spPr>
              <a:xfrm>
                <a:off x="-13352" y="3908679"/>
                <a:ext cx="53352" cy="15538"/>
              </a:xfrm>
              <a:custGeom>
                <a:avLst/>
                <a:gdLst/>
                <a:ahLst/>
                <a:cxnLst/>
                <a:rect l="l" t="t" r="r" b="b"/>
                <a:pathLst>
                  <a:path w="4560" h="1328" fill="none" extrusionOk="0">
                    <a:moveTo>
                      <a:pt x="4559" y="1030"/>
                    </a:moveTo>
                    <a:cubicBezTo>
                      <a:pt x="3258" y="1"/>
                      <a:pt x="1997" y="1327"/>
                      <a:pt x="1997" y="1327"/>
                    </a:cubicBezTo>
                    <a:cubicBezTo>
                      <a:pt x="1997" y="1327"/>
                      <a:pt x="1731" y="150"/>
                      <a:pt x="1" y="642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21" name="Google Shape;4321;p71"/>
              <p:cNvSpPr/>
              <p:nvPr/>
            </p:nvSpPr>
            <p:spPr>
              <a:xfrm>
                <a:off x="466" y="3963493"/>
                <a:ext cx="28092" cy="51948"/>
              </a:xfrm>
              <a:custGeom>
                <a:avLst/>
                <a:gdLst/>
                <a:ahLst/>
                <a:cxnLst/>
                <a:rect l="l" t="t" r="r" b="b"/>
                <a:pathLst>
                  <a:path w="2401" h="4440" fill="none" extrusionOk="0">
                    <a:moveTo>
                      <a:pt x="2391" y="4439"/>
                    </a:moveTo>
                    <a:cubicBezTo>
                      <a:pt x="2391" y="4439"/>
                      <a:pt x="2401" y="2220"/>
                      <a:pt x="683" y="2437"/>
                    </a:cubicBezTo>
                    <a:cubicBezTo>
                      <a:pt x="683" y="2437"/>
                      <a:pt x="1573" y="1217"/>
                      <a:pt x="0" y="1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22" name="Google Shape;4322;p71"/>
              <p:cNvSpPr/>
              <p:nvPr/>
            </p:nvSpPr>
            <p:spPr>
              <a:xfrm>
                <a:off x="688" y="4015429"/>
                <a:ext cx="12472" cy="32374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2767" fill="none" extrusionOk="0">
                    <a:moveTo>
                      <a:pt x="1" y="0"/>
                    </a:moveTo>
                    <a:cubicBezTo>
                      <a:pt x="1" y="0"/>
                      <a:pt x="1065" y="1146"/>
                      <a:pt x="363" y="276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23" name="Google Shape;4323;p71"/>
              <p:cNvSpPr/>
              <p:nvPr/>
            </p:nvSpPr>
            <p:spPr>
              <a:xfrm>
                <a:off x="-49575" y="4013124"/>
                <a:ext cx="36235" cy="21739"/>
              </a:xfrm>
              <a:custGeom>
                <a:avLst/>
                <a:gdLst/>
                <a:ahLst/>
                <a:cxnLst/>
                <a:rect l="l" t="t" r="r" b="b"/>
                <a:pathLst>
                  <a:path w="3097" h="1858" fill="none" extrusionOk="0">
                    <a:moveTo>
                      <a:pt x="0" y="197"/>
                    </a:moveTo>
                    <a:cubicBezTo>
                      <a:pt x="1631" y="0"/>
                      <a:pt x="2330" y="1579"/>
                      <a:pt x="2330" y="1579"/>
                    </a:cubicBezTo>
                    <a:cubicBezTo>
                      <a:pt x="2330" y="1579"/>
                      <a:pt x="2763" y="1391"/>
                      <a:pt x="3097" y="1857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24" name="Google Shape;4324;p71"/>
              <p:cNvSpPr/>
              <p:nvPr/>
            </p:nvSpPr>
            <p:spPr>
              <a:xfrm>
                <a:off x="-17517" y="3941357"/>
                <a:ext cx="32000" cy="17913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1531" fill="none" extrusionOk="0">
                    <a:moveTo>
                      <a:pt x="1" y="0"/>
                    </a:moveTo>
                    <a:cubicBezTo>
                      <a:pt x="1" y="0"/>
                      <a:pt x="1651" y="1530"/>
                      <a:pt x="2734" y="0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25" name="Google Shape;4325;p71"/>
              <p:cNvSpPr/>
              <p:nvPr/>
            </p:nvSpPr>
            <p:spPr>
              <a:xfrm>
                <a:off x="-49575" y="3973672"/>
                <a:ext cx="32070" cy="1580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351" fill="none" extrusionOk="0">
                    <a:moveTo>
                      <a:pt x="2741" y="434"/>
                    </a:moveTo>
                    <a:cubicBezTo>
                      <a:pt x="2741" y="434"/>
                      <a:pt x="1032" y="1"/>
                      <a:pt x="0" y="1350"/>
                    </a:cubicBezTo>
                  </a:path>
                </a:pathLst>
              </a:custGeom>
              <a:noFill/>
              <a:ln w="8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26" name="Google Shape;4326;p71"/>
            <p:cNvGrpSpPr/>
            <p:nvPr/>
          </p:nvGrpSpPr>
          <p:grpSpPr>
            <a:xfrm>
              <a:off x="724986" y="3605478"/>
              <a:ext cx="1368681" cy="682918"/>
              <a:chOff x="724986" y="3605478"/>
              <a:chExt cx="1368681" cy="682918"/>
            </a:xfrm>
          </p:grpSpPr>
          <p:grpSp>
            <p:nvGrpSpPr>
              <p:cNvPr id="4327" name="Google Shape;4327;p71"/>
              <p:cNvGrpSpPr/>
              <p:nvPr/>
            </p:nvGrpSpPr>
            <p:grpSpPr>
              <a:xfrm>
                <a:off x="1498221" y="4047614"/>
                <a:ext cx="529172" cy="240783"/>
                <a:chOff x="1498221" y="4047614"/>
                <a:chExt cx="529172" cy="240783"/>
              </a:xfrm>
            </p:grpSpPr>
            <p:grpSp>
              <p:nvGrpSpPr>
                <p:cNvPr id="4328" name="Google Shape;4328;p71"/>
                <p:cNvGrpSpPr/>
                <p:nvPr/>
              </p:nvGrpSpPr>
              <p:grpSpPr>
                <a:xfrm>
                  <a:off x="1826655" y="4224370"/>
                  <a:ext cx="200738" cy="25631"/>
                  <a:chOff x="1826655" y="4224370"/>
                  <a:chExt cx="200738" cy="25631"/>
                </a:xfrm>
              </p:grpSpPr>
              <p:sp>
                <p:nvSpPr>
                  <p:cNvPr id="4329" name="Google Shape;4329;p71"/>
                  <p:cNvSpPr/>
                  <p:nvPr/>
                </p:nvSpPr>
                <p:spPr>
                  <a:xfrm>
                    <a:off x="1826655" y="4238011"/>
                    <a:ext cx="175094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35" h="1" fill="none" extrusionOk="0">
                        <a:moveTo>
                          <a:pt x="1" y="0"/>
                        </a:moveTo>
                        <a:lnTo>
                          <a:pt x="36535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30" name="Google Shape;4330;p71"/>
                  <p:cNvSpPr/>
                  <p:nvPr/>
                </p:nvSpPr>
                <p:spPr>
                  <a:xfrm>
                    <a:off x="2000728" y="4224370"/>
                    <a:ext cx="26665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4" h="5351" extrusionOk="0">
                        <a:moveTo>
                          <a:pt x="2887" y="0"/>
                        </a:moveTo>
                        <a:cubicBezTo>
                          <a:pt x="2190" y="0"/>
                          <a:pt x="1506" y="271"/>
                          <a:pt x="996" y="783"/>
                        </a:cubicBezTo>
                        <a:cubicBezTo>
                          <a:pt x="230" y="1550"/>
                          <a:pt x="0" y="2699"/>
                          <a:pt x="416" y="3698"/>
                        </a:cubicBezTo>
                        <a:cubicBezTo>
                          <a:pt x="828" y="4698"/>
                          <a:pt x="1806" y="5351"/>
                          <a:pt x="2886" y="5351"/>
                        </a:cubicBezTo>
                        <a:cubicBezTo>
                          <a:pt x="4363" y="5351"/>
                          <a:pt x="5560" y="4150"/>
                          <a:pt x="5563" y="2677"/>
                        </a:cubicBezTo>
                        <a:cubicBezTo>
                          <a:pt x="5560" y="1593"/>
                          <a:pt x="4911" y="619"/>
                          <a:pt x="3911" y="203"/>
                        </a:cubicBezTo>
                        <a:cubicBezTo>
                          <a:pt x="3580" y="67"/>
                          <a:pt x="3232" y="0"/>
                          <a:pt x="2887" y="0"/>
                        </a:cubicBezTo>
                        <a:close/>
                      </a:path>
                    </a:pathLst>
                  </a:custGeom>
                  <a:solidFill>
                    <a:srgbClr val="213B55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31" name="Google Shape;4331;p71"/>
                <p:cNvGrpSpPr/>
                <p:nvPr/>
              </p:nvGrpSpPr>
              <p:grpSpPr>
                <a:xfrm>
                  <a:off x="1498221" y="4047614"/>
                  <a:ext cx="328444" cy="240783"/>
                  <a:chOff x="1498221" y="4047614"/>
                  <a:chExt cx="328444" cy="240783"/>
                </a:xfrm>
              </p:grpSpPr>
              <p:sp>
                <p:nvSpPr>
                  <p:cNvPr id="4332" name="Google Shape;4332;p71"/>
                  <p:cNvSpPr/>
                  <p:nvPr/>
                </p:nvSpPr>
                <p:spPr>
                  <a:xfrm>
                    <a:off x="1648778" y="4185661"/>
                    <a:ext cx="177888" cy="10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8" h="21448" extrusionOk="0">
                        <a:moveTo>
                          <a:pt x="4950" y="1"/>
                        </a:moveTo>
                        <a:cubicBezTo>
                          <a:pt x="2218" y="1"/>
                          <a:pt x="0" y="2679"/>
                          <a:pt x="0" y="5984"/>
                        </a:cubicBezTo>
                        <a:lnTo>
                          <a:pt x="0" y="15461"/>
                        </a:lnTo>
                        <a:cubicBezTo>
                          <a:pt x="0" y="18766"/>
                          <a:pt x="2218" y="21447"/>
                          <a:pt x="4950" y="21447"/>
                        </a:cubicBezTo>
                        <a:lnTo>
                          <a:pt x="32168" y="21447"/>
                        </a:lnTo>
                        <a:cubicBezTo>
                          <a:pt x="34904" y="21447"/>
                          <a:pt x="37118" y="18766"/>
                          <a:pt x="37118" y="15461"/>
                        </a:cubicBezTo>
                        <a:lnTo>
                          <a:pt x="37118" y="5984"/>
                        </a:lnTo>
                        <a:cubicBezTo>
                          <a:pt x="37118" y="2679"/>
                          <a:pt x="34904" y="1"/>
                          <a:pt x="32168" y="1"/>
                        </a:cubicBezTo>
                        <a:close/>
                      </a:path>
                    </a:pathLst>
                  </a:custGeom>
                  <a:solidFill>
                    <a:srgbClr val="213B55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333" name="Google Shape;4333;p71"/>
                  <p:cNvGrpSpPr/>
                  <p:nvPr/>
                </p:nvGrpSpPr>
                <p:grpSpPr>
                  <a:xfrm>
                    <a:off x="1498221" y="4047614"/>
                    <a:ext cx="150566" cy="190416"/>
                    <a:chOff x="1498221" y="4047614"/>
                    <a:chExt cx="150566" cy="190416"/>
                  </a:xfrm>
                </p:grpSpPr>
                <p:sp>
                  <p:nvSpPr>
                    <p:cNvPr id="4334" name="Google Shape;4334;p71"/>
                    <p:cNvSpPr/>
                    <p:nvPr/>
                  </p:nvSpPr>
                  <p:spPr>
                    <a:xfrm>
                      <a:off x="1510686" y="4060421"/>
                      <a:ext cx="138101" cy="1776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816" h="37079" fill="none" extrusionOk="0">
                          <a:moveTo>
                            <a:pt x="28815" y="37078"/>
                          </a:moveTo>
                          <a:lnTo>
                            <a:pt x="17922" y="37078"/>
                          </a:lnTo>
                          <a:cubicBezTo>
                            <a:pt x="14829" y="37078"/>
                            <a:pt x="14212" y="33613"/>
                            <a:pt x="14212" y="33613"/>
                          </a:cubicBezTo>
                          <a:lnTo>
                            <a:pt x="14212" y="10631"/>
                          </a:lnTo>
                          <a:lnTo>
                            <a:pt x="0" y="10631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35" name="Google Shape;4335;p71"/>
                    <p:cNvSpPr/>
                    <p:nvPr/>
                  </p:nvSpPr>
                  <p:spPr>
                    <a:xfrm>
                      <a:off x="1498221" y="4047614"/>
                      <a:ext cx="26646" cy="256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0" h="5349" extrusionOk="0">
                          <a:moveTo>
                            <a:pt x="2886" y="1"/>
                          </a:moveTo>
                          <a:cubicBezTo>
                            <a:pt x="1806" y="1"/>
                            <a:pt x="828" y="654"/>
                            <a:pt x="416" y="1653"/>
                          </a:cubicBezTo>
                          <a:cubicBezTo>
                            <a:pt x="0" y="2649"/>
                            <a:pt x="230" y="3802"/>
                            <a:pt x="996" y="4564"/>
                          </a:cubicBezTo>
                          <a:cubicBezTo>
                            <a:pt x="1506" y="5077"/>
                            <a:pt x="2190" y="5349"/>
                            <a:pt x="2886" y="5349"/>
                          </a:cubicBezTo>
                          <a:cubicBezTo>
                            <a:pt x="3232" y="5349"/>
                            <a:pt x="3580" y="5282"/>
                            <a:pt x="3911" y="5144"/>
                          </a:cubicBezTo>
                          <a:cubicBezTo>
                            <a:pt x="4910" y="4732"/>
                            <a:pt x="5560" y="3758"/>
                            <a:pt x="5560" y="2675"/>
                          </a:cubicBezTo>
                          <a:cubicBezTo>
                            <a:pt x="5560" y="1197"/>
                            <a:pt x="4363" y="1"/>
                            <a:pt x="2886" y="1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4336" name="Google Shape;4336;p71"/>
              <p:cNvGrpSpPr/>
              <p:nvPr/>
            </p:nvGrpSpPr>
            <p:grpSpPr>
              <a:xfrm>
                <a:off x="1560718" y="3800594"/>
                <a:ext cx="532948" cy="302090"/>
                <a:chOff x="1560718" y="3800594"/>
                <a:chExt cx="532948" cy="302090"/>
              </a:xfrm>
            </p:grpSpPr>
            <p:grpSp>
              <p:nvGrpSpPr>
                <p:cNvPr id="4337" name="Google Shape;4337;p71"/>
                <p:cNvGrpSpPr/>
                <p:nvPr/>
              </p:nvGrpSpPr>
              <p:grpSpPr>
                <a:xfrm>
                  <a:off x="1912179" y="3827344"/>
                  <a:ext cx="181487" cy="25631"/>
                  <a:chOff x="1912179" y="3827344"/>
                  <a:chExt cx="181487" cy="25631"/>
                </a:xfrm>
              </p:grpSpPr>
              <p:sp>
                <p:nvSpPr>
                  <p:cNvPr id="4338" name="Google Shape;4338;p71"/>
                  <p:cNvSpPr/>
                  <p:nvPr/>
                </p:nvSpPr>
                <p:spPr>
                  <a:xfrm>
                    <a:off x="2067020" y="3827344"/>
                    <a:ext cx="26646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51" extrusionOk="0">
                        <a:moveTo>
                          <a:pt x="2886" y="0"/>
                        </a:moveTo>
                        <a:cubicBezTo>
                          <a:pt x="1806" y="0"/>
                          <a:pt x="828" y="653"/>
                          <a:pt x="416" y="1653"/>
                        </a:cubicBezTo>
                        <a:cubicBezTo>
                          <a:pt x="0" y="2652"/>
                          <a:pt x="230" y="3801"/>
                          <a:pt x="993" y="4567"/>
                        </a:cubicBezTo>
                        <a:cubicBezTo>
                          <a:pt x="1505" y="5080"/>
                          <a:pt x="2190" y="5351"/>
                          <a:pt x="2887" y="5351"/>
                        </a:cubicBezTo>
                        <a:cubicBezTo>
                          <a:pt x="3232" y="5351"/>
                          <a:pt x="3580" y="5284"/>
                          <a:pt x="3911" y="5148"/>
                        </a:cubicBezTo>
                        <a:cubicBezTo>
                          <a:pt x="4910" y="4732"/>
                          <a:pt x="5560" y="3758"/>
                          <a:pt x="5560" y="2678"/>
                        </a:cubicBezTo>
                        <a:cubicBezTo>
                          <a:pt x="5560" y="1200"/>
                          <a:pt x="4363" y="0"/>
                          <a:pt x="2886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39" name="Google Shape;4339;p71"/>
                  <p:cNvSpPr/>
                  <p:nvPr/>
                </p:nvSpPr>
                <p:spPr>
                  <a:xfrm>
                    <a:off x="1912179" y="3842838"/>
                    <a:ext cx="156825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23" h="1" fill="none" extrusionOk="0">
                        <a:moveTo>
                          <a:pt x="1" y="1"/>
                        </a:moveTo>
                        <a:lnTo>
                          <a:pt x="32723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40" name="Google Shape;4340;p71"/>
                <p:cNvGrpSpPr/>
                <p:nvPr/>
              </p:nvGrpSpPr>
              <p:grpSpPr>
                <a:xfrm>
                  <a:off x="1912179" y="4044505"/>
                  <a:ext cx="181487" cy="25622"/>
                  <a:chOff x="1912179" y="4044506"/>
                  <a:chExt cx="181487" cy="25622"/>
                </a:xfrm>
              </p:grpSpPr>
              <p:sp>
                <p:nvSpPr>
                  <p:cNvPr id="4341" name="Google Shape;4341;p71"/>
                  <p:cNvSpPr/>
                  <p:nvPr/>
                </p:nvSpPr>
                <p:spPr>
                  <a:xfrm>
                    <a:off x="2067020" y="4044505"/>
                    <a:ext cx="26646" cy="25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49" extrusionOk="0">
                        <a:moveTo>
                          <a:pt x="2886" y="0"/>
                        </a:moveTo>
                        <a:cubicBezTo>
                          <a:pt x="1806" y="0"/>
                          <a:pt x="828" y="650"/>
                          <a:pt x="416" y="1649"/>
                        </a:cubicBezTo>
                        <a:cubicBezTo>
                          <a:pt x="0" y="2649"/>
                          <a:pt x="230" y="3802"/>
                          <a:pt x="993" y="4564"/>
                        </a:cubicBezTo>
                        <a:cubicBezTo>
                          <a:pt x="1505" y="5076"/>
                          <a:pt x="2190" y="5349"/>
                          <a:pt x="2887" y="5349"/>
                        </a:cubicBezTo>
                        <a:cubicBezTo>
                          <a:pt x="3232" y="5349"/>
                          <a:pt x="3580" y="5282"/>
                          <a:pt x="3911" y="5144"/>
                        </a:cubicBezTo>
                        <a:cubicBezTo>
                          <a:pt x="4910" y="4732"/>
                          <a:pt x="5560" y="3758"/>
                          <a:pt x="5560" y="2674"/>
                        </a:cubicBezTo>
                        <a:cubicBezTo>
                          <a:pt x="5560" y="1197"/>
                          <a:pt x="4363" y="0"/>
                          <a:pt x="2886" y="0"/>
                        </a:cubicBezTo>
                        <a:close/>
                      </a:path>
                    </a:pathLst>
                  </a:custGeom>
                  <a:solidFill>
                    <a:srgbClr val="869FB1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42" name="Google Shape;4342;p71"/>
                  <p:cNvSpPr/>
                  <p:nvPr/>
                </p:nvSpPr>
                <p:spPr>
                  <a:xfrm>
                    <a:off x="1912179" y="4059966"/>
                    <a:ext cx="156825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23" h="1" fill="none" extrusionOk="0">
                        <a:moveTo>
                          <a:pt x="32723" y="1"/>
                        </a:moveTo>
                        <a:lnTo>
                          <a:pt x="1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43" name="Google Shape;4343;p71"/>
                <p:cNvGrpSpPr/>
                <p:nvPr/>
              </p:nvGrpSpPr>
              <p:grpSpPr>
                <a:xfrm>
                  <a:off x="1560718" y="3800594"/>
                  <a:ext cx="351472" cy="302090"/>
                  <a:chOff x="1560718" y="3800594"/>
                  <a:chExt cx="351472" cy="302090"/>
                </a:xfrm>
              </p:grpSpPr>
              <p:grpSp>
                <p:nvGrpSpPr>
                  <p:cNvPr id="4344" name="Google Shape;4344;p71"/>
                  <p:cNvGrpSpPr/>
                  <p:nvPr/>
                </p:nvGrpSpPr>
                <p:grpSpPr>
                  <a:xfrm>
                    <a:off x="1560718" y="3842857"/>
                    <a:ext cx="173586" cy="217131"/>
                    <a:chOff x="1560718" y="3842857"/>
                    <a:chExt cx="173586" cy="217131"/>
                  </a:xfrm>
                </p:grpSpPr>
                <p:sp>
                  <p:nvSpPr>
                    <p:cNvPr id="4345" name="Google Shape;4345;p71"/>
                    <p:cNvSpPr/>
                    <p:nvPr/>
                  </p:nvSpPr>
                  <p:spPr>
                    <a:xfrm>
                      <a:off x="1560718" y="3951414"/>
                      <a:ext cx="84343" cy="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599" h="1" fill="none" extrusionOk="0">
                          <a:moveTo>
                            <a:pt x="1" y="0"/>
                          </a:moveTo>
                          <a:lnTo>
                            <a:pt x="17598" y="0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46" name="Google Shape;4346;p71"/>
                    <p:cNvSpPr/>
                    <p:nvPr/>
                  </p:nvSpPr>
                  <p:spPr>
                    <a:xfrm>
                      <a:off x="1631242" y="3936509"/>
                      <a:ext cx="26646" cy="256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0" h="5349" extrusionOk="0">
                          <a:moveTo>
                            <a:pt x="2882" y="1"/>
                          </a:moveTo>
                          <a:cubicBezTo>
                            <a:pt x="1802" y="1"/>
                            <a:pt x="828" y="650"/>
                            <a:pt x="412" y="1649"/>
                          </a:cubicBezTo>
                          <a:cubicBezTo>
                            <a:pt x="0" y="2649"/>
                            <a:pt x="226" y="3798"/>
                            <a:pt x="993" y="4564"/>
                          </a:cubicBezTo>
                          <a:cubicBezTo>
                            <a:pt x="1502" y="5076"/>
                            <a:pt x="2187" y="5349"/>
                            <a:pt x="2883" y="5349"/>
                          </a:cubicBezTo>
                          <a:cubicBezTo>
                            <a:pt x="3228" y="5349"/>
                            <a:pt x="3576" y="5282"/>
                            <a:pt x="3907" y="5144"/>
                          </a:cubicBezTo>
                          <a:cubicBezTo>
                            <a:pt x="4907" y="4732"/>
                            <a:pt x="5556" y="3758"/>
                            <a:pt x="5560" y="2674"/>
                          </a:cubicBezTo>
                          <a:cubicBezTo>
                            <a:pt x="5560" y="1197"/>
                            <a:pt x="4360" y="1"/>
                            <a:pt x="2882" y="1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47" name="Google Shape;4347;p71"/>
                    <p:cNvSpPr/>
                    <p:nvPr/>
                  </p:nvSpPr>
                  <p:spPr>
                    <a:xfrm>
                      <a:off x="1645054" y="3842857"/>
                      <a:ext cx="89251" cy="2171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623" h="45330" fill="none" extrusionOk="0">
                          <a:moveTo>
                            <a:pt x="18623" y="45330"/>
                          </a:moveTo>
                          <a:lnTo>
                            <a:pt x="5625" y="45330"/>
                          </a:lnTo>
                          <a:cubicBezTo>
                            <a:pt x="2889" y="45330"/>
                            <a:pt x="0" y="42619"/>
                            <a:pt x="0" y="35634"/>
                          </a:cubicBezTo>
                          <a:lnTo>
                            <a:pt x="0" y="9697"/>
                          </a:lnTo>
                          <a:cubicBezTo>
                            <a:pt x="0" y="2711"/>
                            <a:pt x="2889" y="1"/>
                            <a:pt x="5625" y="1"/>
                          </a:cubicBezTo>
                          <a:lnTo>
                            <a:pt x="18623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4348" name="Google Shape;4348;p71"/>
                  <p:cNvSpPr/>
                  <p:nvPr/>
                </p:nvSpPr>
                <p:spPr>
                  <a:xfrm>
                    <a:off x="1733808" y="3800594"/>
                    <a:ext cx="177874" cy="102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5" h="21447" extrusionOk="0">
                        <a:moveTo>
                          <a:pt x="4951" y="0"/>
                        </a:moveTo>
                        <a:cubicBezTo>
                          <a:pt x="2215" y="0"/>
                          <a:pt x="1" y="2678"/>
                          <a:pt x="1" y="5983"/>
                        </a:cubicBezTo>
                        <a:lnTo>
                          <a:pt x="1" y="15460"/>
                        </a:lnTo>
                        <a:cubicBezTo>
                          <a:pt x="1" y="18765"/>
                          <a:pt x="2215" y="21446"/>
                          <a:pt x="4951" y="21446"/>
                        </a:cubicBezTo>
                        <a:lnTo>
                          <a:pt x="32168" y="21446"/>
                        </a:lnTo>
                        <a:cubicBezTo>
                          <a:pt x="34901" y="21446"/>
                          <a:pt x="37115" y="18765"/>
                          <a:pt x="37115" y="15460"/>
                        </a:cubicBezTo>
                        <a:lnTo>
                          <a:pt x="37115" y="5983"/>
                        </a:lnTo>
                        <a:cubicBezTo>
                          <a:pt x="37115" y="2678"/>
                          <a:pt x="34901" y="0"/>
                          <a:pt x="32168" y="0"/>
                        </a:cubicBezTo>
                        <a:close/>
                      </a:path>
                    </a:pathLst>
                  </a:custGeom>
                  <a:solidFill>
                    <a:srgbClr val="445D73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49" name="Google Shape;4349;p71"/>
                  <p:cNvSpPr/>
                  <p:nvPr/>
                </p:nvSpPr>
                <p:spPr>
                  <a:xfrm>
                    <a:off x="1734297" y="3999967"/>
                    <a:ext cx="177893" cy="102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9" h="21444" extrusionOk="0">
                        <a:moveTo>
                          <a:pt x="4951" y="1"/>
                        </a:moveTo>
                        <a:cubicBezTo>
                          <a:pt x="2219" y="1"/>
                          <a:pt x="1" y="2678"/>
                          <a:pt x="1" y="5983"/>
                        </a:cubicBezTo>
                        <a:lnTo>
                          <a:pt x="1" y="15461"/>
                        </a:lnTo>
                        <a:cubicBezTo>
                          <a:pt x="1" y="18766"/>
                          <a:pt x="2219" y="21443"/>
                          <a:pt x="4951" y="21443"/>
                        </a:cubicBezTo>
                        <a:lnTo>
                          <a:pt x="32168" y="21443"/>
                        </a:lnTo>
                        <a:cubicBezTo>
                          <a:pt x="34901" y="21443"/>
                          <a:pt x="37119" y="18766"/>
                          <a:pt x="37119" y="15461"/>
                        </a:cubicBezTo>
                        <a:lnTo>
                          <a:pt x="37119" y="5983"/>
                        </a:lnTo>
                        <a:cubicBezTo>
                          <a:pt x="37119" y="2678"/>
                          <a:pt x="34901" y="1"/>
                          <a:pt x="32168" y="1"/>
                        </a:cubicBezTo>
                        <a:close/>
                      </a:path>
                    </a:pathLst>
                  </a:custGeom>
                  <a:solidFill>
                    <a:srgbClr val="869FB1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350" name="Google Shape;4350;p71"/>
              <p:cNvSpPr/>
              <p:nvPr/>
            </p:nvSpPr>
            <p:spPr>
              <a:xfrm>
                <a:off x="1258451" y="3798060"/>
                <a:ext cx="302718" cy="302541"/>
              </a:xfrm>
              <a:custGeom>
                <a:avLst/>
                <a:gdLst/>
                <a:ahLst/>
                <a:cxnLst/>
                <a:rect l="l" t="t" r="r" b="b"/>
                <a:pathLst>
                  <a:path w="63165" h="63161" fill="none" extrusionOk="0">
                    <a:moveTo>
                      <a:pt x="63165" y="31580"/>
                    </a:moveTo>
                    <a:cubicBezTo>
                      <a:pt x="63165" y="49021"/>
                      <a:pt x="49025" y="63161"/>
                      <a:pt x="31585" y="63161"/>
                    </a:cubicBezTo>
                    <a:cubicBezTo>
                      <a:pt x="14140" y="63161"/>
                      <a:pt x="1" y="49021"/>
                      <a:pt x="1" y="31580"/>
                    </a:cubicBezTo>
                    <a:cubicBezTo>
                      <a:pt x="1" y="14140"/>
                      <a:pt x="14140" y="0"/>
                      <a:pt x="31585" y="0"/>
                    </a:cubicBezTo>
                    <a:cubicBezTo>
                      <a:pt x="49025" y="0"/>
                      <a:pt x="63165" y="14140"/>
                      <a:pt x="63165" y="3158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351" name="Google Shape;4351;p71"/>
              <p:cNvGrpSpPr/>
              <p:nvPr/>
            </p:nvGrpSpPr>
            <p:grpSpPr>
              <a:xfrm>
                <a:off x="785350" y="3605478"/>
                <a:ext cx="535311" cy="249245"/>
                <a:chOff x="785350" y="3605478"/>
                <a:chExt cx="535311" cy="249245"/>
              </a:xfrm>
            </p:grpSpPr>
            <p:grpSp>
              <p:nvGrpSpPr>
                <p:cNvPr id="4352" name="Google Shape;4352;p71"/>
                <p:cNvGrpSpPr/>
                <p:nvPr/>
              </p:nvGrpSpPr>
              <p:grpSpPr>
                <a:xfrm>
                  <a:off x="785350" y="3605478"/>
                  <a:ext cx="376191" cy="102736"/>
                  <a:chOff x="785350" y="3605478"/>
                  <a:chExt cx="376191" cy="102736"/>
                </a:xfrm>
              </p:grpSpPr>
              <p:sp>
                <p:nvSpPr>
                  <p:cNvPr id="4353" name="Google Shape;4353;p71"/>
                  <p:cNvSpPr/>
                  <p:nvPr/>
                </p:nvSpPr>
                <p:spPr>
                  <a:xfrm>
                    <a:off x="808023" y="3655851"/>
                    <a:ext cx="175636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48" h="1" fill="none" extrusionOk="0">
                        <a:moveTo>
                          <a:pt x="36648" y="1"/>
                        </a:moveTo>
                        <a:lnTo>
                          <a:pt x="1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54" name="Google Shape;4354;p71"/>
                  <p:cNvSpPr/>
                  <p:nvPr/>
                </p:nvSpPr>
                <p:spPr>
                  <a:xfrm>
                    <a:off x="785350" y="3643867"/>
                    <a:ext cx="25635" cy="25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49" h="5349" extrusionOk="0">
                        <a:moveTo>
                          <a:pt x="2674" y="0"/>
                        </a:moveTo>
                        <a:cubicBezTo>
                          <a:pt x="1197" y="0"/>
                          <a:pt x="0" y="1197"/>
                          <a:pt x="0" y="2674"/>
                        </a:cubicBezTo>
                        <a:cubicBezTo>
                          <a:pt x="0" y="4152"/>
                          <a:pt x="1197" y="5348"/>
                          <a:pt x="2674" y="5348"/>
                        </a:cubicBezTo>
                        <a:cubicBezTo>
                          <a:pt x="4152" y="5348"/>
                          <a:pt x="5348" y="4152"/>
                          <a:pt x="5348" y="2674"/>
                        </a:cubicBezTo>
                        <a:cubicBezTo>
                          <a:pt x="5348" y="1197"/>
                          <a:pt x="4152" y="0"/>
                          <a:pt x="2674" y="0"/>
                        </a:cubicBez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55" name="Google Shape;4355;p71"/>
                  <p:cNvSpPr/>
                  <p:nvPr/>
                </p:nvSpPr>
                <p:spPr>
                  <a:xfrm>
                    <a:off x="983648" y="3605478"/>
                    <a:ext cx="177893" cy="10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9" h="21448" extrusionOk="0">
                        <a:moveTo>
                          <a:pt x="4951" y="1"/>
                        </a:moveTo>
                        <a:cubicBezTo>
                          <a:pt x="2219" y="1"/>
                          <a:pt x="1" y="2682"/>
                          <a:pt x="1" y="5987"/>
                        </a:cubicBezTo>
                        <a:lnTo>
                          <a:pt x="1" y="15464"/>
                        </a:lnTo>
                        <a:cubicBezTo>
                          <a:pt x="1" y="18769"/>
                          <a:pt x="2219" y="21447"/>
                          <a:pt x="4951" y="21447"/>
                        </a:cubicBezTo>
                        <a:lnTo>
                          <a:pt x="32172" y="21447"/>
                        </a:lnTo>
                        <a:cubicBezTo>
                          <a:pt x="34904" y="21447"/>
                          <a:pt x="37119" y="18769"/>
                          <a:pt x="37119" y="15464"/>
                        </a:cubicBezTo>
                        <a:lnTo>
                          <a:pt x="37119" y="5987"/>
                        </a:lnTo>
                        <a:cubicBezTo>
                          <a:pt x="37119" y="2682"/>
                          <a:pt x="34904" y="1"/>
                          <a:pt x="32172" y="1"/>
                        </a:cubicBezTo>
                        <a:close/>
                      </a:path>
                    </a:pathLst>
                  </a:custGeom>
                  <a:solidFill>
                    <a:srgbClr val="E3E9ED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56" name="Google Shape;4356;p71"/>
                <p:cNvGrpSpPr/>
                <p:nvPr/>
              </p:nvGrpSpPr>
              <p:grpSpPr>
                <a:xfrm>
                  <a:off x="1161530" y="3655851"/>
                  <a:ext cx="159131" cy="198872"/>
                  <a:chOff x="1161530" y="3655851"/>
                  <a:chExt cx="159131" cy="198872"/>
                </a:xfrm>
              </p:grpSpPr>
              <p:sp>
                <p:nvSpPr>
                  <p:cNvPr id="4357" name="Google Shape;4357;p71"/>
                  <p:cNvSpPr/>
                  <p:nvPr/>
                </p:nvSpPr>
                <p:spPr>
                  <a:xfrm>
                    <a:off x="1161530" y="3655851"/>
                    <a:ext cx="146440" cy="1860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56" h="38848" fill="none" extrusionOk="0">
                        <a:moveTo>
                          <a:pt x="1" y="1"/>
                        </a:moveTo>
                        <a:lnTo>
                          <a:pt x="12633" y="1"/>
                        </a:lnTo>
                        <a:cubicBezTo>
                          <a:pt x="15723" y="1"/>
                          <a:pt x="16343" y="3466"/>
                          <a:pt x="16343" y="3466"/>
                        </a:cubicBezTo>
                        <a:lnTo>
                          <a:pt x="16343" y="26448"/>
                        </a:lnTo>
                        <a:lnTo>
                          <a:pt x="30556" y="26448"/>
                        </a:lnTo>
                        <a:lnTo>
                          <a:pt x="30556" y="38848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58" name="Google Shape;4358;p71"/>
                  <p:cNvSpPr/>
                  <p:nvPr/>
                </p:nvSpPr>
                <p:spPr>
                  <a:xfrm>
                    <a:off x="1293991" y="3829092"/>
                    <a:ext cx="26670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5" h="5351" extrusionOk="0">
                        <a:moveTo>
                          <a:pt x="2890" y="0"/>
                        </a:moveTo>
                        <a:cubicBezTo>
                          <a:pt x="1807" y="0"/>
                          <a:pt x="833" y="653"/>
                          <a:pt x="417" y="1653"/>
                        </a:cubicBezTo>
                        <a:cubicBezTo>
                          <a:pt x="1" y="2652"/>
                          <a:pt x="231" y="3801"/>
                          <a:pt x="997" y="4567"/>
                        </a:cubicBezTo>
                        <a:cubicBezTo>
                          <a:pt x="1509" y="5080"/>
                          <a:pt x="2193" y="5350"/>
                          <a:pt x="2888" y="5350"/>
                        </a:cubicBezTo>
                        <a:cubicBezTo>
                          <a:pt x="3233" y="5350"/>
                          <a:pt x="3580" y="5284"/>
                          <a:pt x="3912" y="5147"/>
                        </a:cubicBezTo>
                        <a:cubicBezTo>
                          <a:pt x="4911" y="4731"/>
                          <a:pt x="5564" y="3757"/>
                          <a:pt x="5564" y="2678"/>
                        </a:cubicBezTo>
                        <a:cubicBezTo>
                          <a:pt x="5564" y="1200"/>
                          <a:pt x="4364" y="0"/>
                          <a:pt x="2890" y="0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359" name="Google Shape;4359;p71"/>
              <p:cNvGrpSpPr/>
              <p:nvPr/>
            </p:nvGrpSpPr>
            <p:grpSpPr>
              <a:xfrm>
                <a:off x="785350" y="4047614"/>
                <a:ext cx="535311" cy="240783"/>
                <a:chOff x="785350" y="4047614"/>
                <a:chExt cx="535311" cy="240783"/>
              </a:xfrm>
            </p:grpSpPr>
            <p:grpSp>
              <p:nvGrpSpPr>
                <p:cNvPr id="4360" name="Google Shape;4360;p71"/>
                <p:cNvGrpSpPr/>
                <p:nvPr/>
              </p:nvGrpSpPr>
              <p:grpSpPr>
                <a:xfrm>
                  <a:off x="1161636" y="4047614"/>
                  <a:ext cx="159025" cy="190415"/>
                  <a:chOff x="1161636" y="4047614"/>
                  <a:chExt cx="159025" cy="190415"/>
                </a:xfrm>
              </p:grpSpPr>
              <p:sp>
                <p:nvSpPr>
                  <p:cNvPr id="4361" name="Google Shape;4361;p71"/>
                  <p:cNvSpPr/>
                  <p:nvPr/>
                </p:nvSpPr>
                <p:spPr>
                  <a:xfrm>
                    <a:off x="1293991" y="4047614"/>
                    <a:ext cx="26670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5" h="5351" extrusionOk="0">
                        <a:moveTo>
                          <a:pt x="2890" y="1"/>
                        </a:moveTo>
                        <a:cubicBezTo>
                          <a:pt x="1807" y="1"/>
                          <a:pt x="833" y="654"/>
                          <a:pt x="417" y="1653"/>
                        </a:cubicBezTo>
                        <a:cubicBezTo>
                          <a:pt x="1" y="2653"/>
                          <a:pt x="231" y="3802"/>
                          <a:pt x="997" y="4568"/>
                        </a:cubicBezTo>
                        <a:cubicBezTo>
                          <a:pt x="1510" y="5078"/>
                          <a:pt x="2195" y="5350"/>
                          <a:pt x="2891" y="5350"/>
                        </a:cubicBezTo>
                        <a:cubicBezTo>
                          <a:pt x="3235" y="5350"/>
                          <a:pt x="3581" y="5284"/>
                          <a:pt x="3912" y="5148"/>
                        </a:cubicBezTo>
                        <a:cubicBezTo>
                          <a:pt x="4911" y="4732"/>
                          <a:pt x="5564" y="3758"/>
                          <a:pt x="5564" y="2675"/>
                        </a:cubicBezTo>
                        <a:cubicBezTo>
                          <a:pt x="5564" y="1197"/>
                          <a:pt x="4364" y="1"/>
                          <a:pt x="2890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62" name="Google Shape;4362;p71"/>
                  <p:cNvSpPr/>
                  <p:nvPr/>
                </p:nvSpPr>
                <p:spPr>
                  <a:xfrm>
                    <a:off x="1161636" y="4073229"/>
                    <a:ext cx="146334" cy="164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534" h="34405" fill="none" extrusionOk="0">
                        <a:moveTo>
                          <a:pt x="0" y="34404"/>
                        </a:moveTo>
                        <a:lnTo>
                          <a:pt x="12611" y="34404"/>
                        </a:lnTo>
                        <a:cubicBezTo>
                          <a:pt x="15705" y="34404"/>
                          <a:pt x="16325" y="30939"/>
                          <a:pt x="16325" y="30939"/>
                        </a:cubicBezTo>
                        <a:lnTo>
                          <a:pt x="16325" y="7957"/>
                        </a:lnTo>
                        <a:lnTo>
                          <a:pt x="30534" y="7957"/>
                        </a:lnTo>
                        <a:lnTo>
                          <a:pt x="30534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63" name="Google Shape;4363;p71"/>
                <p:cNvGrpSpPr/>
                <p:nvPr/>
              </p:nvGrpSpPr>
              <p:grpSpPr>
                <a:xfrm>
                  <a:off x="785350" y="4185661"/>
                  <a:ext cx="376191" cy="102736"/>
                  <a:chOff x="785350" y="4185661"/>
                  <a:chExt cx="376191" cy="102736"/>
                </a:xfrm>
              </p:grpSpPr>
              <p:sp>
                <p:nvSpPr>
                  <p:cNvPr id="4364" name="Google Shape;4364;p71"/>
                  <p:cNvSpPr/>
                  <p:nvPr/>
                </p:nvSpPr>
                <p:spPr>
                  <a:xfrm>
                    <a:off x="808023" y="4238011"/>
                    <a:ext cx="175636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648" h="1" fill="none" extrusionOk="0">
                        <a:moveTo>
                          <a:pt x="36648" y="0"/>
                        </a:moveTo>
                        <a:lnTo>
                          <a:pt x="1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65" name="Google Shape;4365;p71"/>
                  <p:cNvSpPr/>
                  <p:nvPr/>
                </p:nvSpPr>
                <p:spPr>
                  <a:xfrm>
                    <a:off x="983648" y="4185661"/>
                    <a:ext cx="177893" cy="10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9" h="21448" extrusionOk="0">
                        <a:moveTo>
                          <a:pt x="4951" y="1"/>
                        </a:moveTo>
                        <a:cubicBezTo>
                          <a:pt x="2219" y="1"/>
                          <a:pt x="1" y="2679"/>
                          <a:pt x="1" y="5984"/>
                        </a:cubicBezTo>
                        <a:lnTo>
                          <a:pt x="1" y="15461"/>
                        </a:lnTo>
                        <a:cubicBezTo>
                          <a:pt x="1" y="18766"/>
                          <a:pt x="2219" y="21447"/>
                          <a:pt x="4951" y="21447"/>
                        </a:cubicBezTo>
                        <a:lnTo>
                          <a:pt x="32172" y="21447"/>
                        </a:lnTo>
                        <a:cubicBezTo>
                          <a:pt x="34904" y="21447"/>
                          <a:pt x="37119" y="18766"/>
                          <a:pt x="37119" y="15461"/>
                        </a:cubicBezTo>
                        <a:lnTo>
                          <a:pt x="37119" y="5984"/>
                        </a:lnTo>
                        <a:cubicBezTo>
                          <a:pt x="37119" y="2679"/>
                          <a:pt x="34904" y="1"/>
                          <a:pt x="32172" y="1"/>
                        </a:cubicBezTo>
                        <a:close/>
                      </a:path>
                    </a:pathLst>
                  </a:custGeom>
                  <a:solidFill>
                    <a:srgbClr val="E4E9ED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66" name="Google Shape;4366;p71"/>
                  <p:cNvSpPr/>
                  <p:nvPr/>
                </p:nvSpPr>
                <p:spPr>
                  <a:xfrm>
                    <a:off x="785350" y="4224370"/>
                    <a:ext cx="26646" cy="25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51" extrusionOk="0">
                        <a:moveTo>
                          <a:pt x="2674" y="0"/>
                        </a:moveTo>
                        <a:cubicBezTo>
                          <a:pt x="2328" y="0"/>
                          <a:pt x="1980" y="67"/>
                          <a:pt x="1649" y="203"/>
                        </a:cubicBezTo>
                        <a:cubicBezTo>
                          <a:pt x="650" y="619"/>
                          <a:pt x="0" y="1593"/>
                          <a:pt x="0" y="2677"/>
                        </a:cubicBezTo>
                        <a:cubicBezTo>
                          <a:pt x="0" y="4150"/>
                          <a:pt x="1197" y="5351"/>
                          <a:pt x="2674" y="5351"/>
                        </a:cubicBezTo>
                        <a:cubicBezTo>
                          <a:pt x="3754" y="5351"/>
                          <a:pt x="4732" y="4698"/>
                          <a:pt x="5144" y="3698"/>
                        </a:cubicBezTo>
                        <a:cubicBezTo>
                          <a:pt x="5560" y="2699"/>
                          <a:pt x="5330" y="1550"/>
                          <a:pt x="4568" y="783"/>
                        </a:cubicBezTo>
                        <a:cubicBezTo>
                          <a:pt x="4055" y="271"/>
                          <a:pt x="3370" y="0"/>
                          <a:pt x="2674" y="0"/>
                        </a:cubicBezTo>
                        <a:close/>
                      </a:path>
                    </a:pathLst>
                  </a:custGeom>
                  <a:solidFill>
                    <a:srgbClr val="E4E9ED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367" name="Google Shape;4367;p71"/>
              <p:cNvGrpSpPr/>
              <p:nvPr/>
            </p:nvGrpSpPr>
            <p:grpSpPr>
              <a:xfrm>
                <a:off x="1501054" y="3605478"/>
                <a:ext cx="526340" cy="249240"/>
                <a:chOff x="1501054" y="3605478"/>
                <a:chExt cx="526340" cy="249240"/>
              </a:xfrm>
            </p:grpSpPr>
            <p:grpSp>
              <p:nvGrpSpPr>
                <p:cNvPr id="4368" name="Google Shape;4368;p71"/>
                <p:cNvGrpSpPr/>
                <p:nvPr/>
              </p:nvGrpSpPr>
              <p:grpSpPr>
                <a:xfrm>
                  <a:off x="1834208" y="3643867"/>
                  <a:ext cx="193185" cy="25622"/>
                  <a:chOff x="1834208" y="3643867"/>
                  <a:chExt cx="193185" cy="25622"/>
                </a:xfrm>
              </p:grpSpPr>
              <p:sp>
                <p:nvSpPr>
                  <p:cNvPr id="4369" name="Google Shape;4369;p71"/>
                  <p:cNvSpPr/>
                  <p:nvPr/>
                </p:nvSpPr>
                <p:spPr>
                  <a:xfrm>
                    <a:off x="1834208" y="3655851"/>
                    <a:ext cx="167541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959" h="1" fill="none" extrusionOk="0">
                        <a:moveTo>
                          <a:pt x="1" y="1"/>
                        </a:moveTo>
                        <a:lnTo>
                          <a:pt x="34959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70" name="Google Shape;4370;p71"/>
                  <p:cNvSpPr/>
                  <p:nvPr/>
                </p:nvSpPr>
                <p:spPr>
                  <a:xfrm>
                    <a:off x="2000728" y="3643867"/>
                    <a:ext cx="26665" cy="25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4" h="5349" extrusionOk="0">
                        <a:moveTo>
                          <a:pt x="2886" y="0"/>
                        </a:moveTo>
                        <a:cubicBezTo>
                          <a:pt x="1806" y="0"/>
                          <a:pt x="828" y="650"/>
                          <a:pt x="416" y="1649"/>
                        </a:cubicBezTo>
                        <a:cubicBezTo>
                          <a:pt x="0" y="2649"/>
                          <a:pt x="230" y="3802"/>
                          <a:pt x="996" y="4564"/>
                        </a:cubicBezTo>
                        <a:cubicBezTo>
                          <a:pt x="1506" y="5076"/>
                          <a:pt x="2190" y="5349"/>
                          <a:pt x="2887" y="5349"/>
                        </a:cubicBezTo>
                        <a:cubicBezTo>
                          <a:pt x="3232" y="5349"/>
                          <a:pt x="3580" y="5282"/>
                          <a:pt x="3911" y="5144"/>
                        </a:cubicBezTo>
                        <a:cubicBezTo>
                          <a:pt x="4911" y="4732"/>
                          <a:pt x="5560" y="3758"/>
                          <a:pt x="5563" y="2674"/>
                        </a:cubicBezTo>
                        <a:cubicBezTo>
                          <a:pt x="5560" y="1197"/>
                          <a:pt x="4363" y="0"/>
                          <a:pt x="2886" y="0"/>
                        </a:cubicBezTo>
                        <a:close/>
                      </a:path>
                    </a:pathLst>
                  </a:custGeom>
                  <a:solidFill>
                    <a:srgbClr val="A5B7C5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71" name="Google Shape;4371;p71"/>
                <p:cNvGrpSpPr/>
                <p:nvPr/>
              </p:nvGrpSpPr>
              <p:grpSpPr>
                <a:xfrm>
                  <a:off x="1501054" y="3605478"/>
                  <a:ext cx="333165" cy="249240"/>
                  <a:chOff x="1501054" y="3605478"/>
                  <a:chExt cx="333165" cy="249240"/>
                </a:xfrm>
              </p:grpSpPr>
              <p:sp>
                <p:nvSpPr>
                  <p:cNvPr id="4372" name="Google Shape;4372;p71"/>
                  <p:cNvSpPr/>
                  <p:nvPr/>
                </p:nvSpPr>
                <p:spPr>
                  <a:xfrm>
                    <a:off x="1656330" y="3605478"/>
                    <a:ext cx="177888" cy="102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8" h="21448" extrusionOk="0">
                        <a:moveTo>
                          <a:pt x="4947" y="1"/>
                        </a:moveTo>
                        <a:cubicBezTo>
                          <a:pt x="2214" y="1"/>
                          <a:pt x="0" y="2682"/>
                          <a:pt x="0" y="5987"/>
                        </a:cubicBezTo>
                        <a:lnTo>
                          <a:pt x="0" y="15464"/>
                        </a:lnTo>
                        <a:cubicBezTo>
                          <a:pt x="0" y="18769"/>
                          <a:pt x="2214" y="21447"/>
                          <a:pt x="4950" y="21447"/>
                        </a:cubicBezTo>
                        <a:lnTo>
                          <a:pt x="32168" y="21447"/>
                        </a:lnTo>
                        <a:cubicBezTo>
                          <a:pt x="34900" y="21447"/>
                          <a:pt x="37118" y="18769"/>
                          <a:pt x="37118" y="15464"/>
                        </a:cubicBezTo>
                        <a:lnTo>
                          <a:pt x="37118" y="5987"/>
                        </a:lnTo>
                        <a:cubicBezTo>
                          <a:pt x="37118" y="2682"/>
                          <a:pt x="34900" y="1"/>
                          <a:pt x="32168" y="1"/>
                        </a:cubicBezTo>
                        <a:close/>
                      </a:path>
                    </a:pathLst>
                  </a:custGeom>
                  <a:solidFill>
                    <a:srgbClr val="A5B7C5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373" name="Google Shape;4373;p71"/>
                  <p:cNvGrpSpPr/>
                  <p:nvPr/>
                </p:nvGrpSpPr>
                <p:grpSpPr>
                  <a:xfrm>
                    <a:off x="1501054" y="3655851"/>
                    <a:ext cx="155286" cy="198867"/>
                    <a:chOff x="1501054" y="3655851"/>
                    <a:chExt cx="155286" cy="198867"/>
                  </a:xfrm>
                </p:grpSpPr>
                <p:sp>
                  <p:nvSpPr>
                    <p:cNvPr id="4374" name="Google Shape;4374;p71"/>
                    <p:cNvSpPr/>
                    <p:nvPr/>
                  </p:nvSpPr>
                  <p:spPr>
                    <a:xfrm>
                      <a:off x="1516351" y="3655851"/>
                      <a:ext cx="139989" cy="1860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210" h="38848" fill="none" extrusionOk="0">
                          <a:moveTo>
                            <a:pt x="29209" y="1"/>
                          </a:moveTo>
                          <a:lnTo>
                            <a:pt x="17922" y="1"/>
                          </a:lnTo>
                          <a:cubicBezTo>
                            <a:pt x="14829" y="1"/>
                            <a:pt x="14209" y="3466"/>
                            <a:pt x="14209" y="3466"/>
                          </a:cubicBezTo>
                          <a:lnTo>
                            <a:pt x="14209" y="26448"/>
                          </a:lnTo>
                          <a:lnTo>
                            <a:pt x="0" y="26448"/>
                          </a:lnTo>
                          <a:lnTo>
                            <a:pt x="0" y="38848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75" name="Google Shape;4375;p71"/>
                    <p:cNvSpPr/>
                    <p:nvPr/>
                  </p:nvSpPr>
                  <p:spPr>
                    <a:xfrm>
                      <a:off x="1501054" y="3829092"/>
                      <a:ext cx="26646" cy="256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0" h="5350" extrusionOk="0">
                          <a:moveTo>
                            <a:pt x="2886" y="0"/>
                          </a:moveTo>
                          <a:cubicBezTo>
                            <a:pt x="1806" y="0"/>
                            <a:pt x="828" y="653"/>
                            <a:pt x="416" y="1653"/>
                          </a:cubicBezTo>
                          <a:cubicBezTo>
                            <a:pt x="0" y="2652"/>
                            <a:pt x="230" y="3801"/>
                            <a:pt x="996" y="4567"/>
                          </a:cubicBezTo>
                          <a:cubicBezTo>
                            <a:pt x="1507" y="5078"/>
                            <a:pt x="2192" y="5350"/>
                            <a:pt x="2890" y="5350"/>
                          </a:cubicBezTo>
                          <a:cubicBezTo>
                            <a:pt x="3234" y="5350"/>
                            <a:pt x="3581" y="5283"/>
                            <a:pt x="3911" y="5147"/>
                          </a:cubicBezTo>
                          <a:cubicBezTo>
                            <a:pt x="4910" y="4731"/>
                            <a:pt x="5560" y="3757"/>
                            <a:pt x="5560" y="2678"/>
                          </a:cubicBezTo>
                          <a:cubicBezTo>
                            <a:pt x="5560" y="1200"/>
                            <a:pt x="4363" y="0"/>
                            <a:pt x="2886" y="0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4376" name="Google Shape;4376;p71"/>
              <p:cNvGrpSpPr/>
              <p:nvPr/>
            </p:nvGrpSpPr>
            <p:grpSpPr>
              <a:xfrm>
                <a:off x="724986" y="3800594"/>
                <a:ext cx="532950" cy="302090"/>
                <a:chOff x="724986" y="3800594"/>
                <a:chExt cx="532950" cy="302090"/>
              </a:xfrm>
            </p:grpSpPr>
            <p:grpSp>
              <p:nvGrpSpPr>
                <p:cNvPr id="4377" name="Google Shape;4377;p71"/>
                <p:cNvGrpSpPr/>
                <p:nvPr/>
              </p:nvGrpSpPr>
              <p:grpSpPr>
                <a:xfrm>
                  <a:off x="724986" y="4044367"/>
                  <a:ext cx="181314" cy="25626"/>
                  <a:chOff x="724986" y="4044367"/>
                  <a:chExt cx="181314" cy="25626"/>
                </a:xfrm>
              </p:grpSpPr>
              <p:sp>
                <p:nvSpPr>
                  <p:cNvPr id="4378" name="Google Shape;4378;p71"/>
                  <p:cNvSpPr/>
                  <p:nvPr/>
                </p:nvSpPr>
                <p:spPr>
                  <a:xfrm>
                    <a:off x="746695" y="4059966"/>
                    <a:ext cx="159605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03" h="1" fill="none" extrusionOk="0">
                        <a:moveTo>
                          <a:pt x="1" y="1"/>
                        </a:moveTo>
                        <a:lnTo>
                          <a:pt x="33303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79" name="Google Shape;4379;p71"/>
                  <p:cNvSpPr/>
                  <p:nvPr/>
                </p:nvSpPr>
                <p:spPr>
                  <a:xfrm>
                    <a:off x="724986" y="4044367"/>
                    <a:ext cx="26646" cy="256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50" extrusionOk="0">
                        <a:moveTo>
                          <a:pt x="2674" y="0"/>
                        </a:moveTo>
                        <a:cubicBezTo>
                          <a:pt x="1197" y="0"/>
                          <a:pt x="0" y="1197"/>
                          <a:pt x="0" y="2674"/>
                        </a:cubicBezTo>
                        <a:cubicBezTo>
                          <a:pt x="0" y="3758"/>
                          <a:pt x="653" y="4732"/>
                          <a:pt x="1653" y="5147"/>
                        </a:cubicBezTo>
                        <a:cubicBezTo>
                          <a:pt x="1983" y="5284"/>
                          <a:pt x="2329" y="5350"/>
                          <a:pt x="2673" y="5350"/>
                        </a:cubicBezTo>
                        <a:cubicBezTo>
                          <a:pt x="3369" y="5350"/>
                          <a:pt x="4054" y="5078"/>
                          <a:pt x="4567" y="4567"/>
                        </a:cubicBezTo>
                        <a:cubicBezTo>
                          <a:pt x="5330" y="3801"/>
                          <a:pt x="5559" y="2649"/>
                          <a:pt x="5147" y="1653"/>
                        </a:cubicBezTo>
                        <a:cubicBezTo>
                          <a:pt x="4731" y="653"/>
                          <a:pt x="3757" y="0"/>
                          <a:pt x="2674" y="0"/>
                        </a:cubicBezTo>
                        <a:close/>
                      </a:path>
                    </a:pathLst>
                  </a:cu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80" name="Google Shape;4380;p71"/>
                <p:cNvGrpSpPr/>
                <p:nvPr/>
              </p:nvGrpSpPr>
              <p:grpSpPr>
                <a:xfrm>
                  <a:off x="906290" y="3800594"/>
                  <a:ext cx="351646" cy="302090"/>
                  <a:chOff x="906290" y="3800594"/>
                  <a:chExt cx="351646" cy="302090"/>
                </a:xfrm>
              </p:grpSpPr>
              <p:grpSp>
                <p:nvGrpSpPr>
                  <p:cNvPr id="4381" name="Google Shape;4381;p71"/>
                  <p:cNvGrpSpPr/>
                  <p:nvPr/>
                </p:nvGrpSpPr>
                <p:grpSpPr>
                  <a:xfrm>
                    <a:off x="1084172" y="3842857"/>
                    <a:ext cx="173764" cy="217131"/>
                    <a:chOff x="1084172" y="3842857"/>
                    <a:chExt cx="173764" cy="217131"/>
                  </a:xfrm>
                </p:grpSpPr>
                <p:grpSp>
                  <p:nvGrpSpPr>
                    <p:cNvPr id="4382" name="Google Shape;4382;p71"/>
                    <p:cNvGrpSpPr/>
                    <p:nvPr/>
                  </p:nvGrpSpPr>
                  <p:grpSpPr>
                    <a:xfrm>
                      <a:off x="1156862" y="3936509"/>
                      <a:ext cx="101073" cy="25622"/>
                      <a:chOff x="1156862" y="3936509"/>
                      <a:chExt cx="101073" cy="25622"/>
                    </a:xfrm>
                  </p:grpSpPr>
                  <p:sp>
                    <p:nvSpPr>
                      <p:cNvPr id="4383" name="Google Shape;4383;p71"/>
                      <p:cNvSpPr/>
                      <p:nvPr/>
                    </p:nvSpPr>
                    <p:spPr>
                      <a:xfrm>
                        <a:off x="1156862" y="3936509"/>
                        <a:ext cx="26651" cy="2562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1" h="5349" extrusionOk="0">
                            <a:moveTo>
                              <a:pt x="2886" y="1"/>
                            </a:moveTo>
                            <a:cubicBezTo>
                              <a:pt x="1803" y="1"/>
                              <a:pt x="829" y="650"/>
                              <a:pt x="413" y="1649"/>
                            </a:cubicBezTo>
                            <a:cubicBezTo>
                              <a:pt x="1" y="2649"/>
                              <a:pt x="227" y="3798"/>
                              <a:pt x="993" y="4564"/>
                            </a:cubicBezTo>
                            <a:cubicBezTo>
                              <a:pt x="1505" y="5076"/>
                              <a:pt x="2189" y="5349"/>
                              <a:pt x="2884" y="5349"/>
                            </a:cubicBezTo>
                            <a:cubicBezTo>
                              <a:pt x="3229" y="5349"/>
                              <a:pt x="3576" y="5282"/>
                              <a:pt x="3908" y="5144"/>
                            </a:cubicBezTo>
                            <a:cubicBezTo>
                              <a:pt x="4907" y="4732"/>
                              <a:pt x="5560" y="3758"/>
                              <a:pt x="5560" y="2674"/>
                            </a:cubicBezTo>
                            <a:cubicBezTo>
                              <a:pt x="5560" y="1197"/>
                              <a:pt x="4364" y="1"/>
                              <a:pt x="2886" y="1"/>
                            </a:cubicBezTo>
                            <a:close/>
                          </a:path>
                        </a:pathLst>
                      </a:custGeom>
                      <a:solidFill>
                        <a:srgbClr val="CFD9E0"/>
                      </a:solidFill>
                      <a:ln>
                        <a:noFill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4384" name="Google Shape;4384;p71"/>
                      <p:cNvSpPr/>
                      <p:nvPr/>
                    </p:nvSpPr>
                    <p:spPr>
                      <a:xfrm>
                        <a:off x="1173592" y="3951414"/>
                        <a:ext cx="84343" cy="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599" h="1" fill="none" extrusionOk="0">
                            <a:moveTo>
                              <a:pt x="17598" y="0"/>
                            </a:moveTo>
                            <a:lnTo>
                              <a:pt x="1" y="0"/>
                            </a:lnTo>
                          </a:path>
                        </a:pathLst>
                      </a:custGeom>
                      <a:noFill/>
                      <a:ln w="9525" cap="rnd" cmpd="sng">
                        <a:solidFill>
                          <a:srgbClr val="CFD9E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121900" tIns="121900" rIns="121900" bIns="121900" anchor="ctr" anchorCtr="0">
                        <a:noAutofit/>
                      </a:bodyPr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en-GB" sz="1867" kern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4385" name="Google Shape;4385;p71"/>
                    <p:cNvSpPr/>
                    <p:nvPr/>
                  </p:nvSpPr>
                  <p:spPr>
                    <a:xfrm>
                      <a:off x="1084172" y="3842857"/>
                      <a:ext cx="86476" cy="2171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044" h="45330" fill="none" extrusionOk="0">
                          <a:moveTo>
                            <a:pt x="0" y="45330"/>
                          </a:moveTo>
                          <a:lnTo>
                            <a:pt x="12418" y="45330"/>
                          </a:lnTo>
                          <a:cubicBezTo>
                            <a:pt x="15150" y="45330"/>
                            <a:pt x="18043" y="42619"/>
                            <a:pt x="18043" y="35634"/>
                          </a:cubicBezTo>
                          <a:lnTo>
                            <a:pt x="18043" y="9697"/>
                          </a:lnTo>
                          <a:cubicBezTo>
                            <a:pt x="18043" y="2711"/>
                            <a:pt x="15150" y="1"/>
                            <a:pt x="12418" y="1"/>
                          </a:cubicBezTo>
                          <a:lnTo>
                            <a:pt x="1715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4386" name="Google Shape;4386;p71"/>
                  <p:cNvSpPr/>
                  <p:nvPr/>
                </p:nvSpPr>
                <p:spPr>
                  <a:xfrm>
                    <a:off x="906290" y="3999967"/>
                    <a:ext cx="177893" cy="102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9" h="21444" extrusionOk="0">
                        <a:moveTo>
                          <a:pt x="4947" y="1"/>
                        </a:moveTo>
                        <a:cubicBezTo>
                          <a:pt x="2215" y="1"/>
                          <a:pt x="1" y="2678"/>
                          <a:pt x="1" y="5983"/>
                        </a:cubicBezTo>
                        <a:lnTo>
                          <a:pt x="1" y="15461"/>
                        </a:lnTo>
                        <a:cubicBezTo>
                          <a:pt x="1" y="18766"/>
                          <a:pt x="2215" y="21443"/>
                          <a:pt x="4947" y="21443"/>
                        </a:cubicBezTo>
                        <a:lnTo>
                          <a:pt x="32168" y="21443"/>
                        </a:lnTo>
                        <a:cubicBezTo>
                          <a:pt x="34901" y="21443"/>
                          <a:pt x="37118" y="18766"/>
                          <a:pt x="37118" y="15461"/>
                        </a:cubicBezTo>
                        <a:lnTo>
                          <a:pt x="37118" y="5983"/>
                        </a:lnTo>
                        <a:cubicBezTo>
                          <a:pt x="37118" y="2678"/>
                          <a:pt x="34901" y="1"/>
                          <a:pt x="32168" y="1"/>
                        </a:cubicBezTo>
                        <a:close/>
                      </a:path>
                    </a:pathLst>
                  </a:custGeom>
                  <a:solidFill>
                    <a:srgbClr val="667E92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87" name="Google Shape;4387;p71"/>
                  <p:cNvSpPr/>
                  <p:nvPr/>
                </p:nvSpPr>
                <p:spPr>
                  <a:xfrm>
                    <a:off x="914509" y="3800594"/>
                    <a:ext cx="177888" cy="102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118" h="21447" extrusionOk="0">
                        <a:moveTo>
                          <a:pt x="4951" y="0"/>
                        </a:moveTo>
                        <a:cubicBezTo>
                          <a:pt x="2218" y="0"/>
                          <a:pt x="0" y="2678"/>
                          <a:pt x="0" y="5983"/>
                        </a:cubicBezTo>
                        <a:lnTo>
                          <a:pt x="0" y="15460"/>
                        </a:lnTo>
                        <a:cubicBezTo>
                          <a:pt x="0" y="18765"/>
                          <a:pt x="2215" y="21446"/>
                          <a:pt x="4951" y="21446"/>
                        </a:cubicBezTo>
                        <a:lnTo>
                          <a:pt x="32168" y="21446"/>
                        </a:lnTo>
                        <a:cubicBezTo>
                          <a:pt x="34900" y="21446"/>
                          <a:pt x="37118" y="18765"/>
                          <a:pt x="37118" y="15460"/>
                        </a:cubicBezTo>
                        <a:lnTo>
                          <a:pt x="37118" y="5983"/>
                        </a:lnTo>
                        <a:cubicBezTo>
                          <a:pt x="37118" y="2678"/>
                          <a:pt x="34900" y="0"/>
                          <a:pt x="32168" y="0"/>
                        </a:cubicBezTo>
                        <a:close/>
                      </a:path>
                    </a:pathLst>
                  </a:custGeom>
                  <a:solidFill>
                    <a:srgbClr val="E6EBEF"/>
                  </a:solidFill>
                  <a:ln w="9525" cap="flat" cmpd="sng">
                    <a:solidFill>
                      <a:srgbClr val="CFD9E0"/>
                    </a:solidFill>
                    <a:prstDash val="solid"/>
                    <a:miter lim="3647"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88" name="Google Shape;4388;p71"/>
                <p:cNvGrpSpPr/>
                <p:nvPr/>
              </p:nvGrpSpPr>
              <p:grpSpPr>
                <a:xfrm>
                  <a:off x="724986" y="3830189"/>
                  <a:ext cx="189533" cy="25626"/>
                  <a:chOff x="724986" y="3830189"/>
                  <a:chExt cx="189533" cy="25626"/>
                </a:xfrm>
              </p:grpSpPr>
              <p:sp>
                <p:nvSpPr>
                  <p:cNvPr id="4389" name="Google Shape;4389;p71"/>
                  <p:cNvSpPr/>
                  <p:nvPr/>
                </p:nvSpPr>
                <p:spPr>
                  <a:xfrm>
                    <a:off x="724986" y="3830189"/>
                    <a:ext cx="26646" cy="256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60" h="5350" extrusionOk="0">
                        <a:moveTo>
                          <a:pt x="2674" y="1"/>
                        </a:moveTo>
                        <a:cubicBezTo>
                          <a:pt x="1197" y="1"/>
                          <a:pt x="0" y="1197"/>
                          <a:pt x="0" y="2675"/>
                        </a:cubicBezTo>
                        <a:cubicBezTo>
                          <a:pt x="0" y="3758"/>
                          <a:pt x="653" y="4732"/>
                          <a:pt x="1653" y="5144"/>
                        </a:cubicBezTo>
                        <a:cubicBezTo>
                          <a:pt x="1984" y="5282"/>
                          <a:pt x="2331" y="5349"/>
                          <a:pt x="2676" y="5349"/>
                        </a:cubicBezTo>
                        <a:cubicBezTo>
                          <a:pt x="3371" y="5349"/>
                          <a:pt x="4055" y="5077"/>
                          <a:pt x="4567" y="4564"/>
                        </a:cubicBezTo>
                        <a:cubicBezTo>
                          <a:pt x="5330" y="3802"/>
                          <a:pt x="5559" y="2649"/>
                          <a:pt x="5147" y="1650"/>
                        </a:cubicBezTo>
                        <a:cubicBezTo>
                          <a:pt x="4731" y="650"/>
                          <a:pt x="3757" y="1"/>
                          <a:pt x="2674" y="1"/>
                        </a:cubicBezTo>
                        <a:close/>
                      </a:path>
                    </a:pathLst>
                  </a:custGeom>
                  <a:solidFill>
                    <a:srgbClr val="E6EBE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90" name="Google Shape;4390;p71"/>
                  <p:cNvSpPr/>
                  <p:nvPr/>
                </p:nvSpPr>
                <p:spPr>
                  <a:xfrm>
                    <a:off x="746695" y="3842838"/>
                    <a:ext cx="167824" cy="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018" h="1" fill="none" extrusionOk="0">
                        <a:moveTo>
                          <a:pt x="35017" y="1"/>
                        </a:moveTo>
                        <a:lnTo>
                          <a:pt x="1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CFD9E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grpSp>
        <p:nvGrpSpPr>
          <p:cNvPr id="4391" name="Google Shape;4391;p71"/>
          <p:cNvGrpSpPr/>
          <p:nvPr/>
        </p:nvGrpSpPr>
        <p:grpSpPr>
          <a:xfrm>
            <a:off x="3004398" y="2999569"/>
            <a:ext cx="1264935" cy="1247171"/>
            <a:chOff x="2253298" y="2428317"/>
            <a:chExt cx="948701" cy="935378"/>
          </a:xfrm>
        </p:grpSpPr>
        <p:sp>
          <p:nvSpPr>
            <p:cNvPr id="4392" name="Google Shape;4392;p71"/>
            <p:cNvSpPr/>
            <p:nvPr/>
          </p:nvSpPr>
          <p:spPr>
            <a:xfrm>
              <a:off x="2418065" y="2799334"/>
              <a:ext cx="619167" cy="193359"/>
            </a:xfrm>
            <a:custGeom>
              <a:avLst/>
              <a:gdLst/>
              <a:ahLst/>
              <a:cxnLst/>
              <a:rect l="l" t="t" r="r" b="b"/>
              <a:pathLst>
                <a:path w="116549" h="36397" extrusionOk="0">
                  <a:moveTo>
                    <a:pt x="18199" y="1"/>
                  </a:moveTo>
                  <a:cubicBezTo>
                    <a:pt x="8148" y="1"/>
                    <a:pt x="1" y="8148"/>
                    <a:pt x="1" y="18198"/>
                  </a:cubicBezTo>
                  <a:cubicBezTo>
                    <a:pt x="1" y="28249"/>
                    <a:pt x="8148" y="36396"/>
                    <a:pt x="18199" y="36396"/>
                  </a:cubicBezTo>
                  <a:lnTo>
                    <a:pt x="98350" y="36396"/>
                  </a:lnTo>
                  <a:cubicBezTo>
                    <a:pt x="108401" y="36396"/>
                    <a:pt x="116548" y="28249"/>
                    <a:pt x="116548" y="18198"/>
                  </a:cubicBezTo>
                  <a:cubicBezTo>
                    <a:pt x="116548" y="8148"/>
                    <a:pt x="108401" y="1"/>
                    <a:pt x="98350" y="1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3" name="Google Shape;4393;p71"/>
            <p:cNvSpPr/>
            <p:nvPr/>
          </p:nvSpPr>
          <p:spPr>
            <a:xfrm>
              <a:off x="2373234" y="2761962"/>
              <a:ext cx="248482" cy="268106"/>
            </a:xfrm>
            <a:custGeom>
              <a:avLst/>
              <a:gdLst/>
              <a:ahLst/>
              <a:cxnLst/>
              <a:rect l="l" t="t" r="r" b="b"/>
              <a:pathLst>
                <a:path w="46773" h="50467" extrusionOk="0">
                  <a:moveTo>
                    <a:pt x="25232" y="1"/>
                  </a:moveTo>
                  <a:cubicBezTo>
                    <a:pt x="11319" y="1"/>
                    <a:pt x="0" y="11322"/>
                    <a:pt x="0" y="25233"/>
                  </a:cubicBezTo>
                  <a:cubicBezTo>
                    <a:pt x="0" y="39146"/>
                    <a:pt x="11319" y="50466"/>
                    <a:pt x="25232" y="50466"/>
                  </a:cubicBezTo>
                  <a:lnTo>
                    <a:pt x="46773" y="50466"/>
                  </a:lnTo>
                  <a:lnTo>
                    <a:pt x="46773" y="49007"/>
                  </a:lnTo>
                  <a:lnTo>
                    <a:pt x="25232" y="49007"/>
                  </a:lnTo>
                  <a:cubicBezTo>
                    <a:pt x="12124" y="49007"/>
                    <a:pt x="1456" y="38344"/>
                    <a:pt x="1456" y="25233"/>
                  </a:cubicBezTo>
                  <a:cubicBezTo>
                    <a:pt x="1456" y="12123"/>
                    <a:pt x="12124" y="1457"/>
                    <a:pt x="25232" y="1457"/>
                  </a:cubicBezTo>
                  <a:lnTo>
                    <a:pt x="46773" y="1457"/>
                  </a:lnTo>
                  <a:lnTo>
                    <a:pt x="46773" y="1"/>
                  </a:lnTo>
                  <a:close/>
                </a:path>
              </a:pathLst>
            </a:custGeom>
            <a:solidFill>
              <a:srgbClr val="96979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4" name="Google Shape;4394;p71"/>
            <p:cNvSpPr/>
            <p:nvPr/>
          </p:nvSpPr>
          <p:spPr>
            <a:xfrm>
              <a:off x="2726356" y="3024889"/>
              <a:ext cx="2582" cy="99328"/>
            </a:xfrm>
            <a:custGeom>
              <a:avLst/>
              <a:gdLst/>
              <a:ahLst/>
              <a:cxnLst/>
              <a:rect l="l" t="t" r="r" b="b"/>
              <a:pathLst>
                <a:path w="486" h="18697" extrusionOk="0">
                  <a:moveTo>
                    <a:pt x="243" y="1"/>
                  </a:moveTo>
                  <a:cubicBezTo>
                    <a:pt x="108" y="1"/>
                    <a:pt x="1" y="109"/>
                    <a:pt x="1" y="243"/>
                  </a:cubicBezTo>
                  <a:lnTo>
                    <a:pt x="1" y="18455"/>
                  </a:lnTo>
                  <a:cubicBezTo>
                    <a:pt x="1" y="18588"/>
                    <a:pt x="108" y="18697"/>
                    <a:pt x="243" y="18697"/>
                  </a:cubicBezTo>
                  <a:cubicBezTo>
                    <a:pt x="377" y="18697"/>
                    <a:pt x="485" y="18588"/>
                    <a:pt x="485" y="18455"/>
                  </a:cubicBezTo>
                  <a:lnTo>
                    <a:pt x="485" y="243"/>
                  </a:lnTo>
                  <a:cubicBezTo>
                    <a:pt x="485" y="109"/>
                    <a:pt x="377" y="1"/>
                    <a:pt x="243" y="1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5" name="Google Shape;4395;p71"/>
            <p:cNvSpPr/>
            <p:nvPr/>
          </p:nvSpPr>
          <p:spPr>
            <a:xfrm>
              <a:off x="2785174" y="3024884"/>
              <a:ext cx="287220" cy="99333"/>
            </a:xfrm>
            <a:custGeom>
              <a:avLst/>
              <a:gdLst/>
              <a:ahLst/>
              <a:cxnLst/>
              <a:rect l="l" t="t" r="r" b="b"/>
              <a:pathLst>
                <a:path w="54065" h="18698" extrusionOk="0">
                  <a:moveTo>
                    <a:pt x="242" y="0"/>
                  </a:moveTo>
                  <a:cubicBezTo>
                    <a:pt x="109" y="0"/>
                    <a:pt x="0" y="109"/>
                    <a:pt x="0" y="242"/>
                  </a:cubicBezTo>
                  <a:lnTo>
                    <a:pt x="0" y="5286"/>
                  </a:lnTo>
                  <a:cubicBezTo>
                    <a:pt x="0" y="8843"/>
                    <a:pt x="2895" y="11736"/>
                    <a:pt x="6451" y="11736"/>
                  </a:cubicBezTo>
                  <a:lnTo>
                    <a:pt x="46862" y="11736"/>
                  </a:lnTo>
                  <a:cubicBezTo>
                    <a:pt x="50567" y="11736"/>
                    <a:pt x="53580" y="14751"/>
                    <a:pt x="53580" y="18456"/>
                  </a:cubicBezTo>
                  <a:cubicBezTo>
                    <a:pt x="53580" y="18589"/>
                    <a:pt x="53689" y="18698"/>
                    <a:pt x="53822" y="18698"/>
                  </a:cubicBezTo>
                  <a:cubicBezTo>
                    <a:pt x="53957" y="18698"/>
                    <a:pt x="54064" y="18589"/>
                    <a:pt x="54063" y="18456"/>
                  </a:cubicBezTo>
                  <a:cubicBezTo>
                    <a:pt x="54063" y="14484"/>
                    <a:pt x="50831" y="11250"/>
                    <a:pt x="46858" y="11250"/>
                  </a:cubicBezTo>
                  <a:lnTo>
                    <a:pt x="6449" y="11250"/>
                  </a:lnTo>
                  <a:cubicBezTo>
                    <a:pt x="3160" y="11250"/>
                    <a:pt x="484" y="8576"/>
                    <a:pt x="484" y="5286"/>
                  </a:cubicBezTo>
                  <a:lnTo>
                    <a:pt x="484" y="242"/>
                  </a:lnTo>
                  <a:cubicBezTo>
                    <a:pt x="484" y="109"/>
                    <a:pt x="376" y="0"/>
                    <a:pt x="242" y="0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6" name="Google Shape;4396;p71"/>
            <p:cNvSpPr/>
            <p:nvPr/>
          </p:nvSpPr>
          <p:spPr>
            <a:xfrm>
              <a:off x="2382903" y="3024884"/>
              <a:ext cx="287215" cy="99333"/>
            </a:xfrm>
            <a:custGeom>
              <a:avLst/>
              <a:gdLst/>
              <a:ahLst/>
              <a:cxnLst/>
              <a:rect l="l" t="t" r="r" b="b"/>
              <a:pathLst>
                <a:path w="54064" h="18698" extrusionOk="0">
                  <a:moveTo>
                    <a:pt x="53821" y="0"/>
                  </a:moveTo>
                  <a:cubicBezTo>
                    <a:pt x="53686" y="0"/>
                    <a:pt x="53579" y="109"/>
                    <a:pt x="53579" y="242"/>
                  </a:cubicBezTo>
                  <a:lnTo>
                    <a:pt x="53579" y="5286"/>
                  </a:lnTo>
                  <a:cubicBezTo>
                    <a:pt x="53579" y="8576"/>
                    <a:pt x="50903" y="11250"/>
                    <a:pt x="47614" y="11250"/>
                  </a:cubicBezTo>
                  <a:lnTo>
                    <a:pt x="7205" y="11250"/>
                  </a:lnTo>
                  <a:cubicBezTo>
                    <a:pt x="3232" y="11250"/>
                    <a:pt x="0" y="14484"/>
                    <a:pt x="0" y="18456"/>
                  </a:cubicBezTo>
                  <a:cubicBezTo>
                    <a:pt x="0" y="18589"/>
                    <a:pt x="109" y="18698"/>
                    <a:pt x="242" y="18698"/>
                  </a:cubicBezTo>
                  <a:cubicBezTo>
                    <a:pt x="376" y="18698"/>
                    <a:pt x="485" y="18589"/>
                    <a:pt x="485" y="18456"/>
                  </a:cubicBezTo>
                  <a:cubicBezTo>
                    <a:pt x="485" y="14751"/>
                    <a:pt x="3499" y="11736"/>
                    <a:pt x="7202" y="11736"/>
                  </a:cubicBezTo>
                  <a:lnTo>
                    <a:pt x="47612" y="11736"/>
                  </a:lnTo>
                  <a:cubicBezTo>
                    <a:pt x="51169" y="11736"/>
                    <a:pt x="54063" y="8843"/>
                    <a:pt x="54063" y="5286"/>
                  </a:cubicBezTo>
                  <a:lnTo>
                    <a:pt x="54063" y="242"/>
                  </a:lnTo>
                  <a:cubicBezTo>
                    <a:pt x="54063" y="109"/>
                    <a:pt x="53955" y="0"/>
                    <a:pt x="53821" y="0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7" name="Google Shape;4397;p71"/>
            <p:cNvSpPr/>
            <p:nvPr/>
          </p:nvSpPr>
          <p:spPr>
            <a:xfrm>
              <a:off x="2596756" y="3151259"/>
              <a:ext cx="261784" cy="212436"/>
            </a:xfrm>
            <a:custGeom>
              <a:avLst/>
              <a:gdLst/>
              <a:ahLst/>
              <a:cxnLst/>
              <a:rect l="l" t="t" r="r" b="b"/>
              <a:pathLst>
                <a:path w="49277" h="39988" extrusionOk="0">
                  <a:moveTo>
                    <a:pt x="7996" y="0"/>
                  </a:moveTo>
                  <a:cubicBezTo>
                    <a:pt x="3580" y="0"/>
                    <a:pt x="0" y="3579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8"/>
                    <a:pt x="7996" y="39988"/>
                  </a:cubicBezTo>
                  <a:lnTo>
                    <a:pt x="41280" y="39988"/>
                  </a:lnTo>
                  <a:cubicBezTo>
                    <a:pt x="45697" y="39988"/>
                    <a:pt x="49277" y="36409"/>
                    <a:pt x="49277" y="31993"/>
                  </a:cubicBezTo>
                  <a:lnTo>
                    <a:pt x="49277" y="7995"/>
                  </a:lnTo>
                  <a:cubicBezTo>
                    <a:pt x="49277" y="3579"/>
                    <a:pt x="45697" y="0"/>
                    <a:pt x="4128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8" name="Google Shape;4398;p71"/>
            <p:cNvSpPr/>
            <p:nvPr/>
          </p:nvSpPr>
          <p:spPr>
            <a:xfrm>
              <a:off x="2940204" y="3151259"/>
              <a:ext cx="261795" cy="212436"/>
            </a:xfrm>
            <a:custGeom>
              <a:avLst/>
              <a:gdLst/>
              <a:ahLst/>
              <a:cxnLst/>
              <a:rect l="l" t="t" r="r" b="b"/>
              <a:pathLst>
                <a:path w="49279" h="39988" extrusionOk="0">
                  <a:moveTo>
                    <a:pt x="7995" y="0"/>
                  </a:moveTo>
                  <a:cubicBezTo>
                    <a:pt x="3580" y="0"/>
                    <a:pt x="0" y="3579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8"/>
                    <a:pt x="7995" y="39988"/>
                  </a:cubicBezTo>
                  <a:lnTo>
                    <a:pt x="41282" y="39988"/>
                  </a:lnTo>
                  <a:cubicBezTo>
                    <a:pt x="45698" y="39988"/>
                    <a:pt x="49278" y="36409"/>
                    <a:pt x="49278" y="31993"/>
                  </a:cubicBezTo>
                  <a:lnTo>
                    <a:pt x="49278" y="7995"/>
                  </a:lnTo>
                  <a:cubicBezTo>
                    <a:pt x="49278" y="3579"/>
                    <a:pt x="45698" y="0"/>
                    <a:pt x="41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9" name="Google Shape;4399;p71"/>
            <p:cNvSpPr/>
            <p:nvPr/>
          </p:nvSpPr>
          <p:spPr>
            <a:xfrm>
              <a:off x="2253298" y="3151259"/>
              <a:ext cx="261795" cy="212436"/>
            </a:xfrm>
            <a:custGeom>
              <a:avLst/>
              <a:gdLst/>
              <a:ahLst/>
              <a:cxnLst/>
              <a:rect l="l" t="t" r="r" b="b"/>
              <a:pathLst>
                <a:path w="49279" h="39988" extrusionOk="0">
                  <a:moveTo>
                    <a:pt x="7997" y="0"/>
                  </a:moveTo>
                  <a:cubicBezTo>
                    <a:pt x="3580" y="0"/>
                    <a:pt x="0" y="3579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8"/>
                    <a:pt x="7997" y="39988"/>
                  </a:cubicBezTo>
                  <a:lnTo>
                    <a:pt x="41282" y="39988"/>
                  </a:lnTo>
                  <a:cubicBezTo>
                    <a:pt x="45697" y="39988"/>
                    <a:pt x="49277" y="36409"/>
                    <a:pt x="49277" y="31993"/>
                  </a:cubicBezTo>
                  <a:lnTo>
                    <a:pt x="49277" y="7995"/>
                  </a:lnTo>
                  <a:cubicBezTo>
                    <a:pt x="49278" y="3579"/>
                    <a:pt x="45697" y="0"/>
                    <a:pt x="41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0" name="Google Shape;4400;p71"/>
            <p:cNvSpPr/>
            <p:nvPr/>
          </p:nvSpPr>
          <p:spPr>
            <a:xfrm>
              <a:off x="2718685" y="3113966"/>
              <a:ext cx="17919" cy="17924"/>
            </a:xfrm>
            <a:custGeom>
              <a:avLst/>
              <a:gdLst/>
              <a:ahLst/>
              <a:cxnLst/>
              <a:rect l="l" t="t" r="r" b="b"/>
              <a:pathLst>
                <a:path w="3373" h="3374" extrusionOk="0">
                  <a:moveTo>
                    <a:pt x="1687" y="0"/>
                  </a:moveTo>
                  <a:cubicBezTo>
                    <a:pt x="755" y="0"/>
                    <a:pt x="1" y="755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8" y="3373"/>
                    <a:pt x="3372" y="2619"/>
                    <a:pt x="3372" y="1687"/>
                  </a:cubicBezTo>
                  <a:cubicBezTo>
                    <a:pt x="3372" y="755"/>
                    <a:pt x="2618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1" name="Google Shape;4401;p71"/>
            <p:cNvSpPr/>
            <p:nvPr/>
          </p:nvSpPr>
          <p:spPr>
            <a:xfrm>
              <a:off x="3062128" y="3113966"/>
              <a:ext cx="17924" cy="17924"/>
            </a:xfrm>
            <a:custGeom>
              <a:avLst/>
              <a:gdLst/>
              <a:ahLst/>
              <a:cxnLst/>
              <a:rect l="l" t="t" r="r" b="b"/>
              <a:pathLst>
                <a:path w="3374" h="3374" extrusionOk="0">
                  <a:moveTo>
                    <a:pt x="1687" y="0"/>
                  </a:moveTo>
                  <a:cubicBezTo>
                    <a:pt x="755" y="0"/>
                    <a:pt x="0" y="755"/>
                    <a:pt x="0" y="1687"/>
                  </a:cubicBezTo>
                  <a:cubicBezTo>
                    <a:pt x="0" y="2619"/>
                    <a:pt x="755" y="3373"/>
                    <a:pt x="1687" y="3373"/>
                  </a:cubicBezTo>
                  <a:cubicBezTo>
                    <a:pt x="2619" y="3373"/>
                    <a:pt x="3373" y="2619"/>
                    <a:pt x="3373" y="1687"/>
                  </a:cubicBezTo>
                  <a:cubicBezTo>
                    <a:pt x="3373" y="755"/>
                    <a:pt x="2619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2" name="Google Shape;4402;p71"/>
            <p:cNvSpPr/>
            <p:nvPr/>
          </p:nvSpPr>
          <p:spPr>
            <a:xfrm>
              <a:off x="2375226" y="3113966"/>
              <a:ext cx="17924" cy="17924"/>
            </a:xfrm>
            <a:custGeom>
              <a:avLst/>
              <a:gdLst/>
              <a:ahLst/>
              <a:cxnLst/>
              <a:rect l="l" t="t" r="r" b="b"/>
              <a:pathLst>
                <a:path w="3374" h="3374" extrusionOk="0">
                  <a:moveTo>
                    <a:pt x="1687" y="0"/>
                  </a:moveTo>
                  <a:cubicBezTo>
                    <a:pt x="755" y="0"/>
                    <a:pt x="1" y="755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9" y="3373"/>
                    <a:pt x="3374" y="2619"/>
                    <a:pt x="3374" y="1687"/>
                  </a:cubicBezTo>
                  <a:cubicBezTo>
                    <a:pt x="3374" y="755"/>
                    <a:pt x="2619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3" name="Google Shape;4403;p71"/>
            <p:cNvSpPr/>
            <p:nvPr/>
          </p:nvSpPr>
          <p:spPr>
            <a:xfrm>
              <a:off x="2718685" y="3017224"/>
              <a:ext cx="17919" cy="17919"/>
            </a:xfrm>
            <a:custGeom>
              <a:avLst/>
              <a:gdLst/>
              <a:ahLst/>
              <a:cxnLst/>
              <a:rect l="l" t="t" r="r" b="b"/>
              <a:pathLst>
                <a:path w="3373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8" y="3372"/>
                    <a:pt x="3372" y="2618"/>
                    <a:pt x="3372" y="1686"/>
                  </a:cubicBezTo>
                  <a:cubicBezTo>
                    <a:pt x="3372" y="754"/>
                    <a:pt x="2618" y="1"/>
                    <a:pt x="1687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4" name="Google Shape;4404;p71"/>
            <p:cNvSpPr/>
            <p:nvPr/>
          </p:nvSpPr>
          <p:spPr>
            <a:xfrm>
              <a:off x="2777509" y="3017224"/>
              <a:ext cx="17914" cy="17919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5" y="1"/>
                  </a:moveTo>
                  <a:cubicBezTo>
                    <a:pt x="753" y="1"/>
                    <a:pt x="0" y="754"/>
                    <a:pt x="0" y="1686"/>
                  </a:cubicBezTo>
                  <a:cubicBezTo>
                    <a:pt x="0" y="2618"/>
                    <a:pt x="753" y="3372"/>
                    <a:pt x="1685" y="3372"/>
                  </a:cubicBezTo>
                  <a:cubicBezTo>
                    <a:pt x="2617" y="3372"/>
                    <a:pt x="3372" y="2618"/>
                    <a:pt x="3372" y="1686"/>
                  </a:cubicBezTo>
                  <a:cubicBezTo>
                    <a:pt x="3372" y="754"/>
                    <a:pt x="2617" y="1"/>
                    <a:pt x="1685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5" name="Google Shape;4405;p71"/>
            <p:cNvSpPr/>
            <p:nvPr/>
          </p:nvSpPr>
          <p:spPr>
            <a:xfrm>
              <a:off x="2659856" y="3017224"/>
              <a:ext cx="17914" cy="17919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9" y="3372"/>
                    <a:pt x="3372" y="2618"/>
                    <a:pt x="3372" y="1686"/>
                  </a:cubicBezTo>
                  <a:cubicBezTo>
                    <a:pt x="3372" y="754"/>
                    <a:pt x="2619" y="1"/>
                    <a:pt x="1687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6" name="Google Shape;4406;p71"/>
            <p:cNvSpPr/>
            <p:nvPr/>
          </p:nvSpPr>
          <p:spPr>
            <a:xfrm>
              <a:off x="2726356" y="2667807"/>
              <a:ext cx="2582" cy="99322"/>
            </a:xfrm>
            <a:custGeom>
              <a:avLst/>
              <a:gdLst/>
              <a:ahLst/>
              <a:cxnLst/>
              <a:rect l="l" t="t" r="r" b="b"/>
              <a:pathLst>
                <a:path w="486" h="18696" extrusionOk="0">
                  <a:moveTo>
                    <a:pt x="243" y="0"/>
                  </a:moveTo>
                  <a:cubicBezTo>
                    <a:pt x="108" y="0"/>
                    <a:pt x="1" y="109"/>
                    <a:pt x="1" y="243"/>
                  </a:cubicBezTo>
                  <a:lnTo>
                    <a:pt x="1" y="18453"/>
                  </a:lnTo>
                  <a:cubicBezTo>
                    <a:pt x="1" y="18588"/>
                    <a:pt x="108" y="18695"/>
                    <a:pt x="243" y="18695"/>
                  </a:cubicBezTo>
                  <a:cubicBezTo>
                    <a:pt x="377" y="18695"/>
                    <a:pt x="485" y="18588"/>
                    <a:pt x="485" y="18453"/>
                  </a:cubicBezTo>
                  <a:lnTo>
                    <a:pt x="485" y="243"/>
                  </a:lnTo>
                  <a:cubicBezTo>
                    <a:pt x="485" y="109"/>
                    <a:pt x="377" y="0"/>
                    <a:pt x="243" y="0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7" name="Google Shape;4407;p71"/>
            <p:cNvSpPr/>
            <p:nvPr/>
          </p:nvSpPr>
          <p:spPr>
            <a:xfrm>
              <a:off x="2785174" y="2667796"/>
              <a:ext cx="287210" cy="99333"/>
            </a:xfrm>
            <a:custGeom>
              <a:avLst/>
              <a:gdLst/>
              <a:ahLst/>
              <a:cxnLst/>
              <a:rect l="l" t="t" r="r" b="b"/>
              <a:pathLst>
                <a:path w="54063" h="18698" extrusionOk="0">
                  <a:moveTo>
                    <a:pt x="53821" y="1"/>
                  </a:moveTo>
                  <a:cubicBezTo>
                    <a:pt x="53687" y="1"/>
                    <a:pt x="53579" y="108"/>
                    <a:pt x="53579" y="243"/>
                  </a:cubicBezTo>
                  <a:cubicBezTo>
                    <a:pt x="53579" y="3946"/>
                    <a:pt x="50564" y="6961"/>
                    <a:pt x="46861" y="6961"/>
                  </a:cubicBezTo>
                  <a:lnTo>
                    <a:pt x="6451" y="6961"/>
                  </a:lnTo>
                  <a:cubicBezTo>
                    <a:pt x="2895" y="6961"/>
                    <a:pt x="0" y="9857"/>
                    <a:pt x="0" y="13412"/>
                  </a:cubicBezTo>
                  <a:lnTo>
                    <a:pt x="0" y="18455"/>
                  </a:lnTo>
                  <a:cubicBezTo>
                    <a:pt x="0" y="18590"/>
                    <a:pt x="109" y="18697"/>
                    <a:pt x="242" y="18697"/>
                  </a:cubicBezTo>
                  <a:cubicBezTo>
                    <a:pt x="379" y="18697"/>
                    <a:pt x="487" y="18590"/>
                    <a:pt x="486" y="18455"/>
                  </a:cubicBezTo>
                  <a:lnTo>
                    <a:pt x="486" y="13412"/>
                  </a:lnTo>
                  <a:cubicBezTo>
                    <a:pt x="486" y="10122"/>
                    <a:pt x="3162" y="7447"/>
                    <a:pt x="6451" y="7447"/>
                  </a:cubicBezTo>
                  <a:lnTo>
                    <a:pt x="46858" y="7447"/>
                  </a:lnTo>
                  <a:cubicBezTo>
                    <a:pt x="50831" y="7447"/>
                    <a:pt x="54063" y="4215"/>
                    <a:pt x="54063" y="243"/>
                  </a:cubicBezTo>
                  <a:cubicBezTo>
                    <a:pt x="54063" y="108"/>
                    <a:pt x="53954" y="1"/>
                    <a:pt x="53821" y="1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8" name="Google Shape;4408;p71"/>
            <p:cNvSpPr/>
            <p:nvPr/>
          </p:nvSpPr>
          <p:spPr>
            <a:xfrm>
              <a:off x="2382892" y="2667796"/>
              <a:ext cx="287226" cy="99333"/>
            </a:xfrm>
            <a:custGeom>
              <a:avLst/>
              <a:gdLst/>
              <a:ahLst/>
              <a:cxnLst/>
              <a:rect l="l" t="t" r="r" b="b"/>
              <a:pathLst>
                <a:path w="54066" h="18698" extrusionOk="0">
                  <a:moveTo>
                    <a:pt x="243" y="1"/>
                  </a:moveTo>
                  <a:cubicBezTo>
                    <a:pt x="108" y="1"/>
                    <a:pt x="1" y="108"/>
                    <a:pt x="1" y="243"/>
                  </a:cubicBezTo>
                  <a:cubicBezTo>
                    <a:pt x="1" y="4216"/>
                    <a:pt x="3233" y="7447"/>
                    <a:pt x="7204" y="7447"/>
                  </a:cubicBezTo>
                  <a:lnTo>
                    <a:pt x="47616" y="7447"/>
                  </a:lnTo>
                  <a:cubicBezTo>
                    <a:pt x="50905" y="7447"/>
                    <a:pt x="53581" y="10122"/>
                    <a:pt x="53581" y="13412"/>
                  </a:cubicBezTo>
                  <a:lnTo>
                    <a:pt x="53581" y="18455"/>
                  </a:lnTo>
                  <a:cubicBezTo>
                    <a:pt x="53581" y="18590"/>
                    <a:pt x="53688" y="18697"/>
                    <a:pt x="53823" y="18697"/>
                  </a:cubicBezTo>
                  <a:cubicBezTo>
                    <a:pt x="53957" y="18697"/>
                    <a:pt x="54065" y="18590"/>
                    <a:pt x="54062" y="18455"/>
                  </a:cubicBezTo>
                  <a:lnTo>
                    <a:pt x="54062" y="13412"/>
                  </a:lnTo>
                  <a:cubicBezTo>
                    <a:pt x="54062" y="9854"/>
                    <a:pt x="51169" y="6961"/>
                    <a:pt x="47611" y="6961"/>
                  </a:cubicBezTo>
                  <a:lnTo>
                    <a:pt x="7203" y="6961"/>
                  </a:lnTo>
                  <a:cubicBezTo>
                    <a:pt x="3498" y="6961"/>
                    <a:pt x="485" y="3946"/>
                    <a:pt x="485" y="243"/>
                  </a:cubicBezTo>
                  <a:cubicBezTo>
                    <a:pt x="485" y="108"/>
                    <a:pt x="377" y="1"/>
                    <a:pt x="243" y="1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9" name="Google Shape;4409;p71"/>
            <p:cNvSpPr/>
            <p:nvPr/>
          </p:nvSpPr>
          <p:spPr>
            <a:xfrm>
              <a:off x="2596756" y="2428317"/>
              <a:ext cx="261784" cy="212447"/>
            </a:xfrm>
            <a:custGeom>
              <a:avLst/>
              <a:gdLst/>
              <a:ahLst/>
              <a:cxnLst/>
              <a:rect l="l" t="t" r="r" b="b"/>
              <a:pathLst>
                <a:path w="49277" h="39990" extrusionOk="0">
                  <a:moveTo>
                    <a:pt x="7996" y="1"/>
                  </a:moveTo>
                  <a:cubicBezTo>
                    <a:pt x="3580" y="1"/>
                    <a:pt x="0" y="3580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9"/>
                    <a:pt x="7996" y="39989"/>
                  </a:cubicBezTo>
                  <a:lnTo>
                    <a:pt x="41280" y="39989"/>
                  </a:lnTo>
                  <a:cubicBezTo>
                    <a:pt x="45697" y="39989"/>
                    <a:pt x="49277" y="36409"/>
                    <a:pt x="49277" y="31993"/>
                  </a:cubicBezTo>
                  <a:lnTo>
                    <a:pt x="49277" y="7995"/>
                  </a:lnTo>
                  <a:cubicBezTo>
                    <a:pt x="49277" y="3580"/>
                    <a:pt x="45697" y="1"/>
                    <a:pt x="4128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0" name="Google Shape;4410;p71"/>
            <p:cNvSpPr/>
            <p:nvPr/>
          </p:nvSpPr>
          <p:spPr>
            <a:xfrm>
              <a:off x="2940204" y="2428317"/>
              <a:ext cx="261795" cy="212447"/>
            </a:xfrm>
            <a:custGeom>
              <a:avLst/>
              <a:gdLst/>
              <a:ahLst/>
              <a:cxnLst/>
              <a:rect l="l" t="t" r="r" b="b"/>
              <a:pathLst>
                <a:path w="49279" h="39990" extrusionOk="0">
                  <a:moveTo>
                    <a:pt x="7995" y="1"/>
                  </a:moveTo>
                  <a:cubicBezTo>
                    <a:pt x="3580" y="1"/>
                    <a:pt x="0" y="3580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9"/>
                    <a:pt x="7995" y="39989"/>
                  </a:cubicBezTo>
                  <a:lnTo>
                    <a:pt x="41282" y="39989"/>
                  </a:lnTo>
                  <a:cubicBezTo>
                    <a:pt x="45698" y="39989"/>
                    <a:pt x="49278" y="36409"/>
                    <a:pt x="49278" y="31993"/>
                  </a:cubicBezTo>
                  <a:lnTo>
                    <a:pt x="49278" y="7995"/>
                  </a:lnTo>
                  <a:cubicBezTo>
                    <a:pt x="49278" y="3580"/>
                    <a:pt x="45698" y="1"/>
                    <a:pt x="412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1" name="Google Shape;4411;p71"/>
            <p:cNvSpPr/>
            <p:nvPr/>
          </p:nvSpPr>
          <p:spPr>
            <a:xfrm>
              <a:off x="2253298" y="2428317"/>
              <a:ext cx="261795" cy="212447"/>
            </a:xfrm>
            <a:custGeom>
              <a:avLst/>
              <a:gdLst/>
              <a:ahLst/>
              <a:cxnLst/>
              <a:rect l="l" t="t" r="r" b="b"/>
              <a:pathLst>
                <a:path w="49279" h="39990" extrusionOk="0">
                  <a:moveTo>
                    <a:pt x="7997" y="1"/>
                  </a:moveTo>
                  <a:cubicBezTo>
                    <a:pt x="3580" y="1"/>
                    <a:pt x="0" y="3580"/>
                    <a:pt x="0" y="7995"/>
                  </a:cubicBezTo>
                  <a:lnTo>
                    <a:pt x="0" y="31993"/>
                  </a:lnTo>
                  <a:cubicBezTo>
                    <a:pt x="0" y="36409"/>
                    <a:pt x="3580" y="39989"/>
                    <a:pt x="7997" y="39989"/>
                  </a:cubicBezTo>
                  <a:lnTo>
                    <a:pt x="41282" y="39989"/>
                  </a:lnTo>
                  <a:cubicBezTo>
                    <a:pt x="45697" y="39989"/>
                    <a:pt x="49277" y="36409"/>
                    <a:pt x="49277" y="31993"/>
                  </a:cubicBezTo>
                  <a:lnTo>
                    <a:pt x="49277" y="7995"/>
                  </a:lnTo>
                  <a:cubicBezTo>
                    <a:pt x="49278" y="3580"/>
                    <a:pt x="45697" y="1"/>
                    <a:pt x="412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2" name="Google Shape;4412;p71"/>
            <p:cNvSpPr/>
            <p:nvPr/>
          </p:nvSpPr>
          <p:spPr>
            <a:xfrm>
              <a:off x="2718685" y="2660136"/>
              <a:ext cx="17919" cy="17919"/>
            </a:xfrm>
            <a:custGeom>
              <a:avLst/>
              <a:gdLst/>
              <a:ahLst/>
              <a:cxnLst/>
              <a:rect l="l" t="t" r="r" b="b"/>
              <a:pathLst>
                <a:path w="3373" h="3373" extrusionOk="0">
                  <a:moveTo>
                    <a:pt x="1687" y="0"/>
                  </a:moveTo>
                  <a:cubicBezTo>
                    <a:pt x="755" y="0"/>
                    <a:pt x="1" y="754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8" y="3373"/>
                    <a:pt x="3372" y="2617"/>
                    <a:pt x="3372" y="1687"/>
                  </a:cubicBezTo>
                  <a:cubicBezTo>
                    <a:pt x="3372" y="754"/>
                    <a:pt x="2618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3" name="Google Shape;4413;p71"/>
            <p:cNvSpPr/>
            <p:nvPr/>
          </p:nvSpPr>
          <p:spPr>
            <a:xfrm>
              <a:off x="3062128" y="2660136"/>
              <a:ext cx="17924" cy="17919"/>
            </a:xfrm>
            <a:custGeom>
              <a:avLst/>
              <a:gdLst/>
              <a:ahLst/>
              <a:cxnLst/>
              <a:rect l="l" t="t" r="r" b="b"/>
              <a:pathLst>
                <a:path w="3374" h="3373" extrusionOk="0">
                  <a:moveTo>
                    <a:pt x="1687" y="0"/>
                  </a:moveTo>
                  <a:cubicBezTo>
                    <a:pt x="755" y="0"/>
                    <a:pt x="0" y="754"/>
                    <a:pt x="0" y="1687"/>
                  </a:cubicBezTo>
                  <a:cubicBezTo>
                    <a:pt x="0" y="2619"/>
                    <a:pt x="755" y="3373"/>
                    <a:pt x="1687" y="3373"/>
                  </a:cubicBezTo>
                  <a:cubicBezTo>
                    <a:pt x="2619" y="3370"/>
                    <a:pt x="3373" y="2617"/>
                    <a:pt x="3373" y="1687"/>
                  </a:cubicBezTo>
                  <a:cubicBezTo>
                    <a:pt x="3373" y="754"/>
                    <a:pt x="2619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4" name="Google Shape;4414;p71"/>
            <p:cNvSpPr/>
            <p:nvPr/>
          </p:nvSpPr>
          <p:spPr>
            <a:xfrm>
              <a:off x="2375226" y="2660136"/>
              <a:ext cx="17924" cy="17919"/>
            </a:xfrm>
            <a:custGeom>
              <a:avLst/>
              <a:gdLst/>
              <a:ahLst/>
              <a:cxnLst/>
              <a:rect l="l" t="t" r="r" b="b"/>
              <a:pathLst>
                <a:path w="3374" h="3373" extrusionOk="0">
                  <a:moveTo>
                    <a:pt x="1687" y="0"/>
                  </a:moveTo>
                  <a:cubicBezTo>
                    <a:pt x="755" y="0"/>
                    <a:pt x="1" y="754"/>
                    <a:pt x="1" y="1687"/>
                  </a:cubicBezTo>
                  <a:cubicBezTo>
                    <a:pt x="1" y="2619"/>
                    <a:pt x="755" y="3373"/>
                    <a:pt x="1687" y="3373"/>
                  </a:cubicBezTo>
                  <a:cubicBezTo>
                    <a:pt x="2619" y="3370"/>
                    <a:pt x="3374" y="2617"/>
                    <a:pt x="3374" y="1687"/>
                  </a:cubicBezTo>
                  <a:cubicBezTo>
                    <a:pt x="3374" y="754"/>
                    <a:pt x="2619" y="0"/>
                    <a:pt x="1687" y="0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5" name="Google Shape;4415;p71"/>
            <p:cNvSpPr/>
            <p:nvPr/>
          </p:nvSpPr>
          <p:spPr>
            <a:xfrm>
              <a:off x="2718685" y="2756878"/>
              <a:ext cx="17919" cy="17919"/>
            </a:xfrm>
            <a:custGeom>
              <a:avLst/>
              <a:gdLst/>
              <a:ahLst/>
              <a:cxnLst/>
              <a:rect l="l" t="t" r="r" b="b"/>
              <a:pathLst>
                <a:path w="3373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8" y="3372"/>
                    <a:pt x="3372" y="2616"/>
                    <a:pt x="3372" y="1686"/>
                  </a:cubicBezTo>
                  <a:cubicBezTo>
                    <a:pt x="3372" y="754"/>
                    <a:pt x="2618" y="1"/>
                    <a:pt x="1687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6" name="Google Shape;4416;p71"/>
            <p:cNvSpPr/>
            <p:nvPr/>
          </p:nvSpPr>
          <p:spPr>
            <a:xfrm>
              <a:off x="2777509" y="2756878"/>
              <a:ext cx="17914" cy="17919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5" y="1"/>
                  </a:moveTo>
                  <a:cubicBezTo>
                    <a:pt x="753" y="1"/>
                    <a:pt x="0" y="754"/>
                    <a:pt x="0" y="1686"/>
                  </a:cubicBezTo>
                  <a:cubicBezTo>
                    <a:pt x="0" y="2618"/>
                    <a:pt x="753" y="3372"/>
                    <a:pt x="1685" y="3372"/>
                  </a:cubicBezTo>
                  <a:cubicBezTo>
                    <a:pt x="2617" y="3372"/>
                    <a:pt x="3372" y="2616"/>
                    <a:pt x="3372" y="1686"/>
                  </a:cubicBezTo>
                  <a:cubicBezTo>
                    <a:pt x="3372" y="754"/>
                    <a:pt x="2617" y="1"/>
                    <a:pt x="1685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7" name="Google Shape;4417;p71"/>
            <p:cNvSpPr/>
            <p:nvPr/>
          </p:nvSpPr>
          <p:spPr>
            <a:xfrm>
              <a:off x="2659856" y="2756878"/>
              <a:ext cx="17914" cy="17919"/>
            </a:xfrm>
            <a:custGeom>
              <a:avLst/>
              <a:gdLst/>
              <a:ahLst/>
              <a:cxnLst/>
              <a:rect l="l" t="t" r="r" b="b"/>
              <a:pathLst>
                <a:path w="3372" h="3373" extrusionOk="0">
                  <a:moveTo>
                    <a:pt x="1687" y="1"/>
                  </a:moveTo>
                  <a:cubicBezTo>
                    <a:pt x="755" y="1"/>
                    <a:pt x="1" y="754"/>
                    <a:pt x="1" y="1686"/>
                  </a:cubicBezTo>
                  <a:cubicBezTo>
                    <a:pt x="1" y="2618"/>
                    <a:pt x="755" y="3372"/>
                    <a:pt x="1687" y="3372"/>
                  </a:cubicBezTo>
                  <a:cubicBezTo>
                    <a:pt x="2619" y="3372"/>
                    <a:pt x="3372" y="2616"/>
                    <a:pt x="3372" y="1686"/>
                  </a:cubicBezTo>
                  <a:cubicBezTo>
                    <a:pt x="3372" y="754"/>
                    <a:pt x="2619" y="1"/>
                    <a:pt x="1687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8" name="Google Shape;4418;p71"/>
            <p:cNvSpPr/>
            <p:nvPr/>
          </p:nvSpPr>
          <p:spPr>
            <a:xfrm>
              <a:off x="2301024" y="2533889"/>
              <a:ext cx="163753" cy="1291"/>
            </a:xfrm>
            <a:custGeom>
              <a:avLst/>
              <a:gdLst/>
              <a:ahLst/>
              <a:cxnLst/>
              <a:rect l="l" t="t" r="r" b="b"/>
              <a:pathLst>
                <a:path w="30824" h="243" extrusionOk="0">
                  <a:moveTo>
                    <a:pt x="121" y="1"/>
                  </a:moveTo>
                  <a:cubicBezTo>
                    <a:pt x="55" y="1"/>
                    <a:pt x="0" y="55"/>
                    <a:pt x="0" y="121"/>
                  </a:cubicBezTo>
                  <a:cubicBezTo>
                    <a:pt x="0" y="187"/>
                    <a:pt x="55" y="243"/>
                    <a:pt x="121" y="243"/>
                  </a:cubicBezTo>
                  <a:lnTo>
                    <a:pt x="30703" y="243"/>
                  </a:lnTo>
                  <a:cubicBezTo>
                    <a:pt x="30769" y="243"/>
                    <a:pt x="30823" y="187"/>
                    <a:pt x="30823" y="121"/>
                  </a:cubicBezTo>
                  <a:cubicBezTo>
                    <a:pt x="30823" y="55"/>
                    <a:pt x="30767" y="1"/>
                    <a:pt x="307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9" name="Google Shape;4419;p71"/>
            <p:cNvSpPr/>
            <p:nvPr/>
          </p:nvSpPr>
          <p:spPr>
            <a:xfrm>
              <a:off x="2644918" y="2533889"/>
              <a:ext cx="163747" cy="1291"/>
            </a:xfrm>
            <a:custGeom>
              <a:avLst/>
              <a:gdLst/>
              <a:ahLst/>
              <a:cxnLst/>
              <a:rect l="l" t="t" r="r" b="b"/>
              <a:pathLst>
                <a:path w="30823" h="243" extrusionOk="0">
                  <a:moveTo>
                    <a:pt x="121" y="1"/>
                  </a:moveTo>
                  <a:cubicBezTo>
                    <a:pt x="55" y="1"/>
                    <a:pt x="0" y="55"/>
                    <a:pt x="0" y="121"/>
                  </a:cubicBezTo>
                  <a:cubicBezTo>
                    <a:pt x="0" y="187"/>
                    <a:pt x="55" y="243"/>
                    <a:pt x="121" y="243"/>
                  </a:cubicBezTo>
                  <a:lnTo>
                    <a:pt x="30701" y="243"/>
                  </a:lnTo>
                  <a:cubicBezTo>
                    <a:pt x="30769" y="243"/>
                    <a:pt x="30823" y="187"/>
                    <a:pt x="30823" y="121"/>
                  </a:cubicBezTo>
                  <a:cubicBezTo>
                    <a:pt x="30823" y="55"/>
                    <a:pt x="30767" y="1"/>
                    <a:pt x="307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20" name="Google Shape;4420;p71"/>
            <p:cNvSpPr/>
            <p:nvPr/>
          </p:nvSpPr>
          <p:spPr>
            <a:xfrm>
              <a:off x="2990071" y="2533889"/>
              <a:ext cx="163753" cy="1291"/>
            </a:xfrm>
            <a:custGeom>
              <a:avLst/>
              <a:gdLst/>
              <a:ahLst/>
              <a:cxnLst/>
              <a:rect l="l" t="t" r="r" b="b"/>
              <a:pathLst>
                <a:path w="30824" h="243" extrusionOk="0">
                  <a:moveTo>
                    <a:pt x="123" y="1"/>
                  </a:moveTo>
                  <a:cubicBezTo>
                    <a:pt x="57" y="1"/>
                    <a:pt x="1" y="55"/>
                    <a:pt x="1" y="121"/>
                  </a:cubicBezTo>
                  <a:cubicBezTo>
                    <a:pt x="1" y="187"/>
                    <a:pt x="57" y="243"/>
                    <a:pt x="123" y="243"/>
                  </a:cubicBezTo>
                  <a:lnTo>
                    <a:pt x="30703" y="243"/>
                  </a:lnTo>
                  <a:cubicBezTo>
                    <a:pt x="30769" y="243"/>
                    <a:pt x="30824" y="187"/>
                    <a:pt x="30824" y="121"/>
                  </a:cubicBezTo>
                  <a:cubicBezTo>
                    <a:pt x="30824" y="55"/>
                    <a:pt x="30769" y="1"/>
                    <a:pt x="307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21" name="Google Shape;4421;p71"/>
            <p:cNvSpPr/>
            <p:nvPr/>
          </p:nvSpPr>
          <p:spPr>
            <a:xfrm>
              <a:off x="2644918" y="3256825"/>
              <a:ext cx="163758" cy="1291"/>
            </a:xfrm>
            <a:custGeom>
              <a:avLst/>
              <a:gdLst/>
              <a:ahLst/>
              <a:cxnLst/>
              <a:rect l="l" t="t" r="r" b="b"/>
              <a:pathLst>
                <a:path w="30825" h="243" extrusionOk="0">
                  <a:moveTo>
                    <a:pt x="121" y="0"/>
                  </a:moveTo>
                  <a:cubicBezTo>
                    <a:pt x="55" y="0"/>
                    <a:pt x="0" y="55"/>
                    <a:pt x="0" y="122"/>
                  </a:cubicBezTo>
                  <a:cubicBezTo>
                    <a:pt x="0" y="188"/>
                    <a:pt x="55" y="242"/>
                    <a:pt x="121" y="242"/>
                  </a:cubicBezTo>
                  <a:lnTo>
                    <a:pt x="30701" y="242"/>
                  </a:lnTo>
                  <a:cubicBezTo>
                    <a:pt x="30769" y="242"/>
                    <a:pt x="30824" y="190"/>
                    <a:pt x="30823" y="122"/>
                  </a:cubicBezTo>
                  <a:cubicBezTo>
                    <a:pt x="30823" y="56"/>
                    <a:pt x="30767" y="0"/>
                    <a:pt x="30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22" name="Google Shape;4422;p71"/>
            <p:cNvSpPr/>
            <p:nvPr/>
          </p:nvSpPr>
          <p:spPr>
            <a:xfrm>
              <a:off x="2301427" y="3256825"/>
              <a:ext cx="163758" cy="1291"/>
            </a:xfrm>
            <a:custGeom>
              <a:avLst/>
              <a:gdLst/>
              <a:ahLst/>
              <a:cxnLst/>
              <a:rect l="l" t="t" r="r" b="b"/>
              <a:pathLst>
                <a:path w="30825" h="243" extrusionOk="0">
                  <a:moveTo>
                    <a:pt x="123" y="0"/>
                  </a:moveTo>
                  <a:cubicBezTo>
                    <a:pt x="57" y="0"/>
                    <a:pt x="1" y="55"/>
                    <a:pt x="1" y="122"/>
                  </a:cubicBezTo>
                  <a:cubicBezTo>
                    <a:pt x="1" y="188"/>
                    <a:pt x="57" y="242"/>
                    <a:pt x="123" y="242"/>
                  </a:cubicBezTo>
                  <a:lnTo>
                    <a:pt x="30702" y="242"/>
                  </a:lnTo>
                  <a:cubicBezTo>
                    <a:pt x="30771" y="242"/>
                    <a:pt x="30825" y="190"/>
                    <a:pt x="30823" y="122"/>
                  </a:cubicBezTo>
                  <a:cubicBezTo>
                    <a:pt x="30823" y="56"/>
                    <a:pt x="30769" y="0"/>
                    <a:pt x="307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23" name="Google Shape;4423;p71"/>
            <p:cNvSpPr/>
            <p:nvPr/>
          </p:nvSpPr>
          <p:spPr>
            <a:xfrm>
              <a:off x="2990102" y="3256847"/>
              <a:ext cx="163753" cy="1291"/>
            </a:xfrm>
            <a:custGeom>
              <a:avLst/>
              <a:gdLst/>
              <a:ahLst/>
              <a:cxnLst/>
              <a:rect l="l" t="t" r="r" b="b"/>
              <a:pathLst>
                <a:path w="30824" h="243" extrusionOk="0">
                  <a:moveTo>
                    <a:pt x="123" y="1"/>
                  </a:moveTo>
                  <a:cubicBezTo>
                    <a:pt x="57" y="1"/>
                    <a:pt x="1" y="55"/>
                    <a:pt x="1" y="121"/>
                  </a:cubicBezTo>
                  <a:cubicBezTo>
                    <a:pt x="1" y="187"/>
                    <a:pt x="57" y="243"/>
                    <a:pt x="123" y="243"/>
                  </a:cubicBezTo>
                  <a:lnTo>
                    <a:pt x="30703" y="243"/>
                  </a:lnTo>
                  <a:cubicBezTo>
                    <a:pt x="30769" y="243"/>
                    <a:pt x="30824" y="187"/>
                    <a:pt x="30824" y="121"/>
                  </a:cubicBezTo>
                  <a:cubicBezTo>
                    <a:pt x="30824" y="55"/>
                    <a:pt x="30769" y="1"/>
                    <a:pt x="307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24" name="Google Shape;4424;p71"/>
            <p:cNvSpPr/>
            <p:nvPr/>
          </p:nvSpPr>
          <p:spPr>
            <a:xfrm>
              <a:off x="2833559" y="2761962"/>
              <a:ext cx="248503" cy="268106"/>
            </a:xfrm>
            <a:custGeom>
              <a:avLst/>
              <a:gdLst/>
              <a:ahLst/>
              <a:cxnLst/>
              <a:rect l="l" t="t" r="r" b="b"/>
              <a:pathLst>
                <a:path w="46777" h="50467" extrusionOk="0">
                  <a:moveTo>
                    <a:pt x="1" y="1"/>
                  </a:moveTo>
                  <a:lnTo>
                    <a:pt x="1" y="1458"/>
                  </a:lnTo>
                  <a:lnTo>
                    <a:pt x="21544" y="1458"/>
                  </a:lnTo>
                  <a:cubicBezTo>
                    <a:pt x="34653" y="1458"/>
                    <a:pt x="45320" y="12123"/>
                    <a:pt x="45320" y="25233"/>
                  </a:cubicBezTo>
                  <a:cubicBezTo>
                    <a:pt x="45320" y="38344"/>
                    <a:pt x="34653" y="49009"/>
                    <a:pt x="21544" y="49009"/>
                  </a:cubicBezTo>
                  <a:lnTo>
                    <a:pt x="1" y="49009"/>
                  </a:lnTo>
                  <a:lnTo>
                    <a:pt x="1" y="50466"/>
                  </a:lnTo>
                  <a:lnTo>
                    <a:pt x="21544" y="50466"/>
                  </a:lnTo>
                  <a:cubicBezTo>
                    <a:pt x="35457" y="50466"/>
                    <a:pt x="46776" y="39146"/>
                    <a:pt x="46776" y="25233"/>
                  </a:cubicBezTo>
                  <a:cubicBezTo>
                    <a:pt x="46776" y="11322"/>
                    <a:pt x="35457" y="1"/>
                    <a:pt x="21544" y="1"/>
                  </a:cubicBezTo>
                  <a:close/>
                </a:path>
              </a:pathLst>
            </a:custGeom>
            <a:solidFill>
              <a:srgbClr val="96979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9" name="Google Shape;4429;p72"/>
          <p:cNvGrpSpPr/>
          <p:nvPr/>
        </p:nvGrpSpPr>
        <p:grpSpPr>
          <a:xfrm>
            <a:off x="4452993" y="1270637"/>
            <a:ext cx="3151191" cy="1357156"/>
            <a:chOff x="3292400" y="1219146"/>
            <a:chExt cx="2615240" cy="1110239"/>
          </a:xfrm>
        </p:grpSpPr>
        <p:sp>
          <p:nvSpPr>
            <p:cNvPr id="4430" name="Google Shape;4430;p72"/>
            <p:cNvSpPr/>
            <p:nvPr/>
          </p:nvSpPr>
          <p:spPr>
            <a:xfrm>
              <a:off x="3292400" y="1845763"/>
              <a:ext cx="370500" cy="4785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rgbClr val="ABBCC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2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31" name="Google Shape;4431;p72"/>
            <p:cNvSpPr/>
            <p:nvPr/>
          </p:nvSpPr>
          <p:spPr>
            <a:xfrm>
              <a:off x="3292400" y="1314860"/>
              <a:ext cx="370500" cy="4785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267" kern="0" noProof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32" name="Google Shape;4432;p72"/>
            <p:cNvSpPr txBox="1"/>
            <p:nvPr/>
          </p:nvSpPr>
          <p:spPr>
            <a:xfrm flipH="1">
              <a:off x="3678794" y="1219157"/>
              <a:ext cx="3705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JANUARY</a:t>
              </a:r>
            </a:p>
          </p:txBody>
        </p:sp>
        <p:sp>
          <p:nvSpPr>
            <p:cNvPr id="4433" name="Google Shape;4433;p72"/>
            <p:cNvSpPr txBox="1"/>
            <p:nvPr/>
          </p:nvSpPr>
          <p:spPr>
            <a:xfrm flipH="1">
              <a:off x="4051671" y="1219146"/>
              <a:ext cx="4014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FEBRUARY</a:t>
              </a:r>
            </a:p>
          </p:txBody>
        </p:sp>
        <p:sp>
          <p:nvSpPr>
            <p:cNvPr id="4434" name="Google Shape;4434;p72"/>
            <p:cNvSpPr txBox="1"/>
            <p:nvPr/>
          </p:nvSpPr>
          <p:spPr>
            <a:xfrm flipH="1">
              <a:off x="4453057" y="1219146"/>
              <a:ext cx="3480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MARCH</a:t>
              </a:r>
            </a:p>
          </p:txBody>
        </p:sp>
        <p:sp>
          <p:nvSpPr>
            <p:cNvPr id="4435" name="Google Shape;4435;p72"/>
            <p:cNvSpPr txBox="1"/>
            <p:nvPr/>
          </p:nvSpPr>
          <p:spPr>
            <a:xfrm flipH="1">
              <a:off x="4831790" y="1219155"/>
              <a:ext cx="3132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APRIL</a:t>
              </a:r>
            </a:p>
          </p:txBody>
        </p:sp>
        <p:sp>
          <p:nvSpPr>
            <p:cNvPr id="4436" name="Google Shape;4436;p72"/>
            <p:cNvSpPr txBox="1"/>
            <p:nvPr/>
          </p:nvSpPr>
          <p:spPr>
            <a:xfrm flipH="1">
              <a:off x="5186134" y="1219155"/>
              <a:ext cx="3132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MAY</a:t>
              </a:r>
            </a:p>
          </p:txBody>
        </p:sp>
        <p:sp>
          <p:nvSpPr>
            <p:cNvPr id="4437" name="Google Shape;4437;p72"/>
            <p:cNvSpPr txBox="1"/>
            <p:nvPr/>
          </p:nvSpPr>
          <p:spPr>
            <a:xfrm flipH="1">
              <a:off x="5562148" y="1219155"/>
              <a:ext cx="3132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JUNE</a:t>
              </a:r>
            </a:p>
          </p:txBody>
        </p:sp>
        <p:sp>
          <p:nvSpPr>
            <p:cNvPr id="4438" name="Google Shape;4438;p72"/>
            <p:cNvSpPr txBox="1"/>
            <p:nvPr/>
          </p:nvSpPr>
          <p:spPr>
            <a:xfrm flipH="1">
              <a:off x="3338153" y="1379250"/>
              <a:ext cx="2790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PHASE 1</a:t>
              </a:r>
            </a:p>
          </p:txBody>
        </p:sp>
        <p:sp>
          <p:nvSpPr>
            <p:cNvPr id="4439" name="Google Shape;4439;p72"/>
            <p:cNvSpPr txBox="1"/>
            <p:nvPr/>
          </p:nvSpPr>
          <p:spPr>
            <a:xfrm flipH="1">
              <a:off x="3338156" y="1902299"/>
              <a:ext cx="2790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PHASE 2</a:t>
              </a:r>
            </a:p>
          </p:txBody>
        </p:sp>
        <p:sp>
          <p:nvSpPr>
            <p:cNvPr id="4440" name="Google Shape;4440;p72"/>
            <p:cNvSpPr txBox="1"/>
            <p:nvPr/>
          </p:nvSpPr>
          <p:spPr>
            <a:xfrm flipH="1">
              <a:off x="3344522" y="1537172"/>
              <a:ext cx="2622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r" defTabSz="1219170">
                <a:lnSpc>
                  <a:spcPct val="115000"/>
                </a:lnSpc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Task 1</a:t>
              </a:r>
            </a:p>
          </p:txBody>
        </p:sp>
        <p:sp>
          <p:nvSpPr>
            <p:cNvPr id="4441" name="Google Shape;4441;p72"/>
            <p:cNvSpPr txBox="1"/>
            <p:nvPr/>
          </p:nvSpPr>
          <p:spPr>
            <a:xfrm flipH="1">
              <a:off x="3344522" y="1713877"/>
              <a:ext cx="2622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r" defTabSz="1219170">
                <a:lnSpc>
                  <a:spcPct val="115000"/>
                </a:lnSpc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Task 2</a:t>
              </a:r>
            </a:p>
          </p:txBody>
        </p:sp>
        <p:sp>
          <p:nvSpPr>
            <p:cNvPr id="4442" name="Google Shape;4442;p72"/>
            <p:cNvSpPr txBox="1"/>
            <p:nvPr/>
          </p:nvSpPr>
          <p:spPr>
            <a:xfrm flipH="1">
              <a:off x="3344522" y="2079003"/>
              <a:ext cx="2622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r" defTabSz="1219170">
                <a:lnSpc>
                  <a:spcPct val="115000"/>
                </a:lnSpc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Task 1</a:t>
              </a:r>
            </a:p>
          </p:txBody>
        </p:sp>
        <p:sp>
          <p:nvSpPr>
            <p:cNvPr id="4443" name="Google Shape;4443;p72"/>
            <p:cNvSpPr txBox="1"/>
            <p:nvPr/>
          </p:nvSpPr>
          <p:spPr>
            <a:xfrm flipH="1">
              <a:off x="3344527" y="2246885"/>
              <a:ext cx="262200" cy="8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r" defTabSz="1219170">
                <a:lnSpc>
                  <a:spcPct val="115000"/>
                </a:lnSpc>
                <a:spcAft>
                  <a:spcPts val="2133"/>
                </a:spcAft>
                <a:buClr>
                  <a:srgbClr val="000000"/>
                </a:buClr>
              </a:pPr>
              <a:r>
                <a: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Task 2</a:t>
              </a:r>
            </a:p>
          </p:txBody>
        </p:sp>
        <p:grpSp>
          <p:nvGrpSpPr>
            <p:cNvPr id="4444" name="Google Shape;4444;p72"/>
            <p:cNvGrpSpPr/>
            <p:nvPr/>
          </p:nvGrpSpPr>
          <p:grpSpPr>
            <a:xfrm>
              <a:off x="3748438" y="1378608"/>
              <a:ext cx="2159202" cy="903971"/>
              <a:chOff x="1683525" y="2179850"/>
              <a:chExt cx="4519050" cy="2134525"/>
            </a:xfrm>
          </p:grpSpPr>
          <p:sp>
            <p:nvSpPr>
              <p:cNvPr id="4445" name="Google Shape;4445;p72"/>
              <p:cNvSpPr/>
              <p:nvPr/>
            </p:nvSpPr>
            <p:spPr>
              <a:xfrm>
                <a:off x="1683525" y="2179850"/>
                <a:ext cx="4519050" cy="53925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7" extrusionOk="0">
                    <a:moveTo>
                      <a:pt x="1072" y="1"/>
                    </a:moveTo>
                    <a:cubicBezTo>
                      <a:pt x="477" y="1"/>
                      <a:pt x="1" y="477"/>
                      <a:pt x="1" y="1073"/>
                    </a:cubicBezTo>
                    <a:cubicBezTo>
                      <a:pt x="1" y="1668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68"/>
                      <a:pt x="180761" y="1073"/>
                    </a:cubicBezTo>
                    <a:cubicBezTo>
                      <a:pt x="180761" y="477"/>
                      <a:pt x="180273" y="1"/>
                      <a:pt x="179678" y="1"/>
                    </a:cubicBezTo>
                    <a:close/>
                  </a:path>
                </a:pathLst>
              </a:custGeom>
              <a:solidFill>
                <a:srgbClr val="7994A9">
                  <a:alpha val="6470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46" name="Google Shape;4446;p72"/>
              <p:cNvSpPr/>
              <p:nvPr/>
            </p:nvSpPr>
            <p:spPr>
              <a:xfrm>
                <a:off x="1683525" y="2595975"/>
                <a:ext cx="451905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6" extrusionOk="0">
                    <a:moveTo>
                      <a:pt x="1072" y="1"/>
                    </a:moveTo>
                    <a:cubicBezTo>
                      <a:pt x="477" y="1"/>
                      <a:pt x="1" y="489"/>
                      <a:pt x="1" y="1084"/>
                    </a:cubicBezTo>
                    <a:cubicBezTo>
                      <a:pt x="1" y="1668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68"/>
                      <a:pt x="180761" y="1084"/>
                    </a:cubicBezTo>
                    <a:cubicBezTo>
                      <a:pt x="180761" y="489"/>
                      <a:pt x="180273" y="1"/>
                      <a:pt x="179678" y="1"/>
                    </a:cubicBezTo>
                    <a:close/>
                  </a:path>
                </a:pathLst>
              </a:custGeom>
              <a:solidFill>
                <a:srgbClr val="37495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47" name="Google Shape;4447;p72"/>
              <p:cNvSpPr/>
              <p:nvPr/>
            </p:nvSpPr>
            <p:spPr>
              <a:xfrm>
                <a:off x="1683525" y="3012100"/>
                <a:ext cx="451905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6" extrusionOk="0">
                    <a:moveTo>
                      <a:pt x="1072" y="1"/>
                    </a:moveTo>
                    <a:cubicBezTo>
                      <a:pt x="477" y="1"/>
                      <a:pt x="1" y="489"/>
                      <a:pt x="1" y="1084"/>
                    </a:cubicBezTo>
                    <a:cubicBezTo>
                      <a:pt x="1" y="1680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68"/>
                      <a:pt x="180761" y="1072"/>
                    </a:cubicBezTo>
                    <a:cubicBezTo>
                      <a:pt x="180761" y="477"/>
                      <a:pt x="180273" y="1"/>
                      <a:pt x="179678" y="1"/>
                    </a:cubicBezTo>
                    <a:close/>
                  </a:path>
                </a:pathLst>
              </a:custGeom>
              <a:solidFill>
                <a:srgbClr val="7994A9">
                  <a:alpha val="6470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48" name="Google Shape;4448;p72"/>
              <p:cNvSpPr/>
              <p:nvPr/>
            </p:nvSpPr>
            <p:spPr>
              <a:xfrm>
                <a:off x="1683525" y="3428225"/>
                <a:ext cx="451905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6" extrusionOk="0">
                    <a:moveTo>
                      <a:pt x="1072" y="1"/>
                    </a:moveTo>
                    <a:cubicBezTo>
                      <a:pt x="477" y="1"/>
                      <a:pt x="1" y="489"/>
                      <a:pt x="1" y="1084"/>
                    </a:cubicBezTo>
                    <a:cubicBezTo>
                      <a:pt x="1" y="1679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79"/>
                      <a:pt x="180761" y="1084"/>
                    </a:cubicBezTo>
                    <a:cubicBezTo>
                      <a:pt x="180761" y="489"/>
                      <a:pt x="180273" y="1"/>
                      <a:pt x="179678" y="1"/>
                    </a:cubicBezTo>
                    <a:close/>
                  </a:path>
                </a:pathLst>
              </a:custGeom>
              <a:solidFill>
                <a:srgbClr val="37495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49" name="Google Shape;4449;p72"/>
              <p:cNvSpPr/>
              <p:nvPr/>
            </p:nvSpPr>
            <p:spPr>
              <a:xfrm>
                <a:off x="1683525" y="3844350"/>
                <a:ext cx="451905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6" extrusionOk="0">
                    <a:moveTo>
                      <a:pt x="548" y="1"/>
                    </a:moveTo>
                    <a:cubicBezTo>
                      <a:pt x="251" y="1"/>
                      <a:pt x="1" y="251"/>
                      <a:pt x="1" y="560"/>
                    </a:cubicBezTo>
                    <a:lnTo>
                      <a:pt x="1" y="1608"/>
                    </a:lnTo>
                    <a:cubicBezTo>
                      <a:pt x="1" y="1917"/>
                      <a:pt x="251" y="2156"/>
                      <a:pt x="548" y="2156"/>
                    </a:cubicBezTo>
                    <a:lnTo>
                      <a:pt x="180202" y="2156"/>
                    </a:lnTo>
                    <a:cubicBezTo>
                      <a:pt x="180511" y="2156"/>
                      <a:pt x="180761" y="1917"/>
                      <a:pt x="180761" y="1608"/>
                    </a:cubicBezTo>
                    <a:lnTo>
                      <a:pt x="180761" y="560"/>
                    </a:lnTo>
                    <a:cubicBezTo>
                      <a:pt x="180761" y="251"/>
                      <a:pt x="180511" y="1"/>
                      <a:pt x="180202" y="1"/>
                    </a:cubicBezTo>
                    <a:close/>
                  </a:path>
                </a:pathLst>
              </a:custGeom>
              <a:solidFill>
                <a:srgbClr val="7994A9">
                  <a:alpha val="6470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50" name="Google Shape;4450;p72"/>
              <p:cNvSpPr/>
              <p:nvPr/>
            </p:nvSpPr>
            <p:spPr>
              <a:xfrm>
                <a:off x="1683525" y="4260475"/>
                <a:ext cx="451905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0762" h="2156" extrusionOk="0">
                    <a:moveTo>
                      <a:pt x="1072" y="0"/>
                    </a:moveTo>
                    <a:cubicBezTo>
                      <a:pt x="477" y="0"/>
                      <a:pt x="1" y="489"/>
                      <a:pt x="1" y="1084"/>
                    </a:cubicBezTo>
                    <a:cubicBezTo>
                      <a:pt x="1" y="1679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79"/>
                      <a:pt x="180761" y="1084"/>
                    </a:cubicBezTo>
                    <a:cubicBezTo>
                      <a:pt x="180761" y="489"/>
                      <a:pt x="180273" y="0"/>
                      <a:pt x="179678" y="0"/>
                    </a:cubicBezTo>
                    <a:close/>
                  </a:path>
                </a:pathLst>
              </a:custGeom>
              <a:solidFill>
                <a:srgbClr val="37495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51" name="Google Shape;4451;p72"/>
              <p:cNvSpPr/>
              <p:nvPr/>
            </p:nvSpPr>
            <p:spPr>
              <a:xfrm>
                <a:off x="1683525" y="2179850"/>
                <a:ext cx="921275" cy="53925"/>
              </a:xfrm>
              <a:custGeom>
                <a:avLst/>
                <a:gdLst/>
                <a:ahLst/>
                <a:cxnLst/>
                <a:rect l="l" t="t" r="r" b="b"/>
                <a:pathLst>
                  <a:path w="36851" h="2157" extrusionOk="0">
                    <a:moveTo>
                      <a:pt x="1072" y="1"/>
                    </a:moveTo>
                    <a:cubicBezTo>
                      <a:pt x="477" y="1"/>
                      <a:pt x="1" y="477"/>
                      <a:pt x="1" y="1073"/>
                    </a:cubicBezTo>
                    <a:cubicBezTo>
                      <a:pt x="1" y="1668"/>
                      <a:pt x="477" y="2156"/>
                      <a:pt x="1072" y="2156"/>
                    </a:cubicBezTo>
                    <a:lnTo>
                      <a:pt x="35767" y="2156"/>
                    </a:lnTo>
                    <a:cubicBezTo>
                      <a:pt x="36362" y="2156"/>
                      <a:pt x="36851" y="1668"/>
                      <a:pt x="36851" y="1073"/>
                    </a:cubicBezTo>
                    <a:cubicBezTo>
                      <a:pt x="36851" y="477"/>
                      <a:pt x="36362" y="1"/>
                      <a:pt x="35767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52" name="Google Shape;4452;p72"/>
              <p:cNvSpPr/>
              <p:nvPr/>
            </p:nvSpPr>
            <p:spPr>
              <a:xfrm>
                <a:off x="2166625" y="2595975"/>
                <a:ext cx="203690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81476" h="2156" extrusionOk="0">
                    <a:moveTo>
                      <a:pt x="1084" y="1"/>
                    </a:moveTo>
                    <a:cubicBezTo>
                      <a:pt x="489" y="1"/>
                      <a:pt x="1" y="489"/>
                      <a:pt x="1" y="1084"/>
                    </a:cubicBezTo>
                    <a:cubicBezTo>
                      <a:pt x="1" y="1668"/>
                      <a:pt x="489" y="2156"/>
                      <a:pt x="1084" y="2156"/>
                    </a:cubicBezTo>
                    <a:lnTo>
                      <a:pt x="80392" y="2156"/>
                    </a:lnTo>
                    <a:cubicBezTo>
                      <a:pt x="80987" y="2156"/>
                      <a:pt x="81475" y="1668"/>
                      <a:pt x="81475" y="1084"/>
                    </a:cubicBezTo>
                    <a:cubicBezTo>
                      <a:pt x="81475" y="489"/>
                      <a:pt x="80987" y="1"/>
                      <a:pt x="80392" y="1"/>
                    </a:cubicBezTo>
                    <a:close/>
                  </a:path>
                </a:pathLst>
              </a:custGeom>
              <a:solidFill>
                <a:srgbClr val="D7DFE5">
                  <a:alpha val="6592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53" name="Google Shape;4453;p72"/>
              <p:cNvSpPr/>
              <p:nvPr/>
            </p:nvSpPr>
            <p:spPr>
              <a:xfrm>
                <a:off x="2808675" y="3012100"/>
                <a:ext cx="108200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43280" h="2156" extrusionOk="0">
                    <a:moveTo>
                      <a:pt x="1072" y="1"/>
                    </a:moveTo>
                    <a:cubicBezTo>
                      <a:pt x="477" y="1"/>
                      <a:pt x="0" y="477"/>
                      <a:pt x="0" y="1072"/>
                    </a:cubicBezTo>
                    <a:cubicBezTo>
                      <a:pt x="0" y="1668"/>
                      <a:pt x="477" y="2156"/>
                      <a:pt x="1072" y="2156"/>
                    </a:cubicBezTo>
                    <a:lnTo>
                      <a:pt x="42196" y="2156"/>
                    </a:lnTo>
                    <a:cubicBezTo>
                      <a:pt x="42791" y="2156"/>
                      <a:pt x="43280" y="1668"/>
                      <a:pt x="43280" y="1072"/>
                    </a:cubicBezTo>
                    <a:cubicBezTo>
                      <a:pt x="43280" y="477"/>
                      <a:pt x="42791" y="1"/>
                      <a:pt x="42196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54" name="Google Shape;4454;p72"/>
              <p:cNvSpPr/>
              <p:nvPr/>
            </p:nvSpPr>
            <p:spPr>
              <a:xfrm>
                <a:off x="2942925" y="3428225"/>
                <a:ext cx="2044925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81797" h="2156" extrusionOk="0">
                    <a:moveTo>
                      <a:pt x="1084" y="1"/>
                    </a:moveTo>
                    <a:cubicBezTo>
                      <a:pt x="488" y="1"/>
                      <a:pt x="0" y="489"/>
                      <a:pt x="12" y="1084"/>
                    </a:cubicBezTo>
                    <a:cubicBezTo>
                      <a:pt x="12" y="1679"/>
                      <a:pt x="488" y="2156"/>
                      <a:pt x="1084" y="2156"/>
                    </a:cubicBezTo>
                    <a:lnTo>
                      <a:pt x="80713" y="2156"/>
                    </a:lnTo>
                    <a:cubicBezTo>
                      <a:pt x="81308" y="2156"/>
                      <a:pt x="81796" y="1679"/>
                      <a:pt x="81796" y="1084"/>
                    </a:cubicBezTo>
                    <a:cubicBezTo>
                      <a:pt x="81796" y="489"/>
                      <a:pt x="81308" y="1"/>
                      <a:pt x="80713" y="1"/>
                    </a:cubicBezTo>
                    <a:close/>
                  </a:path>
                </a:pathLst>
              </a:custGeom>
              <a:solidFill>
                <a:srgbClr val="D7DFE5">
                  <a:alpha val="6592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55" name="Google Shape;4455;p72"/>
              <p:cNvSpPr/>
              <p:nvPr/>
            </p:nvSpPr>
            <p:spPr>
              <a:xfrm>
                <a:off x="3933825" y="3844350"/>
                <a:ext cx="1650825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66033" h="2156" extrusionOk="0">
                    <a:moveTo>
                      <a:pt x="548" y="1"/>
                    </a:moveTo>
                    <a:cubicBezTo>
                      <a:pt x="238" y="1"/>
                      <a:pt x="0" y="251"/>
                      <a:pt x="0" y="560"/>
                    </a:cubicBezTo>
                    <a:lnTo>
                      <a:pt x="0" y="1608"/>
                    </a:lnTo>
                    <a:cubicBezTo>
                      <a:pt x="0" y="1917"/>
                      <a:pt x="238" y="2156"/>
                      <a:pt x="548" y="2156"/>
                    </a:cubicBezTo>
                    <a:lnTo>
                      <a:pt x="65472" y="2156"/>
                    </a:lnTo>
                    <a:cubicBezTo>
                      <a:pt x="65782" y="2156"/>
                      <a:pt x="66032" y="1917"/>
                      <a:pt x="66032" y="1608"/>
                    </a:cubicBezTo>
                    <a:lnTo>
                      <a:pt x="66032" y="560"/>
                    </a:lnTo>
                    <a:cubicBezTo>
                      <a:pt x="66032" y="251"/>
                      <a:pt x="65782" y="1"/>
                      <a:pt x="6547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56" name="Google Shape;4456;p72"/>
              <p:cNvSpPr/>
              <p:nvPr/>
            </p:nvSpPr>
            <p:spPr>
              <a:xfrm>
                <a:off x="5058950" y="4260775"/>
                <a:ext cx="1143625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45745" h="2144" extrusionOk="0">
                    <a:moveTo>
                      <a:pt x="1072" y="0"/>
                    </a:moveTo>
                    <a:cubicBezTo>
                      <a:pt x="477" y="0"/>
                      <a:pt x="1" y="477"/>
                      <a:pt x="1" y="1072"/>
                    </a:cubicBezTo>
                    <a:cubicBezTo>
                      <a:pt x="1" y="1667"/>
                      <a:pt x="477" y="2144"/>
                      <a:pt x="1072" y="2144"/>
                    </a:cubicBezTo>
                    <a:lnTo>
                      <a:pt x="44661" y="2144"/>
                    </a:lnTo>
                    <a:cubicBezTo>
                      <a:pt x="45256" y="2144"/>
                      <a:pt x="45744" y="1667"/>
                      <a:pt x="45744" y="1072"/>
                    </a:cubicBezTo>
                    <a:cubicBezTo>
                      <a:pt x="45744" y="477"/>
                      <a:pt x="45256" y="0"/>
                      <a:pt x="44661" y="0"/>
                    </a:cubicBezTo>
                    <a:close/>
                  </a:path>
                </a:pathLst>
              </a:custGeom>
              <a:solidFill>
                <a:srgbClr val="D7DFE5">
                  <a:alpha val="6592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FFFFFF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aphicFrame>
        <p:nvGraphicFramePr>
          <p:cNvPr id="4457" name="Google Shape;4457;p72"/>
          <p:cNvGraphicFramePr/>
          <p:nvPr>
            <p:extLst>
              <p:ext uri="{D42A27DB-BD31-4B8C-83A1-F6EECF244321}">
                <p14:modId xmlns:p14="http://schemas.microsoft.com/office/powerpoint/2010/main" val="102976914"/>
              </p:ext>
            </p:extLst>
          </p:nvPr>
        </p:nvGraphicFramePr>
        <p:xfrm>
          <a:off x="7914451" y="2840600"/>
          <a:ext cx="3321732" cy="115813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30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5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CFD9E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CFD9E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869FB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19050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b="1" noProof="0" dirty="0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7994A9">
                        <a:alpha val="6470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458" name="Google Shape;4458;p72"/>
          <p:cNvGrpSpPr/>
          <p:nvPr/>
        </p:nvGrpSpPr>
        <p:grpSpPr>
          <a:xfrm>
            <a:off x="7884117" y="4252063"/>
            <a:ext cx="3359767" cy="1335272"/>
            <a:chOff x="1906114" y="789980"/>
            <a:chExt cx="1487676" cy="606868"/>
          </a:xfrm>
        </p:grpSpPr>
        <p:cxnSp>
          <p:nvCxnSpPr>
            <p:cNvPr id="4459" name="Google Shape;4459;p72"/>
            <p:cNvCxnSpPr/>
            <p:nvPr/>
          </p:nvCxnSpPr>
          <p:spPr>
            <a:xfrm rot="10800000">
              <a:off x="2109981" y="1180903"/>
              <a:ext cx="1280400" cy="0"/>
            </a:xfrm>
            <a:prstGeom prst="straightConnector1">
              <a:avLst/>
            </a:prstGeom>
            <a:noFill/>
            <a:ln w="9525" cap="flat" cmpd="sng">
              <a:solidFill>
                <a:srgbClr val="B3C3C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60" name="Google Shape;4460;p72"/>
            <p:cNvCxnSpPr/>
            <p:nvPr/>
          </p:nvCxnSpPr>
          <p:spPr>
            <a:xfrm rot="10800000">
              <a:off x="2109981" y="985080"/>
              <a:ext cx="1280400" cy="0"/>
            </a:xfrm>
            <a:prstGeom prst="straightConnector1">
              <a:avLst/>
            </a:prstGeom>
            <a:noFill/>
            <a:ln w="9525" cap="flat" cmpd="sng">
              <a:solidFill>
                <a:srgbClr val="B3C3C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61" name="Google Shape;4461;p72"/>
            <p:cNvCxnSpPr/>
            <p:nvPr/>
          </p:nvCxnSpPr>
          <p:spPr>
            <a:xfrm rot="10800000">
              <a:off x="2109981" y="1376729"/>
              <a:ext cx="1280400" cy="0"/>
            </a:xfrm>
            <a:prstGeom prst="straightConnector1">
              <a:avLst/>
            </a:prstGeom>
            <a:noFill/>
            <a:ln w="9525" cap="flat" cmpd="sng">
              <a:solidFill>
                <a:srgbClr val="B3C3C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62" name="Google Shape;4462;p72"/>
            <p:cNvSpPr txBox="1"/>
            <p:nvPr/>
          </p:nvSpPr>
          <p:spPr>
            <a:xfrm flipH="1">
              <a:off x="2109710" y="789981"/>
              <a:ext cx="2811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400" kern="0" noProof="0" dirty="0">
                  <a:solidFill>
                    <a:srgbClr val="E3E9ED"/>
                  </a:solidFill>
                  <a:latin typeface="Arial"/>
                  <a:cs typeface="Arial"/>
                  <a:sym typeface="Arial"/>
                </a:rPr>
                <a:t>JANUARY</a:t>
              </a:r>
            </a:p>
          </p:txBody>
        </p:sp>
        <p:sp>
          <p:nvSpPr>
            <p:cNvPr id="4463" name="Google Shape;4463;p72"/>
            <p:cNvSpPr txBox="1"/>
            <p:nvPr/>
          </p:nvSpPr>
          <p:spPr>
            <a:xfrm flipH="1">
              <a:off x="2434275" y="789980"/>
              <a:ext cx="2892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400" kern="0" noProof="0" dirty="0">
                  <a:solidFill>
                    <a:srgbClr val="E3E9ED"/>
                  </a:solidFill>
                  <a:latin typeface="Arial"/>
                  <a:cs typeface="Arial"/>
                  <a:sym typeface="Arial"/>
                </a:rPr>
                <a:t>FEBRUARY</a:t>
              </a:r>
            </a:p>
          </p:txBody>
        </p:sp>
        <p:sp>
          <p:nvSpPr>
            <p:cNvPr id="4464" name="Google Shape;4464;p72"/>
            <p:cNvSpPr txBox="1"/>
            <p:nvPr/>
          </p:nvSpPr>
          <p:spPr>
            <a:xfrm flipH="1">
              <a:off x="2781049" y="789981"/>
              <a:ext cx="2811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400" kern="0" noProof="0" dirty="0">
                  <a:solidFill>
                    <a:srgbClr val="E3E9ED"/>
                  </a:solidFill>
                  <a:latin typeface="Arial"/>
                  <a:cs typeface="Arial"/>
                  <a:sym typeface="Arial"/>
                </a:rPr>
                <a:t>MARCH</a:t>
              </a:r>
            </a:p>
          </p:txBody>
        </p:sp>
        <p:sp>
          <p:nvSpPr>
            <p:cNvPr id="4465" name="Google Shape;4465;p72"/>
            <p:cNvSpPr txBox="1"/>
            <p:nvPr/>
          </p:nvSpPr>
          <p:spPr>
            <a:xfrm flipH="1">
              <a:off x="3112690" y="789981"/>
              <a:ext cx="2811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400" kern="0" noProof="0" dirty="0">
                  <a:solidFill>
                    <a:srgbClr val="E3E9ED"/>
                  </a:solidFill>
                  <a:latin typeface="Arial"/>
                  <a:cs typeface="Arial"/>
                  <a:sym typeface="Arial"/>
                </a:rPr>
                <a:t>APRIL</a:t>
              </a:r>
            </a:p>
          </p:txBody>
        </p:sp>
        <p:sp>
          <p:nvSpPr>
            <p:cNvPr id="4466" name="Google Shape;4466;p72"/>
            <p:cNvSpPr/>
            <p:nvPr/>
          </p:nvSpPr>
          <p:spPr>
            <a:xfrm>
              <a:off x="2105681" y="964326"/>
              <a:ext cx="289200" cy="42600"/>
            </a:xfrm>
            <a:prstGeom prst="rect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67" name="Google Shape;4467;p72"/>
            <p:cNvSpPr/>
            <p:nvPr/>
          </p:nvSpPr>
          <p:spPr>
            <a:xfrm>
              <a:off x="2109515" y="1159286"/>
              <a:ext cx="280200" cy="426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68" name="Google Shape;4468;p72"/>
            <p:cNvSpPr/>
            <p:nvPr/>
          </p:nvSpPr>
          <p:spPr>
            <a:xfrm>
              <a:off x="2753389" y="1353677"/>
              <a:ext cx="325500" cy="426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69" name="Google Shape;4469;p72"/>
            <p:cNvSpPr/>
            <p:nvPr/>
          </p:nvSpPr>
          <p:spPr>
            <a:xfrm>
              <a:off x="2105681" y="1159287"/>
              <a:ext cx="289200" cy="426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70" name="Google Shape;4470;p72"/>
            <p:cNvSpPr/>
            <p:nvPr/>
          </p:nvSpPr>
          <p:spPr>
            <a:xfrm>
              <a:off x="2412005" y="1354248"/>
              <a:ext cx="325500" cy="426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71" name="Google Shape;4471;p72"/>
            <p:cNvSpPr/>
            <p:nvPr/>
          </p:nvSpPr>
          <p:spPr>
            <a:xfrm>
              <a:off x="2410087" y="964961"/>
              <a:ext cx="325500" cy="42600"/>
            </a:xfrm>
            <a:prstGeom prst="rect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72" name="Google Shape;4472;p72"/>
            <p:cNvSpPr txBox="1"/>
            <p:nvPr/>
          </p:nvSpPr>
          <p:spPr>
            <a:xfrm flipH="1">
              <a:off x="1906114" y="918164"/>
              <a:ext cx="203400" cy="10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 defTabSz="1219170">
                <a:spcAft>
                  <a:spcPts val="2133"/>
                </a:spcAft>
                <a:buClr>
                  <a:srgbClr val="000000"/>
                </a:buClr>
              </a:pPr>
              <a:r>
                <a:rPr lang="en-GB" sz="400" kern="0" noProof="0" dirty="0">
                  <a:solidFill>
                    <a:srgbClr val="E3E9ED"/>
                  </a:solidFill>
                  <a:latin typeface="Arial"/>
                  <a:cs typeface="Arial"/>
                  <a:sym typeface="Arial"/>
                </a:rPr>
                <a:t>PHASE 1</a:t>
              </a:r>
            </a:p>
          </p:txBody>
        </p:sp>
        <p:sp>
          <p:nvSpPr>
            <p:cNvPr id="4473" name="Google Shape;4473;p72"/>
            <p:cNvSpPr txBox="1"/>
            <p:nvPr/>
          </p:nvSpPr>
          <p:spPr>
            <a:xfrm flipH="1">
              <a:off x="1919618" y="1113390"/>
              <a:ext cx="189900" cy="9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 defTabSz="1219170">
                <a:lnSpc>
                  <a:spcPct val="115000"/>
                </a:lnSpc>
                <a:spcAft>
                  <a:spcPts val="2133"/>
                </a:spcAft>
                <a:buClr>
                  <a:srgbClr val="000000"/>
                </a:buClr>
              </a:pPr>
              <a:r>
                <a:rPr lang="en-GB" sz="400" kern="0" noProof="0" dirty="0">
                  <a:solidFill>
                    <a:srgbClr val="E3E9ED"/>
                  </a:solidFill>
                  <a:latin typeface="Arial"/>
                  <a:cs typeface="Arial"/>
                  <a:sym typeface="Arial"/>
                </a:rPr>
                <a:t>Task 1</a:t>
              </a:r>
            </a:p>
          </p:txBody>
        </p:sp>
        <p:sp>
          <p:nvSpPr>
            <p:cNvPr id="4474" name="Google Shape;4474;p72"/>
            <p:cNvSpPr txBox="1"/>
            <p:nvPr/>
          </p:nvSpPr>
          <p:spPr>
            <a:xfrm flipH="1">
              <a:off x="1906118" y="1304527"/>
              <a:ext cx="203400" cy="9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 defTabSz="1219170">
                <a:lnSpc>
                  <a:spcPct val="115000"/>
                </a:lnSpc>
                <a:spcAft>
                  <a:spcPts val="2133"/>
                </a:spcAft>
                <a:buClr>
                  <a:srgbClr val="000000"/>
                </a:buClr>
              </a:pPr>
              <a:r>
                <a:rPr lang="en-GB" sz="400" kern="0" noProof="0" dirty="0">
                  <a:solidFill>
                    <a:srgbClr val="E3E9ED"/>
                  </a:solidFill>
                  <a:latin typeface="Arial"/>
                  <a:cs typeface="Arial"/>
                  <a:sym typeface="Arial"/>
                </a:rPr>
                <a:t>Task 2</a:t>
              </a:r>
            </a:p>
          </p:txBody>
        </p:sp>
        <p:sp>
          <p:nvSpPr>
            <p:cNvPr id="4475" name="Google Shape;4475;p72"/>
            <p:cNvSpPr/>
            <p:nvPr/>
          </p:nvSpPr>
          <p:spPr>
            <a:xfrm>
              <a:off x="2750975" y="964961"/>
              <a:ext cx="325500" cy="42600"/>
            </a:xfrm>
            <a:prstGeom prst="rect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476" name="Google Shape;4476;p72"/>
          <p:cNvGrpSpPr/>
          <p:nvPr/>
        </p:nvGrpSpPr>
        <p:grpSpPr>
          <a:xfrm>
            <a:off x="950083" y="1330673"/>
            <a:ext cx="3192493" cy="1302003"/>
            <a:chOff x="749309" y="1112739"/>
            <a:chExt cx="2371603" cy="976502"/>
          </a:xfrm>
        </p:grpSpPr>
        <p:sp>
          <p:nvSpPr>
            <p:cNvPr id="4477" name="Google Shape;4477;p72"/>
            <p:cNvSpPr/>
            <p:nvPr/>
          </p:nvSpPr>
          <p:spPr>
            <a:xfrm>
              <a:off x="1092126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78" name="Google Shape;4478;p72"/>
            <p:cNvSpPr/>
            <p:nvPr/>
          </p:nvSpPr>
          <p:spPr>
            <a:xfrm>
              <a:off x="1434943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79" name="Google Shape;4479;p72"/>
            <p:cNvSpPr/>
            <p:nvPr/>
          </p:nvSpPr>
          <p:spPr>
            <a:xfrm>
              <a:off x="1777760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0" name="Google Shape;4480;p72"/>
            <p:cNvSpPr/>
            <p:nvPr/>
          </p:nvSpPr>
          <p:spPr>
            <a:xfrm>
              <a:off x="2120578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1" name="Google Shape;4481;p72"/>
            <p:cNvSpPr/>
            <p:nvPr/>
          </p:nvSpPr>
          <p:spPr>
            <a:xfrm>
              <a:off x="2463395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2" name="Google Shape;4482;p72"/>
            <p:cNvSpPr/>
            <p:nvPr/>
          </p:nvSpPr>
          <p:spPr>
            <a:xfrm>
              <a:off x="2806212" y="111273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3" name="Google Shape;4483;p72"/>
            <p:cNvSpPr/>
            <p:nvPr/>
          </p:nvSpPr>
          <p:spPr>
            <a:xfrm>
              <a:off x="749309" y="1362294"/>
              <a:ext cx="314700" cy="2268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4" name="Google Shape;4484;p72"/>
            <p:cNvSpPr/>
            <p:nvPr/>
          </p:nvSpPr>
          <p:spPr>
            <a:xfrm>
              <a:off x="1092126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5" name="Google Shape;4485;p72"/>
            <p:cNvSpPr/>
            <p:nvPr/>
          </p:nvSpPr>
          <p:spPr>
            <a:xfrm>
              <a:off x="1434943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6" name="Google Shape;4486;p72"/>
            <p:cNvSpPr/>
            <p:nvPr/>
          </p:nvSpPr>
          <p:spPr>
            <a:xfrm>
              <a:off x="1777760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7" name="Google Shape;4487;p72"/>
            <p:cNvSpPr/>
            <p:nvPr/>
          </p:nvSpPr>
          <p:spPr>
            <a:xfrm>
              <a:off x="2120578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8" name="Google Shape;4488;p72"/>
            <p:cNvSpPr/>
            <p:nvPr/>
          </p:nvSpPr>
          <p:spPr>
            <a:xfrm>
              <a:off x="2463395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9" name="Google Shape;4489;p72"/>
            <p:cNvSpPr/>
            <p:nvPr/>
          </p:nvSpPr>
          <p:spPr>
            <a:xfrm>
              <a:off x="2806212" y="136229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0" name="Google Shape;4490;p72"/>
            <p:cNvSpPr/>
            <p:nvPr/>
          </p:nvSpPr>
          <p:spPr>
            <a:xfrm>
              <a:off x="749309" y="1611849"/>
              <a:ext cx="314700" cy="2268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1" name="Google Shape;4491;p72"/>
            <p:cNvSpPr/>
            <p:nvPr/>
          </p:nvSpPr>
          <p:spPr>
            <a:xfrm>
              <a:off x="1092126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2" name="Google Shape;4492;p72"/>
            <p:cNvSpPr/>
            <p:nvPr/>
          </p:nvSpPr>
          <p:spPr>
            <a:xfrm>
              <a:off x="1434943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3" name="Google Shape;4493;p72"/>
            <p:cNvSpPr/>
            <p:nvPr/>
          </p:nvSpPr>
          <p:spPr>
            <a:xfrm>
              <a:off x="1777760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4" name="Google Shape;4494;p72"/>
            <p:cNvSpPr/>
            <p:nvPr/>
          </p:nvSpPr>
          <p:spPr>
            <a:xfrm>
              <a:off x="2120578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5" name="Google Shape;4495;p72"/>
            <p:cNvSpPr/>
            <p:nvPr/>
          </p:nvSpPr>
          <p:spPr>
            <a:xfrm>
              <a:off x="2463395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6" name="Google Shape;4496;p72"/>
            <p:cNvSpPr/>
            <p:nvPr/>
          </p:nvSpPr>
          <p:spPr>
            <a:xfrm>
              <a:off x="2806212" y="1611849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7" name="Google Shape;4497;p72"/>
            <p:cNvSpPr/>
            <p:nvPr/>
          </p:nvSpPr>
          <p:spPr>
            <a:xfrm>
              <a:off x="749309" y="1861404"/>
              <a:ext cx="314700" cy="2268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8" name="Google Shape;4498;p72"/>
            <p:cNvSpPr/>
            <p:nvPr/>
          </p:nvSpPr>
          <p:spPr>
            <a:xfrm>
              <a:off x="1092126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9" name="Google Shape;4499;p72"/>
            <p:cNvSpPr/>
            <p:nvPr/>
          </p:nvSpPr>
          <p:spPr>
            <a:xfrm>
              <a:off x="1434943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0" name="Google Shape;4500;p72"/>
            <p:cNvSpPr/>
            <p:nvPr/>
          </p:nvSpPr>
          <p:spPr>
            <a:xfrm>
              <a:off x="1777760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1" name="Google Shape;4501;p72"/>
            <p:cNvSpPr/>
            <p:nvPr/>
          </p:nvSpPr>
          <p:spPr>
            <a:xfrm>
              <a:off x="2120578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2" name="Google Shape;4502;p72"/>
            <p:cNvSpPr/>
            <p:nvPr/>
          </p:nvSpPr>
          <p:spPr>
            <a:xfrm>
              <a:off x="2463395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3" name="Google Shape;4503;p72"/>
            <p:cNvSpPr/>
            <p:nvPr/>
          </p:nvSpPr>
          <p:spPr>
            <a:xfrm>
              <a:off x="2806212" y="1861404"/>
              <a:ext cx="314700" cy="226800"/>
            </a:xfrm>
            <a:prstGeom prst="rect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4" name="Google Shape;4504;p72"/>
            <p:cNvSpPr/>
            <p:nvPr/>
          </p:nvSpPr>
          <p:spPr>
            <a:xfrm>
              <a:off x="749309" y="1112739"/>
              <a:ext cx="314700" cy="2268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5" name="Google Shape;4505;p72"/>
            <p:cNvSpPr/>
            <p:nvPr/>
          </p:nvSpPr>
          <p:spPr>
            <a:xfrm>
              <a:off x="1434877" y="1258345"/>
              <a:ext cx="1685700" cy="78600"/>
            </a:xfrm>
            <a:prstGeom prst="rect">
              <a:avLst/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6" name="Google Shape;4506;p72"/>
            <p:cNvSpPr/>
            <p:nvPr/>
          </p:nvSpPr>
          <p:spPr>
            <a:xfrm>
              <a:off x="1777683" y="2010641"/>
              <a:ext cx="1000200" cy="78600"/>
            </a:xfrm>
            <a:prstGeom prst="rect">
              <a:avLst/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7" name="Google Shape;4507;p72"/>
            <p:cNvSpPr/>
            <p:nvPr/>
          </p:nvSpPr>
          <p:spPr>
            <a:xfrm>
              <a:off x="1092070" y="1759876"/>
              <a:ext cx="657600" cy="78600"/>
            </a:xfrm>
            <a:prstGeom prst="rect">
              <a:avLst/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8" name="Google Shape;4508;p72"/>
            <p:cNvSpPr/>
            <p:nvPr/>
          </p:nvSpPr>
          <p:spPr>
            <a:xfrm>
              <a:off x="2463277" y="1759876"/>
              <a:ext cx="657600" cy="78600"/>
            </a:xfrm>
            <a:prstGeom prst="rect">
              <a:avLst/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4509" name="Google Shape;4509;p72"/>
          <p:cNvGraphicFramePr/>
          <p:nvPr>
            <p:extLst>
              <p:ext uri="{D42A27DB-BD31-4B8C-83A1-F6EECF244321}">
                <p14:modId xmlns:p14="http://schemas.microsoft.com/office/powerpoint/2010/main" val="3772463276"/>
              </p:ext>
            </p:extLst>
          </p:nvPr>
        </p:nvGraphicFramePr>
        <p:xfrm>
          <a:off x="7914484" y="1328400"/>
          <a:ext cx="3321732" cy="130190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30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9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9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10" name="Google Shape;4510;p72"/>
          <p:cNvGraphicFramePr/>
          <p:nvPr>
            <p:extLst>
              <p:ext uri="{D42A27DB-BD31-4B8C-83A1-F6EECF244321}">
                <p14:modId xmlns:p14="http://schemas.microsoft.com/office/powerpoint/2010/main" val="342103954"/>
              </p:ext>
            </p:extLst>
          </p:nvPr>
        </p:nvGraphicFramePr>
        <p:xfrm>
          <a:off x="4456767" y="2840600"/>
          <a:ext cx="3151200" cy="115809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8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0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94A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0E2A4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511" name="Google Shape;4511;p72"/>
          <p:cNvGrpSpPr/>
          <p:nvPr/>
        </p:nvGrpSpPr>
        <p:grpSpPr>
          <a:xfrm>
            <a:off x="5448672" y="3356124"/>
            <a:ext cx="2023248" cy="99280"/>
            <a:chOff x="3980086" y="2804397"/>
            <a:chExt cx="1227600" cy="66900"/>
          </a:xfrm>
        </p:grpSpPr>
        <p:sp>
          <p:nvSpPr>
            <p:cNvPr id="4512" name="Google Shape;4512;p72"/>
            <p:cNvSpPr/>
            <p:nvPr/>
          </p:nvSpPr>
          <p:spPr>
            <a:xfrm rot="5400000" flipH="1">
              <a:off x="4560736" y="2223904"/>
              <a:ext cx="66300" cy="12276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4F6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13" name="Google Shape;4513;p72"/>
            <p:cNvSpPr/>
            <p:nvPr/>
          </p:nvSpPr>
          <p:spPr>
            <a:xfrm rot="5400000" flipH="1">
              <a:off x="4086125" y="2698647"/>
              <a:ext cx="66900" cy="2784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514" name="Google Shape;4514;p72"/>
          <p:cNvGrpSpPr/>
          <p:nvPr/>
        </p:nvGrpSpPr>
        <p:grpSpPr>
          <a:xfrm>
            <a:off x="6282092" y="3746240"/>
            <a:ext cx="1190608" cy="99280"/>
            <a:chOff x="3980086" y="2804397"/>
            <a:chExt cx="1227600" cy="66900"/>
          </a:xfrm>
        </p:grpSpPr>
        <p:sp>
          <p:nvSpPr>
            <p:cNvPr id="4515" name="Google Shape;4515;p72"/>
            <p:cNvSpPr/>
            <p:nvPr/>
          </p:nvSpPr>
          <p:spPr>
            <a:xfrm rot="5400000" flipH="1">
              <a:off x="4560736" y="2223904"/>
              <a:ext cx="66300" cy="12276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F4F6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16" name="Google Shape;4516;p72"/>
            <p:cNvSpPr/>
            <p:nvPr/>
          </p:nvSpPr>
          <p:spPr>
            <a:xfrm rot="5400000" flipH="1">
              <a:off x="4086125" y="2698647"/>
              <a:ext cx="66900" cy="2784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517" name="Google Shape;4517;p72"/>
          <p:cNvGrpSpPr/>
          <p:nvPr/>
        </p:nvGrpSpPr>
        <p:grpSpPr>
          <a:xfrm>
            <a:off x="4459548" y="4224752"/>
            <a:ext cx="3150992" cy="1341257"/>
            <a:chOff x="3358415" y="3361302"/>
            <a:chExt cx="2363244" cy="1024695"/>
          </a:xfrm>
        </p:grpSpPr>
        <p:grpSp>
          <p:nvGrpSpPr>
            <p:cNvPr id="4518" name="Google Shape;4518;p72"/>
            <p:cNvGrpSpPr/>
            <p:nvPr/>
          </p:nvGrpSpPr>
          <p:grpSpPr>
            <a:xfrm>
              <a:off x="3358415" y="3361302"/>
              <a:ext cx="441300" cy="1024695"/>
              <a:chOff x="3358415" y="3361302"/>
              <a:chExt cx="441300" cy="1024695"/>
            </a:xfrm>
          </p:grpSpPr>
          <p:sp>
            <p:nvSpPr>
              <p:cNvPr id="4519" name="Google Shape;4519;p72"/>
              <p:cNvSpPr/>
              <p:nvPr/>
            </p:nvSpPr>
            <p:spPr>
              <a:xfrm>
                <a:off x="3358415" y="3361302"/>
                <a:ext cx="441300" cy="136500"/>
              </a:xfrm>
              <a:prstGeom prst="flowChartAlternateProcess">
                <a:avLst/>
              </a:pr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20" name="Google Shape;4520;p72"/>
              <p:cNvSpPr/>
              <p:nvPr/>
            </p:nvSpPr>
            <p:spPr>
              <a:xfrm>
                <a:off x="3358415" y="353894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21" name="Google Shape;4521;p72"/>
              <p:cNvSpPr/>
              <p:nvPr/>
            </p:nvSpPr>
            <p:spPr>
              <a:xfrm>
                <a:off x="3358415" y="3716591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22" name="Google Shape;4522;p72"/>
              <p:cNvSpPr/>
              <p:nvPr/>
            </p:nvSpPr>
            <p:spPr>
              <a:xfrm>
                <a:off x="3358415" y="389423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23" name="Google Shape;4523;p72"/>
              <p:cNvSpPr/>
              <p:nvPr/>
            </p:nvSpPr>
            <p:spPr>
              <a:xfrm>
                <a:off x="3358415" y="407186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24" name="Google Shape;4524;p72"/>
              <p:cNvSpPr/>
              <p:nvPr/>
            </p:nvSpPr>
            <p:spPr>
              <a:xfrm>
                <a:off x="3358415" y="424949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25" name="Google Shape;4525;p72"/>
            <p:cNvGrpSpPr/>
            <p:nvPr/>
          </p:nvGrpSpPr>
          <p:grpSpPr>
            <a:xfrm>
              <a:off x="3838901" y="3361302"/>
              <a:ext cx="441300" cy="1024695"/>
              <a:chOff x="3838901" y="3361302"/>
              <a:chExt cx="441300" cy="1024695"/>
            </a:xfrm>
          </p:grpSpPr>
          <p:sp>
            <p:nvSpPr>
              <p:cNvPr id="4526" name="Google Shape;4526;p72"/>
              <p:cNvSpPr/>
              <p:nvPr/>
            </p:nvSpPr>
            <p:spPr>
              <a:xfrm>
                <a:off x="3838901" y="3361302"/>
                <a:ext cx="441300" cy="136500"/>
              </a:xfrm>
              <a:prstGeom prst="flowChartAlternateProcess">
                <a:avLst/>
              </a:pr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27" name="Google Shape;4527;p72"/>
              <p:cNvSpPr/>
              <p:nvPr/>
            </p:nvSpPr>
            <p:spPr>
              <a:xfrm>
                <a:off x="3838901" y="353894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28" name="Google Shape;4528;p72"/>
              <p:cNvSpPr/>
              <p:nvPr/>
            </p:nvSpPr>
            <p:spPr>
              <a:xfrm>
                <a:off x="3838901" y="3716591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29" name="Google Shape;4529;p72"/>
              <p:cNvSpPr/>
              <p:nvPr/>
            </p:nvSpPr>
            <p:spPr>
              <a:xfrm>
                <a:off x="3838901" y="389423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30" name="Google Shape;4530;p72"/>
              <p:cNvSpPr/>
              <p:nvPr/>
            </p:nvSpPr>
            <p:spPr>
              <a:xfrm>
                <a:off x="3838901" y="407186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31" name="Google Shape;4531;p72"/>
              <p:cNvSpPr/>
              <p:nvPr/>
            </p:nvSpPr>
            <p:spPr>
              <a:xfrm>
                <a:off x="3838901" y="424949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32" name="Google Shape;4532;p72"/>
            <p:cNvGrpSpPr/>
            <p:nvPr/>
          </p:nvGrpSpPr>
          <p:grpSpPr>
            <a:xfrm>
              <a:off x="4319387" y="3361302"/>
              <a:ext cx="441300" cy="1024695"/>
              <a:chOff x="4319387" y="3361302"/>
              <a:chExt cx="441300" cy="1024695"/>
            </a:xfrm>
          </p:grpSpPr>
          <p:sp>
            <p:nvSpPr>
              <p:cNvPr id="4533" name="Google Shape;4533;p72"/>
              <p:cNvSpPr/>
              <p:nvPr/>
            </p:nvSpPr>
            <p:spPr>
              <a:xfrm>
                <a:off x="4319387" y="3361302"/>
                <a:ext cx="441300" cy="136500"/>
              </a:xfrm>
              <a:prstGeom prst="flowChartAlternateProcess">
                <a:avLst/>
              </a:pr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34" name="Google Shape;4534;p72"/>
              <p:cNvSpPr/>
              <p:nvPr/>
            </p:nvSpPr>
            <p:spPr>
              <a:xfrm>
                <a:off x="4319387" y="353894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35" name="Google Shape;4535;p72"/>
              <p:cNvSpPr/>
              <p:nvPr/>
            </p:nvSpPr>
            <p:spPr>
              <a:xfrm>
                <a:off x="4319387" y="3716591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36" name="Google Shape;4536;p72"/>
              <p:cNvSpPr/>
              <p:nvPr/>
            </p:nvSpPr>
            <p:spPr>
              <a:xfrm>
                <a:off x="4319387" y="389423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37" name="Google Shape;4537;p72"/>
              <p:cNvSpPr/>
              <p:nvPr/>
            </p:nvSpPr>
            <p:spPr>
              <a:xfrm>
                <a:off x="4319387" y="407186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38" name="Google Shape;4538;p72"/>
              <p:cNvSpPr/>
              <p:nvPr/>
            </p:nvSpPr>
            <p:spPr>
              <a:xfrm>
                <a:off x="4319387" y="424949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39" name="Google Shape;4539;p72"/>
            <p:cNvGrpSpPr/>
            <p:nvPr/>
          </p:nvGrpSpPr>
          <p:grpSpPr>
            <a:xfrm>
              <a:off x="4799873" y="3361302"/>
              <a:ext cx="441300" cy="1024695"/>
              <a:chOff x="4799873" y="3361302"/>
              <a:chExt cx="441300" cy="1024695"/>
            </a:xfrm>
          </p:grpSpPr>
          <p:sp>
            <p:nvSpPr>
              <p:cNvPr id="4540" name="Google Shape;4540;p72"/>
              <p:cNvSpPr/>
              <p:nvPr/>
            </p:nvSpPr>
            <p:spPr>
              <a:xfrm>
                <a:off x="4799873" y="3361302"/>
                <a:ext cx="441300" cy="136500"/>
              </a:xfrm>
              <a:prstGeom prst="flowChartAlternateProcess">
                <a:avLst/>
              </a:pr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41" name="Google Shape;4541;p72"/>
              <p:cNvSpPr/>
              <p:nvPr/>
            </p:nvSpPr>
            <p:spPr>
              <a:xfrm>
                <a:off x="4799873" y="353894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42" name="Google Shape;4542;p72"/>
              <p:cNvSpPr/>
              <p:nvPr/>
            </p:nvSpPr>
            <p:spPr>
              <a:xfrm>
                <a:off x="4799873" y="3716591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43" name="Google Shape;4543;p72"/>
              <p:cNvSpPr/>
              <p:nvPr/>
            </p:nvSpPr>
            <p:spPr>
              <a:xfrm>
                <a:off x="4799873" y="389423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44" name="Google Shape;4544;p72"/>
              <p:cNvSpPr/>
              <p:nvPr/>
            </p:nvSpPr>
            <p:spPr>
              <a:xfrm>
                <a:off x="4799873" y="407186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45" name="Google Shape;4545;p72"/>
              <p:cNvSpPr/>
              <p:nvPr/>
            </p:nvSpPr>
            <p:spPr>
              <a:xfrm>
                <a:off x="4799873" y="424949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46" name="Google Shape;4546;p72"/>
            <p:cNvGrpSpPr/>
            <p:nvPr/>
          </p:nvGrpSpPr>
          <p:grpSpPr>
            <a:xfrm>
              <a:off x="5280360" y="3361302"/>
              <a:ext cx="441300" cy="1024695"/>
              <a:chOff x="5280360" y="3361302"/>
              <a:chExt cx="441300" cy="1024695"/>
            </a:xfrm>
          </p:grpSpPr>
          <p:sp>
            <p:nvSpPr>
              <p:cNvPr id="4547" name="Google Shape;4547;p72"/>
              <p:cNvSpPr/>
              <p:nvPr/>
            </p:nvSpPr>
            <p:spPr>
              <a:xfrm>
                <a:off x="5280360" y="3361302"/>
                <a:ext cx="441300" cy="136500"/>
              </a:xfrm>
              <a:prstGeom prst="flowChartAlternateProcess">
                <a:avLst/>
              </a:pr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48" name="Google Shape;4548;p72"/>
              <p:cNvSpPr/>
              <p:nvPr/>
            </p:nvSpPr>
            <p:spPr>
              <a:xfrm>
                <a:off x="5280360" y="353894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49" name="Google Shape;4549;p72"/>
              <p:cNvSpPr/>
              <p:nvPr/>
            </p:nvSpPr>
            <p:spPr>
              <a:xfrm>
                <a:off x="5280360" y="3716591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50" name="Google Shape;4550;p72"/>
              <p:cNvSpPr/>
              <p:nvPr/>
            </p:nvSpPr>
            <p:spPr>
              <a:xfrm>
                <a:off x="5280360" y="389423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51" name="Google Shape;4551;p72"/>
              <p:cNvSpPr/>
              <p:nvPr/>
            </p:nvSpPr>
            <p:spPr>
              <a:xfrm>
                <a:off x="5280360" y="4071866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52" name="Google Shape;4552;p72"/>
              <p:cNvSpPr/>
              <p:nvPr/>
            </p:nvSpPr>
            <p:spPr>
              <a:xfrm>
                <a:off x="5280360" y="4249497"/>
                <a:ext cx="441300" cy="136500"/>
              </a:xfrm>
              <a:prstGeom prst="flowChartAlternateProcess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aphicFrame>
        <p:nvGraphicFramePr>
          <p:cNvPr id="4553" name="Google Shape;4553;p72"/>
          <p:cNvGraphicFramePr/>
          <p:nvPr>
            <p:extLst>
              <p:ext uri="{D42A27DB-BD31-4B8C-83A1-F6EECF244321}">
                <p14:modId xmlns:p14="http://schemas.microsoft.com/office/powerpoint/2010/main" val="1913595711"/>
              </p:ext>
            </p:extLst>
          </p:nvPr>
        </p:nvGraphicFramePr>
        <p:xfrm>
          <a:off x="948117" y="2840600"/>
          <a:ext cx="3204800" cy="117519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7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81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9FB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7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994A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300" noProof="0" dirty="0"/>
                    </a:p>
                  </a:txBody>
                  <a:tcPr marL="121900" marR="121900" marT="121900" marB="121900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BBC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554" name="Google Shape;4554;p72"/>
          <p:cNvGrpSpPr/>
          <p:nvPr/>
        </p:nvGrpSpPr>
        <p:grpSpPr>
          <a:xfrm>
            <a:off x="950151" y="4240233"/>
            <a:ext cx="3204819" cy="1341200"/>
            <a:chOff x="726450" y="3372825"/>
            <a:chExt cx="2403614" cy="1005900"/>
          </a:xfrm>
        </p:grpSpPr>
        <p:grpSp>
          <p:nvGrpSpPr>
            <p:cNvPr id="4555" name="Google Shape;4555;p72"/>
            <p:cNvGrpSpPr/>
            <p:nvPr/>
          </p:nvGrpSpPr>
          <p:grpSpPr>
            <a:xfrm>
              <a:off x="726450" y="3696000"/>
              <a:ext cx="2403614" cy="500898"/>
              <a:chOff x="726450" y="3696000"/>
              <a:chExt cx="2403614" cy="500898"/>
            </a:xfrm>
          </p:grpSpPr>
          <p:sp>
            <p:nvSpPr>
              <p:cNvPr id="4556" name="Google Shape;4556;p72"/>
              <p:cNvSpPr/>
              <p:nvPr/>
            </p:nvSpPr>
            <p:spPr>
              <a:xfrm>
                <a:off x="726450" y="3696000"/>
                <a:ext cx="2403600" cy="167100"/>
              </a:xfrm>
              <a:prstGeom prst="rect">
                <a:avLst/>
              </a:pr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57" name="Google Shape;4557;p72"/>
              <p:cNvSpPr/>
              <p:nvPr/>
            </p:nvSpPr>
            <p:spPr>
              <a:xfrm>
                <a:off x="726464" y="4029798"/>
                <a:ext cx="2403600" cy="167100"/>
              </a:xfrm>
              <a:prstGeom prst="rect">
                <a:avLst/>
              </a:pr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58" name="Google Shape;4558;p72"/>
            <p:cNvGrpSpPr/>
            <p:nvPr/>
          </p:nvGrpSpPr>
          <p:grpSpPr>
            <a:xfrm>
              <a:off x="1348050" y="3372825"/>
              <a:ext cx="1720425" cy="1005900"/>
              <a:chOff x="1348050" y="3372825"/>
              <a:chExt cx="1720425" cy="1005900"/>
            </a:xfrm>
          </p:grpSpPr>
          <p:sp>
            <p:nvSpPr>
              <p:cNvPr id="4559" name="Google Shape;4559;p72"/>
              <p:cNvSpPr/>
              <p:nvPr/>
            </p:nvSpPr>
            <p:spPr>
              <a:xfrm>
                <a:off x="1348050" y="3372825"/>
                <a:ext cx="307200" cy="1005900"/>
              </a:xfrm>
              <a:prstGeom prst="rect">
                <a:avLst/>
              </a:prstGeom>
              <a:solidFill>
                <a:srgbClr val="869FB1"/>
              </a:solidFill>
              <a:ln w="19050" cap="flat" cmpd="sng">
                <a:solidFill>
                  <a:srgbClr val="0E2A4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60" name="Google Shape;4560;p72"/>
              <p:cNvSpPr/>
              <p:nvPr/>
            </p:nvSpPr>
            <p:spPr>
              <a:xfrm>
                <a:off x="1701356" y="3372825"/>
                <a:ext cx="307200" cy="1005900"/>
              </a:xfrm>
              <a:prstGeom prst="rect">
                <a:avLst/>
              </a:prstGeom>
              <a:solidFill>
                <a:srgbClr val="869FB1"/>
              </a:solidFill>
              <a:ln w="19050" cap="flat" cmpd="sng">
                <a:solidFill>
                  <a:srgbClr val="0E2A4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61" name="Google Shape;4561;p72"/>
              <p:cNvSpPr/>
              <p:nvPr/>
            </p:nvSpPr>
            <p:spPr>
              <a:xfrm>
                <a:off x="2054663" y="3372825"/>
                <a:ext cx="307200" cy="1005900"/>
              </a:xfrm>
              <a:prstGeom prst="rect">
                <a:avLst/>
              </a:prstGeom>
              <a:solidFill>
                <a:srgbClr val="869FB1"/>
              </a:solidFill>
              <a:ln w="19050" cap="flat" cmpd="sng">
                <a:solidFill>
                  <a:srgbClr val="0E2A4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62" name="Google Shape;4562;p72"/>
              <p:cNvSpPr/>
              <p:nvPr/>
            </p:nvSpPr>
            <p:spPr>
              <a:xfrm>
                <a:off x="2407969" y="3372825"/>
                <a:ext cx="307200" cy="1005900"/>
              </a:xfrm>
              <a:prstGeom prst="rect">
                <a:avLst/>
              </a:prstGeom>
              <a:solidFill>
                <a:srgbClr val="869FB1"/>
              </a:solidFill>
              <a:ln w="19050" cap="flat" cmpd="sng">
                <a:solidFill>
                  <a:srgbClr val="0E2A4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63" name="Google Shape;4563;p72"/>
              <p:cNvSpPr/>
              <p:nvPr/>
            </p:nvSpPr>
            <p:spPr>
              <a:xfrm>
                <a:off x="2761275" y="3372825"/>
                <a:ext cx="307200" cy="1005900"/>
              </a:xfrm>
              <a:prstGeom prst="rect">
                <a:avLst/>
              </a:prstGeom>
              <a:solidFill>
                <a:srgbClr val="869FB1"/>
              </a:solidFill>
              <a:ln w="19050" cap="flat" cmpd="sng">
                <a:solidFill>
                  <a:srgbClr val="0E2A4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2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64" name="Google Shape;4564;p72"/>
            <p:cNvGrpSpPr/>
            <p:nvPr/>
          </p:nvGrpSpPr>
          <p:grpSpPr>
            <a:xfrm>
              <a:off x="1455707" y="3731058"/>
              <a:ext cx="1491150" cy="417657"/>
              <a:chOff x="1455707" y="3731058"/>
              <a:chExt cx="1491150" cy="417657"/>
            </a:xfrm>
          </p:grpSpPr>
          <p:grpSp>
            <p:nvGrpSpPr>
              <p:cNvPr id="4565" name="Google Shape;4565;p72"/>
              <p:cNvGrpSpPr/>
              <p:nvPr/>
            </p:nvGrpSpPr>
            <p:grpSpPr>
              <a:xfrm>
                <a:off x="1472938" y="3745828"/>
                <a:ext cx="72126" cy="53788"/>
                <a:chOff x="1472938" y="3745828"/>
                <a:chExt cx="72126" cy="53788"/>
              </a:xfrm>
            </p:grpSpPr>
            <p:sp>
              <p:nvSpPr>
                <p:cNvPr id="4566" name="Google Shape;4566;p72"/>
                <p:cNvSpPr/>
                <p:nvPr/>
              </p:nvSpPr>
              <p:spPr>
                <a:xfrm>
                  <a:off x="1472938" y="3763820"/>
                  <a:ext cx="60030" cy="35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6" h="5567" extrusionOk="0">
                      <a:moveTo>
                        <a:pt x="1876" y="0"/>
                      </a:moveTo>
                      <a:cubicBezTo>
                        <a:pt x="1831" y="0"/>
                        <a:pt x="1787" y="18"/>
                        <a:pt x="1751" y="54"/>
                      </a:cubicBezTo>
                      <a:lnTo>
                        <a:pt x="84" y="1721"/>
                      </a:lnTo>
                      <a:cubicBezTo>
                        <a:pt x="1" y="1804"/>
                        <a:pt x="1" y="1899"/>
                        <a:pt x="84" y="1983"/>
                      </a:cubicBezTo>
                      <a:lnTo>
                        <a:pt x="3263" y="5162"/>
                      </a:lnTo>
                      <a:cubicBezTo>
                        <a:pt x="3513" y="5412"/>
                        <a:pt x="3858" y="5566"/>
                        <a:pt x="4215" y="5566"/>
                      </a:cubicBezTo>
                      <a:cubicBezTo>
                        <a:pt x="4573" y="5566"/>
                        <a:pt x="4918" y="5435"/>
                        <a:pt x="5168" y="5162"/>
                      </a:cubicBezTo>
                      <a:lnTo>
                        <a:pt x="9252" y="1090"/>
                      </a:lnTo>
                      <a:cubicBezTo>
                        <a:pt x="9335" y="1006"/>
                        <a:pt x="9335" y="887"/>
                        <a:pt x="9276" y="828"/>
                      </a:cubicBezTo>
                      <a:cubicBezTo>
                        <a:pt x="9240" y="792"/>
                        <a:pt x="9195" y="774"/>
                        <a:pt x="9151" y="774"/>
                      </a:cubicBezTo>
                      <a:cubicBezTo>
                        <a:pt x="9106" y="774"/>
                        <a:pt x="9061" y="792"/>
                        <a:pt x="9026" y="828"/>
                      </a:cubicBezTo>
                      <a:lnTo>
                        <a:pt x="4942" y="4912"/>
                      </a:lnTo>
                      <a:cubicBezTo>
                        <a:pt x="4751" y="5102"/>
                        <a:pt x="4501" y="5209"/>
                        <a:pt x="4227" y="5209"/>
                      </a:cubicBezTo>
                      <a:cubicBezTo>
                        <a:pt x="3965" y="5209"/>
                        <a:pt x="3715" y="5102"/>
                        <a:pt x="3513" y="4912"/>
                      </a:cubicBezTo>
                      <a:lnTo>
                        <a:pt x="453" y="1840"/>
                      </a:lnTo>
                      <a:lnTo>
                        <a:pt x="1870" y="435"/>
                      </a:lnTo>
                      <a:lnTo>
                        <a:pt x="2370" y="935"/>
                      </a:lnTo>
                      <a:cubicBezTo>
                        <a:pt x="2406" y="971"/>
                        <a:pt x="2450" y="988"/>
                        <a:pt x="2495" y="988"/>
                      </a:cubicBezTo>
                      <a:cubicBezTo>
                        <a:pt x="2540" y="988"/>
                        <a:pt x="2584" y="971"/>
                        <a:pt x="2620" y="935"/>
                      </a:cubicBezTo>
                      <a:cubicBezTo>
                        <a:pt x="2703" y="863"/>
                        <a:pt x="2703" y="756"/>
                        <a:pt x="2620" y="685"/>
                      </a:cubicBezTo>
                      <a:lnTo>
                        <a:pt x="2001" y="54"/>
                      </a:lnTo>
                      <a:cubicBezTo>
                        <a:pt x="1965" y="18"/>
                        <a:pt x="1920" y="0"/>
                        <a:pt x="1876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67" name="Google Shape;4567;p72"/>
                <p:cNvSpPr/>
                <p:nvPr/>
              </p:nvSpPr>
              <p:spPr>
                <a:xfrm>
                  <a:off x="1490853" y="3745828"/>
                  <a:ext cx="54211" cy="34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1" h="5376" extrusionOk="0">
                      <a:moveTo>
                        <a:pt x="6585" y="0"/>
                      </a:moveTo>
                      <a:cubicBezTo>
                        <a:pt x="6540" y="0"/>
                        <a:pt x="6495" y="18"/>
                        <a:pt x="6454" y="54"/>
                      </a:cubicBezTo>
                      <a:lnTo>
                        <a:pt x="1548" y="4971"/>
                      </a:lnTo>
                      <a:cubicBezTo>
                        <a:pt x="1513" y="4995"/>
                        <a:pt x="1477" y="5007"/>
                        <a:pt x="1429" y="5007"/>
                      </a:cubicBezTo>
                      <a:cubicBezTo>
                        <a:pt x="1382" y="5007"/>
                        <a:pt x="1346" y="4995"/>
                        <a:pt x="1310" y="4971"/>
                      </a:cubicBezTo>
                      <a:lnTo>
                        <a:pt x="334" y="3983"/>
                      </a:lnTo>
                      <a:cubicBezTo>
                        <a:pt x="292" y="3947"/>
                        <a:pt x="248" y="3929"/>
                        <a:pt x="203" y="3929"/>
                      </a:cubicBezTo>
                      <a:cubicBezTo>
                        <a:pt x="158" y="3929"/>
                        <a:pt x="114" y="3947"/>
                        <a:pt x="72" y="3983"/>
                      </a:cubicBezTo>
                      <a:cubicBezTo>
                        <a:pt x="1" y="4054"/>
                        <a:pt x="1" y="4161"/>
                        <a:pt x="72" y="4245"/>
                      </a:cubicBezTo>
                      <a:lnTo>
                        <a:pt x="1060" y="5221"/>
                      </a:lnTo>
                      <a:cubicBezTo>
                        <a:pt x="1156" y="5328"/>
                        <a:pt x="1275" y="5376"/>
                        <a:pt x="1417" y="5376"/>
                      </a:cubicBezTo>
                      <a:cubicBezTo>
                        <a:pt x="1548" y="5376"/>
                        <a:pt x="1679" y="5316"/>
                        <a:pt x="1775" y="5221"/>
                      </a:cubicBezTo>
                      <a:lnTo>
                        <a:pt x="6549" y="447"/>
                      </a:lnTo>
                      <a:lnTo>
                        <a:pt x="7966" y="1852"/>
                      </a:lnTo>
                      <a:lnTo>
                        <a:pt x="6704" y="3126"/>
                      </a:lnTo>
                      <a:cubicBezTo>
                        <a:pt x="6621" y="3197"/>
                        <a:pt x="6621" y="3304"/>
                        <a:pt x="6704" y="3376"/>
                      </a:cubicBezTo>
                      <a:cubicBezTo>
                        <a:pt x="6740" y="3411"/>
                        <a:pt x="6784" y="3429"/>
                        <a:pt x="6829" y="3429"/>
                      </a:cubicBezTo>
                      <a:cubicBezTo>
                        <a:pt x="6874" y="3429"/>
                        <a:pt x="6918" y="3411"/>
                        <a:pt x="6954" y="3376"/>
                      </a:cubicBezTo>
                      <a:lnTo>
                        <a:pt x="8347" y="1983"/>
                      </a:lnTo>
                      <a:cubicBezTo>
                        <a:pt x="8383" y="1947"/>
                        <a:pt x="8395" y="1899"/>
                        <a:pt x="8395" y="1864"/>
                      </a:cubicBezTo>
                      <a:cubicBezTo>
                        <a:pt x="8430" y="1816"/>
                        <a:pt x="8406" y="1768"/>
                        <a:pt x="8383" y="1721"/>
                      </a:cubicBezTo>
                      <a:lnTo>
                        <a:pt x="6716" y="54"/>
                      </a:lnTo>
                      <a:cubicBezTo>
                        <a:pt x="6674" y="18"/>
                        <a:pt x="6629" y="0"/>
                        <a:pt x="658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68" name="Google Shape;4568;p72"/>
              <p:cNvGrpSpPr/>
              <p:nvPr/>
            </p:nvGrpSpPr>
            <p:grpSpPr>
              <a:xfrm>
                <a:off x="1819181" y="4089633"/>
                <a:ext cx="72126" cy="53788"/>
                <a:chOff x="1819181" y="4089633"/>
                <a:chExt cx="72126" cy="53788"/>
              </a:xfrm>
            </p:grpSpPr>
            <p:sp>
              <p:nvSpPr>
                <p:cNvPr id="4569" name="Google Shape;4569;p72"/>
                <p:cNvSpPr/>
                <p:nvPr/>
              </p:nvSpPr>
              <p:spPr>
                <a:xfrm>
                  <a:off x="1819181" y="4107625"/>
                  <a:ext cx="60030" cy="35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6" h="5567" extrusionOk="0">
                      <a:moveTo>
                        <a:pt x="1876" y="0"/>
                      </a:moveTo>
                      <a:cubicBezTo>
                        <a:pt x="1831" y="0"/>
                        <a:pt x="1787" y="18"/>
                        <a:pt x="1751" y="54"/>
                      </a:cubicBezTo>
                      <a:lnTo>
                        <a:pt x="84" y="1721"/>
                      </a:lnTo>
                      <a:cubicBezTo>
                        <a:pt x="1" y="1804"/>
                        <a:pt x="1" y="1899"/>
                        <a:pt x="84" y="1983"/>
                      </a:cubicBezTo>
                      <a:lnTo>
                        <a:pt x="3263" y="5162"/>
                      </a:lnTo>
                      <a:cubicBezTo>
                        <a:pt x="3513" y="5412"/>
                        <a:pt x="3858" y="5566"/>
                        <a:pt x="4215" y="5566"/>
                      </a:cubicBezTo>
                      <a:cubicBezTo>
                        <a:pt x="4573" y="5566"/>
                        <a:pt x="4918" y="5435"/>
                        <a:pt x="5168" y="5162"/>
                      </a:cubicBezTo>
                      <a:lnTo>
                        <a:pt x="9252" y="1090"/>
                      </a:lnTo>
                      <a:cubicBezTo>
                        <a:pt x="9335" y="1006"/>
                        <a:pt x="9335" y="887"/>
                        <a:pt x="9276" y="828"/>
                      </a:cubicBezTo>
                      <a:cubicBezTo>
                        <a:pt x="9240" y="792"/>
                        <a:pt x="9195" y="774"/>
                        <a:pt x="9151" y="774"/>
                      </a:cubicBezTo>
                      <a:cubicBezTo>
                        <a:pt x="9106" y="774"/>
                        <a:pt x="9061" y="792"/>
                        <a:pt x="9026" y="828"/>
                      </a:cubicBezTo>
                      <a:lnTo>
                        <a:pt x="4942" y="4912"/>
                      </a:lnTo>
                      <a:cubicBezTo>
                        <a:pt x="4751" y="5102"/>
                        <a:pt x="4501" y="5209"/>
                        <a:pt x="4227" y="5209"/>
                      </a:cubicBezTo>
                      <a:cubicBezTo>
                        <a:pt x="3965" y="5209"/>
                        <a:pt x="3715" y="5102"/>
                        <a:pt x="3513" y="4912"/>
                      </a:cubicBezTo>
                      <a:lnTo>
                        <a:pt x="453" y="1840"/>
                      </a:lnTo>
                      <a:lnTo>
                        <a:pt x="1870" y="435"/>
                      </a:lnTo>
                      <a:lnTo>
                        <a:pt x="2370" y="935"/>
                      </a:lnTo>
                      <a:cubicBezTo>
                        <a:pt x="2406" y="971"/>
                        <a:pt x="2450" y="988"/>
                        <a:pt x="2495" y="988"/>
                      </a:cubicBezTo>
                      <a:cubicBezTo>
                        <a:pt x="2540" y="988"/>
                        <a:pt x="2584" y="971"/>
                        <a:pt x="2620" y="935"/>
                      </a:cubicBezTo>
                      <a:cubicBezTo>
                        <a:pt x="2703" y="863"/>
                        <a:pt x="2703" y="756"/>
                        <a:pt x="2620" y="685"/>
                      </a:cubicBezTo>
                      <a:lnTo>
                        <a:pt x="2001" y="54"/>
                      </a:lnTo>
                      <a:cubicBezTo>
                        <a:pt x="1965" y="18"/>
                        <a:pt x="1920" y="0"/>
                        <a:pt x="1876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0" name="Google Shape;4570;p72"/>
                <p:cNvSpPr/>
                <p:nvPr/>
              </p:nvSpPr>
              <p:spPr>
                <a:xfrm>
                  <a:off x="1837096" y="4089633"/>
                  <a:ext cx="54211" cy="34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1" h="5376" extrusionOk="0">
                      <a:moveTo>
                        <a:pt x="6585" y="0"/>
                      </a:moveTo>
                      <a:cubicBezTo>
                        <a:pt x="6540" y="0"/>
                        <a:pt x="6495" y="18"/>
                        <a:pt x="6454" y="54"/>
                      </a:cubicBezTo>
                      <a:lnTo>
                        <a:pt x="1548" y="4971"/>
                      </a:lnTo>
                      <a:cubicBezTo>
                        <a:pt x="1513" y="4995"/>
                        <a:pt x="1477" y="5007"/>
                        <a:pt x="1429" y="5007"/>
                      </a:cubicBezTo>
                      <a:cubicBezTo>
                        <a:pt x="1382" y="5007"/>
                        <a:pt x="1346" y="4995"/>
                        <a:pt x="1310" y="4971"/>
                      </a:cubicBezTo>
                      <a:lnTo>
                        <a:pt x="334" y="3983"/>
                      </a:lnTo>
                      <a:cubicBezTo>
                        <a:pt x="292" y="3947"/>
                        <a:pt x="248" y="3929"/>
                        <a:pt x="203" y="3929"/>
                      </a:cubicBezTo>
                      <a:cubicBezTo>
                        <a:pt x="158" y="3929"/>
                        <a:pt x="114" y="3947"/>
                        <a:pt x="72" y="3983"/>
                      </a:cubicBezTo>
                      <a:cubicBezTo>
                        <a:pt x="1" y="4054"/>
                        <a:pt x="1" y="4161"/>
                        <a:pt x="72" y="4245"/>
                      </a:cubicBezTo>
                      <a:lnTo>
                        <a:pt x="1060" y="5221"/>
                      </a:lnTo>
                      <a:cubicBezTo>
                        <a:pt x="1156" y="5328"/>
                        <a:pt x="1275" y="5376"/>
                        <a:pt x="1417" y="5376"/>
                      </a:cubicBezTo>
                      <a:cubicBezTo>
                        <a:pt x="1548" y="5376"/>
                        <a:pt x="1679" y="5316"/>
                        <a:pt x="1775" y="5221"/>
                      </a:cubicBezTo>
                      <a:lnTo>
                        <a:pt x="6549" y="447"/>
                      </a:lnTo>
                      <a:lnTo>
                        <a:pt x="7966" y="1852"/>
                      </a:lnTo>
                      <a:lnTo>
                        <a:pt x="6704" y="3126"/>
                      </a:lnTo>
                      <a:cubicBezTo>
                        <a:pt x="6621" y="3197"/>
                        <a:pt x="6621" y="3304"/>
                        <a:pt x="6704" y="3376"/>
                      </a:cubicBezTo>
                      <a:cubicBezTo>
                        <a:pt x="6740" y="3411"/>
                        <a:pt x="6784" y="3429"/>
                        <a:pt x="6829" y="3429"/>
                      </a:cubicBezTo>
                      <a:cubicBezTo>
                        <a:pt x="6874" y="3429"/>
                        <a:pt x="6918" y="3411"/>
                        <a:pt x="6954" y="3376"/>
                      </a:cubicBezTo>
                      <a:lnTo>
                        <a:pt x="8347" y="1983"/>
                      </a:lnTo>
                      <a:cubicBezTo>
                        <a:pt x="8383" y="1947"/>
                        <a:pt x="8395" y="1899"/>
                        <a:pt x="8395" y="1864"/>
                      </a:cubicBezTo>
                      <a:cubicBezTo>
                        <a:pt x="8430" y="1816"/>
                        <a:pt x="8406" y="1768"/>
                        <a:pt x="8383" y="1721"/>
                      </a:cubicBezTo>
                      <a:lnTo>
                        <a:pt x="6716" y="54"/>
                      </a:lnTo>
                      <a:cubicBezTo>
                        <a:pt x="6674" y="18"/>
                        <a:pt x="6629" y="0"/>
                        <a:pt x="658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71" name="Google Shape;4571;p72"/>
              <p:cNvGrpSpPr/>
              <p:nvPr/>
            </p:nvGrpSpPr>
            <p:grpSpPr>
              <a:xfrm>
                <a:off x="1455707" y="4084171"/>
                <a:ext cx="64321" cy="64544"/>
                <a:chOff x="1455707" y="4084171"/>
                <a:chExt cx="64321" cy="64544"/>
              </a:xfrm>
            </p:grpSpPr>
            <p:sp>
              <p:nvSpPr>
                <p:cNvPr id="4572" name="Google Shape;4572;p72"/>
                <p:cNvSpPr/>
                <p:nvPr/>
              </p:nvSpPr>
              <p:spPr>
                <a:xfrm>
                  <a:off x="1478676" y="4084402"/>
                  <a:ext cx="41351" cy="6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10002" extrusionOk="0">
                      <a:moveTo>
                        <a:pt x="4025" y="0"/>
                      </a:moveTo>
                      <a:cubicBezTo>
                        <a:pt x="3870" y="0"/>
                        <a:pt x="3704" y="60"/>
                        <a:pt x="3608" y="179"/>
                      </a:cubicBezTo>
                      <a:lnTo>
                        <a:pt x="1465" y="2322"/>
                      </a:lnTo>
                      <a:lnTo>
                        <a:pt x="299" y="1167"/>
                      </a:lnTo>
                      <a:cubicBezTo>
                        <a:pt x="269" y="1138"/>
                        <a:pt x="227" y="1123"/>
                        <a:pt x="184" y="1123"/>
                      </a:cubicBezTo>
                      <a:cubicBezTo>
                        <a:pt x="141" y="1123"/>
                        <a:pt x="96" y="1138"/>
                        <a:pt x="60" y="1167"/>
                      </a:cubicBezTo>
                      <a:cubicBezTo>
                        <a:pt x="1" y="1227"/>
                        <a:pt x="1" y="1322"/>
                        <a:pt x="60" y="1405"/>
                      </a:cubicBezTo>
                      <a:lnTo>
                        <a:pt x="1346" y="2679"/>
                      </a:lnTo>
                      <a:cubicBezTo>
                        <a:pt x="1370" y="2715"/>
                        <a:pt x="1418" y="2727"/>
                        <a:pt x="1465" y="2727"/>
                      </a:cubicBezTo>
                      <a:cubicBezTo>
                        <a:pt x="1501" y="2727"/>
                        <a:pt x="1549" y="2715"/>
                        <a:pt x="1584" y="2679"/>
                      </a:cubicBezTo>
                      <a:lnTo>
                        <a:pt x="3847" y="417"/>
                      </a:lnTo>
                      <a:cubicBezTo>
                        <a:pt x="3882" y="370"/>
                        <a:pt x="3966" y="346"/>
                        <a:pt x="4037" y="346"/>
                      </a:cubicBezTo>
                      <a:cubicBezTo>
                        <a:pt x="4109" y="346"/>
                        <a:pt x="4168" y="370"/>
                        <a:pt x="4228" y="417"/>
                      </a:cubicBezTo>
                      <a:lnTo>
                        <a:pt x="6049" y="2239"/>
                      </a:lnTo>
                      <a:cubicBezTo>
                        <a:pt x="6085" y="2275"/>
                        <a:pt x="6121" y="2358"/>
                        <a:pt x="6121" y="2429"/>
                      </a:cubicBezTo>
                      <a:cubicBezTo>
                        <a:pt x="6121" y="2501"/>
                        <a:pt x="6085" y="2560"/>
                        <a:pt x="6049" y="2620"/>
                      </a:cubicBezTo>
                      <a:lnTo>
                        <a:pt x="3775" y="4882"/>
                      </a:lnTo>
                      <a:cubicBezTo>
                        <a:pt x="3716" y="4942"/>
                        <a:pt x="3716" y="5049"/>
                        <a:pt x="3775" y="5120"/>
                      </a:cubicBezTo>
                      <a:lnTo>
                        <a:pt x="6049" y="7382"/>
                      </a:lnTo>
                      <a:cubicBezTo>
                        <a:pt x="6085" y="7430"/>
                        <a:pt x="6121" y="7501"/>
                        <a:pt x="6121" y="7573"/>
                      </a:cubicBezTo>
                      <a:cubicBezTo>
                        <a:pt x="6121" y="7656"/>
                        <a:pt x="6085" y="7716"/>
                        <a:pt x="6049" y="7775"/>
                      </a:cubicBezTo>
                      <a:lnTo>
                        <a:pt x="4228" y="9585"/>
                      </a:lnTo>
                      <a:cubicBezTo>
                        <a:pt x="4174" y="9639"/>
                        <a:pt x="4103" y="9665"/>
                        <a:pt x="4033" y="9665"/>
                      </a:cubicBezTo>
                      <a:cubicBezTo>
                        <a:pt x="3963" y="9665"/>
                        <a:pt x="3894" y="9639"/>
                        <a:pt x="3847" y="9585"/>
                      </a:cubicBezTo>
                      <a:lnTo>
                        <a:pt x="2989" y="8740"/>
                      </a:lnTo>
                      <a:cubicBezTo>
                        <a:pt x="2960" y="8710"/>
                        <a:pt x="2921" y="8695"/>
                        <a:pt x="2879" y="8695"/>
                      </a:cubicBezTo>
                      <a:cubicBezTo>
                        <a:pt x="2838" y="8695"/>
                        <a:pt x="2793" y="8710"/>
                        <a:pt x="2751" y="8740"/>
                      </a:cubicBezTo>
                      <a:cubicBezTo>
                        <a:pt x="2692" y="8799"/>
                        <a:pt x="2692" y="8906"/>
                        <a:pt x="2751" y="8978"/>
                      </a:cubicBezTo>
                      <a:lnTo>
                        <a:pt x="3608" y="9823"/>
                      </a:lnTo>
                      <a:cubicBezTo>
                        <a:pt x="3728" y="9942"/>
                        <a:pt x="3870" y="10002"/>
                        <a:pt x="4025" y="10002"/>
                      </a:cubicBezTo>
                      <a:cubicBezTo>
                        <a:pt x="4168" y="10002"/>
                        <a:pt x="4335" y="9942"/>
                        <a:pt x="4442" y="9823"/>
                      </a:cubicBezTo>
                      <a:lnTo>
                        <a:pt x="6252" y="8013"/>
                      </a:lnTo>
                      <a:cubicBezTo>
                        <a:pt x="6371" y="7894"/>
                        <a:pt x="6430" y="7740"/>
                        <a:pt x="6430" y="7597"/>
                      </a:cubicBezTo>
                      <a:cubicBezTo>
                        <a:pt x="6430" y="7430"/>
                        <a:pt x="6371" y="7275"/>
                        <a:pt x="6252" y="7180"/>
                      </a:cubicBezTo>
                      <a:lnTo>
                        <a:pt x="4109" y="4977"/>
                      </a:lnTo>
                      <a:lnTo>
                        <a:pt x="6252" y="2834"/>
                      </a:lnTo>
                      <a:cubicBezTo>
                        <a:pt x="6371" y="2715"/>
                        <a:pt x="6430" y="2560"/>
                        <a:pt x="6430" y="2417"/>
                      </a:cubicBezTo>
                      <a:cubicBezTo>
                        <a:pt x="6430" y="2251"/>
                        <a:pt x="6371" y="2096"/>
                        <a:pt x="6252" y="2001"/>
                      </a:cubicBezTo>
                      <a:lnTo>
                        <a:pt x="4442" y="179"/>
                      </a:lnTo>
                      <a:cubicBezTo>
                        <a:pt x="4323" y="60"/>
                        <a:pt x="4168" y="0"/>
                        <a:pt x="402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3" name="Google Shape;4573;p72"/>
                <p:cNvSpPr/>
                <p:nvPr/>
              </p:nvSpPr>
              <p:spPr>
                <a:xfrm>
                  <a:off x="1455707" y="4084171"/>
                  <a:ext cx="39512" cy="64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9979" extrusionOk="0">
                      <a:moveTo>
                        <a:pt x="2477" y="1"/>
                      </a:moveTo>
                      <a:cubicBezTo>
                        <a:pt x="2311" y="1"/>
                        <a:pt x="2156" y="60"/>
                        <a:pt x="2061" y="179"/>
                      </a:cubicBezTo>
                      <a:lnTo>
                        <a:pt x="239" y="2001"/>
                      </a:lnTo>
                      <a:cubicBezTo>
                        <a:pt x="1" y="2239"/>
                        <a:pt x="1" y="2608"/>
                        <a:pt x="239" y="2846"/>
                      </a:cubicBezTo>
                      <a:lnTo>
                        <a:pt x="2382" y="4989"/>
                      </a:lnTo>
                      <a:lnTo>
                        <a:pt x="239" y="7133"/>
                      </a:lnTo>
                      <a:cubicBezTo>
                        <a:pt x="1" y="7371"/>
                        <a:pt x="1" y="7752"/>
                        <a:pt x="239" y="7990"/>
                      </a:cubicBezTo>
                      <a:lnTo>
                        <a:pt x="2061" y="9800"/>
                      </a:lnTo>
                      <a:cubicBezTo>
                        <a:pt x="2180" y="9919"/>
                        <a:pt x="2323" y="9978"/>
                        <a:pt x="2477" y="9978"/>
                      </a:cubicBezTo>
                      <a:cubicBezTo>
                        <a:pt x="2620" y="9978"/>
                        <a:pt x="2787" y="9919"/>
                        <a:pt x="2882" y="9800"/>
                      </a:cubicBezTo>
                      <a:lnTo>
                        <a:pt x="5037" y="7656"/>
                      </a:lnTo>
                      <a:lnTo>
                        <a:pt x="5859" y="8490"/>
                      </a:lnTo>
                      <a:cubicBezTo>
                        <a:pt x="5895" y="8520"/>
                        <a:pt x="5936" y="8535"/>
                        <a:pt x="5978" y="8535"/>
                      </a:cubicBezTo>
                      <a:cubicBezTo>
                        <a:pt x="6020" y="8535"/>
                        <a:pt x="6061" y="8520"/>
                        <a:pt x="6097" y="8490"/>
                      </a:cubicBezTo>
                      <a:cubicBezTo>
                        <a:pt x="6145" y="8430"/>
                        <a:pt x="6145" y="8323"/>
                        <a:pt x="6085" y="8264"/>
                      </a:cubicBezTo>
                      <a:lnTo>
                        <a:pt x="5156" y="7335"/>
                      </a:lnTo>
                      <a:cubicBezTo>
                        <a:pt x="5121" y="7299"/>
                        <a:pt x="5073" y="7287"/>
                        <a:pt x="5037" y="7287"/>
                      </a:cubicBezTo>
                      <a:cubicBezTo>
                        <a:pt x="4990" y="7287"/>
                        <a:pt x="4942" y="7299"/>
                        <a:pt x="4918" y="7335"/>
                      </a:cubicBezTo>
                      <a:lnTo>
                        <a:pt x="2656" y="9597"/>
                      </a:lnTo>
                      <a:cubicBezTo>
                        <a:pt x="2608" y="9633"/>
                        <a:pt x="2537" y="9669"/>
                        <a:pt x="2454" y="9669"/>
                      </a:cubicBezTo>
                      <a:cubicBezTo>
                        <a:pt x="2382" y="9669"/>
                        <a:pt x="2323" y="9633"/>
                        <a:pt x="2263" y="9597"/>
                      </a:cubicBezTo>
                      <a:lnTo>
                        <a:pt x="453" y="7776"/>
                      </a:lnTo>
                      <a:cubicBezTo>
                        <a:pt x="346" y="7668"/>
                        <a:pt x="346" y="7490"/>
                        <a:pt x="453" y="7395"/>
                      </a:cubicBezTo>
                      <a:lnTo>
                        <a:pt x="2716" y="5132"/>
                      </a:lnTo>
                      <a:cubicBezTo>
                        <a:pt x="2739" y="5097"/>
                        <a:pt x="2751" y="5049"/>
                        <a:pt x="2751" y="5013"/>
                      </a:cubicBezTo>
                      <a:cubicBezTo>
                        <a:pt x="2751" y="4966"/>
                        <a:pt x="2739" y="4918"/>
                        <a:pt x="2716" y="4894"/>
                      </a:cubicBezTo>
                      <a:lnTo>
                        <a:pt x="453" y="2632"/>
                      </a:lnTo>
                      <a:cubicBezTo>
                        <a:pt x="346" y="2525"/>
                        <a:pt x="346" y="2346"/>
                        <a:pt x="453" y="2239"/>
                      </a:cubicBezTo>
                      <a:lnTo>
                        <a:pt x="2263" y="417"/>
                      </a:lnTo>
                      <a:cubicBezTo>
                        <a:pt x="2311" y="382"/>
                        <a:pt x="2382" y="346"/>
                        <a:pt x="2454" y="346"/>
                      </a:cubicBezTo>
                      <a:cubicBezTo>
                        <a:pt x="2537" y="346"/>
                        <a:pt x="2597" y="382"/>
                        <a:pt x="2656" y="417"/>
                      </a:cubicBezTo>
                      <a:lnTo>
                        <a:pt x="3168" y="941"/>
                      </a:lnTo>
                      <a:cubicBezTo>
                        <a:pt x="3198" y="971"/>
                        <a:pt x="3239" y="986"/>
                        <a:pt x="3283" y="986"/>
                      </a:cubicBezTo>
                      <a:cubicBezTo>
                        <a:pt x="3326" y="986"/>
                        <a:pt x="3370" y="971"/>
                        <a:pt x="3406" y="941"/>
                      </a:cubicBezTo>
                      <a:cubicBezTo>
                        <a:pt x="3466" y="882"/>
                        <a:pt x="3466" y="775"/>
                        <a:pt x="3406" y="703"/>
                      </a:cubicBezTo>
                      <a:lnTo>
                        <a:pt x="2882" y="179"/>
                      </a:lnTo>
                      <a:cubicBezTo>
                        <a:pt x="2775" y="60"/>
                        <a:pt x="2620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74" name="Google Shape;4574;p72"/>
              <p:cNvGrpSpPr/>
              <p:nvPr/>
            </p:nvGrpSpPr>
            <p:grpSpPr>
              <a:xfrm>
                <a:off x="1818610" y="3731058"/>
                <a:ext cx="64321" cy="64544"/>
                <a:chOff x="1818610" y="3731058"/>
                <a:chExt cx="64321" cy="64544"/>
              </a:xfrm>
            </p:grpSpPr>
            <p:sp>
              <p:nvSpPr>
                <p:cNvPr id="4575" name="Google Shape;4575;p72"/>
                <p:cNvSpPr/>
                <p:nvPr/>
              </p:nvSpPr>
              <p:spPr>
                <a:xfrm>
                  <a:off x="1841579" y="3731290"/>
                  <a:ext cx="41351" cy="6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10002" extrusionOk="0">
                      <a:moveTo>
                        <a:pt x="4025" y="0"/>
                      </a:moveTo>
                      <a:cubicBezTo>
                        <a:pt x="3870" y="0"/>
                        <a:pt x="3704" y="60"/>
                        <a:pt x="3608" y="179"/>
                      </a:cubicBezTo>
                      <a:lnTo>
                        <a:pt x="1465" y="2322"/>
                      </a:lnTo>
                      <a:lnTo>
                        <a:pt x="299" y="1167"/>
                      </a:lnTo>
                      <a:cubicBezTo>
                        <a:pt x="269" y="1138"/>
                        <a:pt x="227" y="1123"/>
                        <a:pt x="184" y="1123"/>
                      </a:cubicBezTo>
                      <a:cubicBezTo>
                        <a:pt x="141" y="1123"/>
                        <a:pt x="96" y="1138"/>
                        <a:pt x="60" y="1167"/>
                      </a:cubicBezTo>
                      <a:cubicBezTo>
                        <a:pt x="1" y="1227"/>
                        <a:pt x="1" y="1322"/>
                        <a:pt x="60" y="1405"/>
                      </a:cubicBezTo>
                      <a:lnTo>
                        <a:pt x="1346" y="2679"/>
                      </a:lnTo>
                      <a:cubicBezTo>
                        <a:pt x="1370" y="2715"/>
                        <a:pt x="1418" y="2727"/>
                        <a:pt x="1465" y="2727"/>
                      </a:cubicBezTo>
                      <a:cubicBezTo>
                        <a:pt x="1501" y="2727"/>
                        <a:pt x="1549" y="2715"/>
                        <a:pt x="1584" y="2679"/>
                      </a:cubicBezTo>
                      <a:lnTo>
                        <a:pt x="3847" y="417"/>
                      </a:lnTo>
                      <a:cubicBezTo>
                        <a:pt x="3882" y="370"/>
                        <a:pt x="3966" y="346"/>
                        <a:pt x="4037" y="346"/>
                      </a:cubicBezTo>
                      <a:cubicBezTo>
                        <a:pt x="4109" y="346"/>
                        <a:pt x="4168" y="370"/>
                        <a:pt x="4228" y="417"/>
                      </a:cubicBezTo>
                      <a:lnTo>
                        <a:pt x="6049" y="2239"/>
                      </a:lnTo>
                      <a:cubicBezTo>
                        <a:pt x="6085" y="2275"/>
                        <a:pt x="6121" y="2358"/>
                        <a:pt x="6121" y="2429"/>
                      </a:cubicBezTo>
                      <a:cubicBezTo>
                        <a:pt x="6121" y="2501"/>
                        <a:pt x="6085" y="2560"/>
                        <a:pt x="6049" y="2620"/>
                      </a:cubicBezTo>
                      <a:lnTo>
                        <a:pt x="3775" y="4882"/>
                      </a:lnTo>
                      <a:cubicBezTo>
                        <a:pt x="3716" y="4942"/>
                        <a:pt x="3716" y="5049"/>
                        <a:pt x="3775" y="5120"/>
                      </a:cubicBezTo>
                      <a:lnTo>
                        <a:pt x="6049" y="7382"/>
                      </a:lnTo>
                      <a:cubicBezTo>
                        <a:pt x="6085" y="7430"/>
                        <a:pt x="6121" y="7501"/>
                        <a:pt x="6121" y="7573"/>
                      </a:cubicBezTo>
                      <a:cubicBezTo>
                        <a:pt x="6121" y="7656"/>
                        <a:pt x="6085" y="7716"/>
                        <a:pt x="6049" y="7775"/>
                      </a:cubicBezTo>
                      <a:lnTo>
                        <a:pt x="4228" y="9585"/>
                      </a:lnTo>
                      <a:cubicBezTo>
                        <a:pt x="4174" y="9639"/>
                        <a:pt x="4103" y="9665"/>
                        <a:pt x="4033" y="9665"/>
                      </a:cubicBezTo>
                      <a:cubicBezTo>
                        <a:pt x="3963" y="9665"/>
                        <a:pt x="3894" y="9639"/>
                        <a:pt x="3847" y="9585"/>
                      </a:cubicBezTo>
                      <a:lnTo>
                        <a:pt x="2989" y="8740"/>
                      </a:lnTo>
                      <a:cubicBezTo>
                        <a:pt x="2960" y="8710"/>
                        <a:pt x="2921" y="8695"/>
                        <a:pt x="2879" y="8695"/>
                      </a:cubicBezTo>
                      <a:cubicBezTo>
                        <a:pt x="2838" y="8695"/>
                        <a:pt x="2793" y="8710"/>
                        <a:pt x="2751" y="8740"/>
                      </a:cubicBezTo>
                      <a:cubicBezTo>
                        <a:pt x="2692" y="8799"/>
                        <a:pt x="2692" y="8906"/>
                        <a:pt x="2751" y="8978"/>
                      </a:cubicBezTo>
                      <a:lnTo>
                        <a:pt x="3608" y="9823"/>
                      </a:lnTo>
                      <a:cubicBezTo>
                        <a:pt x="3728" y="9942"/>
                        <a:pt x="3870" y="10002"/>
                        <a:pt x="4025" y="10002"/>
                      </a:cubicBezTo>
                      <a:cubicBezTo>
                        <a:pt x="4168" y="10002"/>
                        <a:pt x="4335" y="9942"/>
                        <a:pt x="4442" y="9823"/>
                      </a:cubicBezTo>
                      <a:lnTo>
                        <a:pt x="6252" y="8013"/>
                      </a:lnTo>
                      <a:cubicBezTo>
                        <a:pt x="6371" y="7894"/>
                        <a:pt x="6430" y="7740"/>
                        <a:pt x="6430" y="7597"/>
                      </a:cubicBezTo>
                      <a:cubicBezTo>
                        <a:pt x="6430" y="7430"/>
                        <a:pt x="6371" y="7275"/>
                        <a:pt x="6252" y="7180"/>
                      </a:cubicBezTo>
                      <a:lnTo>
                        <a:pt x="4109" y="4977"/>
                      </a:lnTo>
                      <a:lnTo>
                        <a:pt x="6252" y="2834"/>
                      </a:lnTo>
                      <a:cubicBezTo>
                        <a:pt x="6371" y="2715"/>
                        <a:pt x="6430" y="2560"/>
                        <a:pt x="6430" y="2417"/>
                      </a:cubicBezTo>
                      <a:cubicBezTo>
                        <a:pt x="6430" y="2251"/>
                        <a:pt x="6371" y="2096"/>
                        <a:pt x="6252" y="2001"/>
                      </a:cubicBezTo>
                      <a:lnTo>
                        <a:pt x="4442" y="179"/>
                      </a:lnTo>
                      <a:cubicBezTo>
                        <a:pt x="4323" y="60"/>
                        <a:pt x="4168" y="0"/>
                        <a:pt x="402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6" name="Google Shape;4576;p72"/>
                <p:cNvSpPr/>
                <p:nvPr/>
              </p:nvSpPr>
              <p:spPr>
                <a:xfrm>
                  <a:off x="1818610" y="3731058"/>
                  <a:ext cx="39512" cy="64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9979" extrusionOk="0">
                      <a:moveTo>
                        <a:pt x="2477" y="1"/>
                      </a:moveTo>
                      <a:cubicBezTo>
                        <a:pt x="2311" y="1"/>
                        <a:pt x="2156" y="60"/>
                        <a:pt x="2061" y="179"/>
                      </a:cubicBezTo>
                      <a:lnTo>
                        <a:pt x="239" y="2001"/>
                      </a:lnTo>
                      <a:cubicBezTo>
                        <a:pt x="1" y="2239"/>
                        <a:pt x="1" y="2608"/>
                        <a:pt x="239" y="2846"/>
                      </a:cubicBezTo>
                      <a:lnTo>
                        <a:pt x="2382" y="4989"/>
                      </a:lnTo>
                      <a:lnTo>
                        <a:pt x="239" y="7133"/>
                      </a:lnTo>
                      <a:cubicBezTo>
                        <a:pt x="1" y="7371"/>
                        <a:pt x="1" y="7752"/>
                        <a:pt x="239" y="7990"/>
                      </a:cubicBezTo>
                      <a:lnTo>
                        <a:pt x="2061" y="9800"/>
                      </a:lnTo>
                      <a:cubicBezTo>
                        <a:pt x="2180" y="9919"/>
                        <a:pt x="2323" y="9978"/>
                        <a:pt x="2477" y="9978"/>
                      </a:cubicBezTo>
                      <a:cubicBezTo>
                        <a:pt x="2620" y="9978"/>
                        <a:pt x="2787" y="9919"/>
                        <a:pt x="2882" y="9800"/>
                      </a:cubicBezTo>
                      <a:lnTo>
                        <a:pt x="5037" y="7656"/>
                      </a:lnTo>
                      <a:lnTo>
                        <a:pt x="5859" y="8490"/>
                      </a:lnTo>
                      <a:cubicBezTo>
                        <a:pt x="5895" y="8520"/>
                        <a:pt x="5936" y="8535"/>
                        <a:pt x="5978" y="8535"/>
                      </a:cubicBezTo>
                      <a:cubicBezTo>
                        <a:pt x="6020" y="8535"/>
                        <a:pt x="6061" y="8520"/>
                        <a:pt x="6097" y="8490"/>
                      </a:cubicBezTo>
                      <a:cubicBezTo>
                        <a:pt x="6145" y="8430"/>
                        <a:pt x="6145" y="8323"/>
                        <a:pt x="6085" y="8264"/>
                      </a:cubicBezTo>
                      <a:lnTo>
                        <a:pt x="5156" y="7335"/>
                      </a:lnTo>
                      <a:cubicBezTo>
                        <a:pt x="5121" y="7299"/>
                        <a:pt x="5073" y="7287"/>
                        <a:pt x="5037" y="7287"/>
                      </a:cubicBezTo>
                      <a:cubicBezTo>
                        <a:pt x="4990" y="7287"/>
                        <a:pt x="4942" y="7299"/>
                        <a:pt x="4918" y="7335"/>
                      </a:cubicBezTo>
                      <a:lnTo>
                        <a:pt x="2656" y="9597"/>
                      </a:lnTo>
                      <a:cubicBezTo>
                        <a:pt x="2608" y="9633"/>
                        <a:pt x="2537" y="9669"/>
                        <a:pt x="2454" y="9669"/>
                      </a:cubicBezTo>
                      <a:cubicBezTo>
                        <a:pt x="2382" y="9669"/>
                        <a:pt x="2323" y="9633"/>
                        <a:pt x="2263" y="9597"/>
                      </a:cubicBezTo>
                      <a:lnTo>
                        <a:pt x="453" y="7776"/>
                      </a:lnTo>
                      <a:cubicBezTo>
                        <a:pt x="346" y="7668"/>
                        <a:pt x="346" y="7490"/>
                        <a:pt x="453" y="7395"/>
                      </a:cubicBezTo>
                      <a:lnTo>
                        <a:pt x="2716" y="5132"/>
                      </a:lnTo>
                      <a:cubicBezTo>
                        <a:pt x="2739" y="5097"/>
                        <a:pt x="2751" y="5049"/>
                        <a:pt x="2751" y="5013"/>
                      </a:cubicBezTo>
                      <a:cubicBezTo>
                        <a:pt x="2751" y="4966"/>
                        <a:pt x="2739" y="4918"/>
                        <a:pt x="2716" y="4894"/>
                      </a:cubicBezTo>
                      <a:lnTo>
                        <a:pt x="453" y="2632"/>
                      </a:lnTo>
                      <a:cubicBezTo>
                        <a:pt x="346" y="2525"/>
                        <a:pt x="346" y="2346"/>
                        <a:pt x="453" y="2239"/>
                      </a:cubicBezTo>
                      <a:lnTo>
                        <a:pt x="2263" y="417"/>
                      </a:lnTo>
                      <a:cubicBezTo>
                        <a:pt x="2311" y="382"/>
                        <a:pt x="2382" y="346"/>
                        <a:pt x="2454" y="346"/>
                      </a:cubicBezTo>
                      <a:cubicBezTo>
                        <a:pt x="2537" y="346"/>
                        <a:pt x="2597" y="382"/>
                        <a:pt x="2656" y="417"/>
                      </a:cubicBezTo>
                      <a:lnTo>
                        <a:pt x="3168" y="941"/>
                      </a:lnTo>
                      <a:cubicBezTo>
                        <a:pt x="3198" y="971"/>
                        <a:pt x="3239" y="986"/>
                        <a:pt x="3283" y="986"/>
                      </a:cubicBezTo>
                      <a:cubicBezTo>
                        <a:pt x="3326" y="986"/>
                        <a:pt x="3370" y="971"/>
                        <a:pt x="3406" y="941"/>
                      </a:cubicBezTo>
                      <a:cubicBezTo>
                        <a:pt x="3466" y="882"/>
                        <a:pt x="3466" y="775"/>
                        <a:pt x="3406" y="703"/>
                      </a:cubicBezTo>
                      <a:lnTo>
                        <a:pt x="2882" y="179"/>
                      </a:lnTo>
                      <a:cubicBezTo>
                        <a:pt x="2775" y="60"/>
                        <a:pt x="2620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77" name="Google Shape;4577;p72"/>
              <p:cNvGrpSpPr/>
              <p:nvPr/>
            </p:nvGrpSpPr>
            <p:grpSpPr>
              <a:xfrm>
                <a:off x="2172491" y="4089633"/>
                <a:ext cx="72126" cy="53788"/>
                <a:chOff x="2172491" y="4089633"/>
                <a:chExt cx="72126" cy="53788"/>
              </a:xfrm>
            </p:grpSpPr>
            <p:sp>
              <p:nvSpPr>
                <p:cNvPr id="4578" name="Google Shape;4578;p72"/>
                <p:cNvSpPr/>
                <p:nvPr/>
              </p:nvSpPr>
              <p:spPr>
                <a:xfrm>
                  <a:off x="2172491" y="4107625"/>
                  <a:ext cx="60030" cy="35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6" h="5567" extrusionOk="0">
                      <a:moveTo>
                        <a:pt x="1876" y="0"/>
                      </a:moveTo>
                      <a:cubicBezTo>
                        <a:pt x="1831" y="0"/>
                        <a:pt x="1787" y="18"/>
                        <a:pt x="1751" y="54"/>
                      </a:cubicBezTo>
                      <a:lnTo>
                        <a:pt x="84" y="1721"/>
                      </a:lnTo>
                      <a:cubicBezTo>
                        <a:pt x="1" y="1804"/>
                        <a:pt x="1" y="1899"/>
                        <a:pt x="84" y="1983"/>
                      </a:cubicBezTo>
                      <a:lnTo>
                        <a:pt x="3263" y="5162"/>
                      </a:lnTo>
                      <a:cubicBezTo>
                        <a:pt x="3513" y="5412"/>
                        <a:pt x="3858" y="5566"/>
                        <a:pt x="4215" y="5566"/>
                      </a:cubicBezTo>
                      <a:cubicBezTo>
                        <a:pt x="4573" y="5566"/>
                        <a:pt x="4918" y="5435"/>
                        <a:pt x="5168" y="5162"/>
                      </a:cubicBezTo>
                      <a:lnTo>
                        <a:pt x="9252" y="1090"/>
                      </a:lnTo>
                      <a:cubicBezTo>
                        <a:pt x="9335" y="1006"/>
                        <a:pt x="9335" y="887"/>
                        <a:pt x="9276" y="828"/>
                      </a:cubicBezTo>
                      <a:cubicBezTo>
                        <a:pt x="9240" y="792"/>
                        <a:pt x="9195" y="774"/>
                        <a:pt x="9151" y="774"/>
                      </a:cubicBezTo>
                      <a:cubicBezTo>
                        <a:pt x="9106" y="774"/>
                        <a:pt x="9061" y="792"/>
                        <a:pt x="9026" y="828"/>
                      </a:cubicBezTo>
                      <a:lnTo>
                        <a:pt x="4942" y="4912"/>
                      </a:lnTo>
                      <a:cubicBezTo>
                        <a:pt x="4751" y="5102"/>
                        <a:pt x="4501" y="5209"/>
                        <a:pt x="4227" y="5209"/>
                      </a:cubicBezTo>
                      <a:cubicBezTo>
                        <a:pt x="3965" y="5209"/>
                        <a:pt x="3715" y="5102"/>
                        <a:pt x="3513" y="4912"/>
                      </a:cubicBezTo>
                      <a:lnTo>
                        <a:pt x="453" y="1840"/>
                      </a:lnTo>
                      <a:lnTo>
                        <a:pt x="1870" y="435"/>
                      </a:lnTo>
                      <a:lnTo>
                        <a:pt x="2370" y="935"/>
                      </a:lnTo>
                      <a:cubicBezTo>
                        <a:pt x="2406" y="971"/>
                        <a:pt x="2450" y="988"/>
                        <a:pt x="2495" y="988"/>
                      </a:cubicBezTo>
                      <a:cubicBezTo>
                        <a:pt x="2540" y="988"/>
                        <a:pt x="2584" y="971"/>
                        <a:pt x="2620" y="935"/>
                      </a:cubicBezTo>
                      <a:cubicBezTo>
                        <a:pt x="2703" y="863"/>
                        <a:pt x="2703" y="756"/>
                        <a:pt x="2620" y="685"/>
                      </a:cubicBezTo>
                      <a:lnTo>
                        <a:pt x="2001" y="54"/>
                      </a:lnTo>
                      <a:cubicBezTo>
                        <a:pt x="1965" y="18"/>
                        <a:pt x="1920" y="0"/>
                        <a:pt x="1876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9" name="Google Shape;4579;p72"/>
                <p:cNvSpPr/>
                <p:nvPr/>
              </p:nvSpPr>
              <p:spPr>
                <a:xfrm>
                  <a:off x="2190406" y="4089633"/>
                  <a:ext cx="54211" cy="34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1" h="5376" extrusionOk="0">
                      <a:moveTo>
                        <a:pt x="6585" y="0"/>
                      </a:moveTo>
                      <a:cubicBezTo>
                        <a:pt x="6540" y="0"/>
                        <a:pt x="6495" y="18"/>
                        <a:pt x="6454" y="54"/>
                      </a:cubicBezTo>
                      <a:lnTo>
                        <a:pt x="1548" y="4971"/>
                      </a:lnTo>
                      <a:cubicBezTo>
                        <a:pt x="1513" y="4995"/>
                        <a:pt x="1477" y="5007"/>
                        <a:pt x="1429" y="5007"/>
                      </a:cubicBezTo>
                      <a:cubicBezTo>
                        <a:pt x="1382" y="5007"/>
                        <a:pt x="1346" y="4995"/>
                        <a:pt x="1310" y="4971"/>
                      </a:cubicBezTo>
                      <a:lnTo>
                        <a:pt x="334" y="3983"/>
                      </a:lnTo>
                      <a:cubicBezTo>
                        <a:pt x="292" y="3947"/>
                        <a:pt x="248" y="3929"/>
                        <a:pt x="203" y="3929"/>
                      </a:cubicBezTo>
                      <a:cubicBezTo>
                        <a:pt x="158" y="3929"/>
                        <a:pt x="114" y="3947"/>
                        <a:pt x="72" y="3983"/>
                      </a:cubicBezTo>
                      <a:cubicBezTo>
                        <a:pt x="1" y="4054"/>
                        <a:pt x="1" y="4161"/>
                        <a:pt x="72" y="4245"/>
                      </a:cubicBezTo>
                      <a:lnTo>
                        <a:pt x="1060" y="5221"/>
                      </a:lnTo>
                      <a:cubicBezTo>
                        <a:pt x="1156" y="5328"/>
                        <a:pt x="1275" y="5376"/>
                        <a:pt x="1417" y="5376"/>
                      </a:cubicBezTo>
                      <a:cubicBezTo>
                        <a:pt x="1548" y="5376"/>
                        <a:pt x="1679" y="5316"/>
                        <a:pt x="1775" y="5221"/>
                      </a:cubicBezTo>
                      <a:lnTo>
                        <a:pt x="6549" y="447"/>
                      </a:lnTo>
                      <a:lnTo>
                        <a:pt x="7966" y="1852"/>
                      </a:lnTo>
                      <a:lnTo>
                        <a:pt x="6704" y="3126"/>
                      </a:lnTo>
                      <a:cubicBezTo>
                        <a:pt x="6621" y="3197"/>
                        <a:pt x="6621" y="3304"/>
                        <a:pt x="6704" y="3376"/>
                      </a:cubicBezTo>
                      <a:cubicBezTo>
                        <a:pt x="6740" y="3411"/>
                        <a:pt x="6784" y="3429"/>
                        <a:pt x="6829" y="3429"/>
                      </a:cubicBezTo>
                      <a:cubicBezTo>
                        <a:pt x="6874" y="3429"/>
                        <a:pt x="6918" y="3411"/>
                        <a:pt x="6954" y="3376"/>
                      </a:cubicBezTo>
                      <a:lnTo>
                        <a:pt x="8347" y="1983"/>
                      </a:lnTo>
                      <a:cubicBezTo>
                        <a:pt x="8383" y="1947"/>
                        <a:pt x="8395" y="1899"/>
                        <a:pt x="8395" y="1864"/>
                      </a:cubicBezTo>
                      <a:cubicBezTo>
                        <a:pt x="8430" y="1816"/>
                        <a:pt x="8406" y="1768"/>
                        <a:pt x="8383" y="1721"/>
                      </a:cubicBezTo>
                      <a:lnTo>
                        <a:pt x="6716" y="54"/>
                      </a:lnTo>
                      <a:cubicBezTo>
                        <a:pt x="6674" y="18"/>
                        <a:pt x="6629" y="0"/>
                        <a:pt x="658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80" name="Google Shape;4580;p72"/>
              <p:cNvGrpSpPr/>
              <p:nvPr/>
            </p:nvGrpSpPr>
            <p:grpSpPr>
              <a:xfrm>
                <a:off x="2171920" y="3731058"/>
                <a:ext cx="64321" cy="64544"/>
                <a:chOff x="2171920" y="3731058"/>
                <a:chExt cx="64321" cy="64544"/>
              </a:xfrm>
            </p:grpSpPr>
            <p:sp>
              <p:nvSpPr>
                <p:cNvPr id="4581" name="Google Shape;4581;p72"/>
                <p:cNvSpPr/>
                <p:nvPr/>
              </p:nvSpPr>
              <p:spPr>
                <a:xfrm>
                  <a:off x="2194889" y="3731290"/>
                  <a:ext cx="41351" cy="6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10002" extrusionOk="0">
                      <a:moveTo>
                        <a:pt x="4025" y="0"/>
                      </a:moveTo>
                      <a:cubicBezTo>
                        <a:pt x="3870" y="0"/>
                        <a:pt x="3704" y="60"/>
                        <a:pt x="3608" y="179"/>
                      </a:cubicBezTo>
                      <a:lnTo>
                        <a:pt x="1465" y="2322"/>
                      </a:lnTo>
                      <a:lnTo>
                        <a:pt x="299" y="1167"/>
                      </a:lnTo>
                      <a:cubicBezTo>
                        <a:pt x="269" y="1138"/>
                        <a:pt x="227" y="1123"/>
                        <a:pt x="184" y="1123"/>
                      </a:cubicBezTo>
                      <a:cubicBezTo>
                        <a:pt x="141" y="1123"/>
                        <a:pt x="96" y="1138"/>
                        <a:pt x="60" y="1167"/>
                      </a:cubicBezTo>
                      <a:cubicBezTo>
                        <a:pt x="1" y="1227"/>
                        <a:pt x="1" y="1322"/>
                        <a:pt x="60" y="1405"/>
                      </a:cubicBezTo>
                      <a:lnTo>
                        <a:pt x="1346" y="2679"/>
                      </a:lnTo>
                      <a:cubicBezTo>
                        <a:pt x="1370" y="2715"/>
                        <a:pt x="1418" y="2727"/>
                        <a:pt x="1465" y="2727"/>
                      </a:cubicBezTo>
                      <a:cubicBezTo>
                        <a:pt x="1501" y="2727"/>
                        <a:pt x="1549" y="2715"/>
                        <a:pt x="1584" y="2679"/>
                      </a:cubicBezTo>
                      <a:lnTo>
                        <a:pt x="3847" y="417"/>
                      </a:lnTo>
                      <a:cubicBezTo>
                        <a:pt x="3882" y="370"/>
                        <a:pt x="3966" y="346"/>
                        <a:pt x="4037" y="346"/>
                      </a:cubicBezTo>
                      <a:cubicBezTo>
                        <a:pt x="4109" y="346"/>
                        <a:pt x="4168" y="370"/>
                        <a:pt x="4228" y="417"/>
                      </a:cubicBezTo>
                      <a:lnTo>
                        <a:pt x="6049" y="2239"/>
                      </a:lnTo>
                      <a:cubicBezTo>
                        <a:pt x="6085" y="2275"/>
                        <a:pt x="6121" y="2358"/>
                        <a:pt x="6121" y="2429"/>
                      </a:cubicBezTo>
                      <a:cubicBezTo>
                        <a:pt x="6121" y="2501"/>
                        <a:pt x="6085" y="2560"/>
                        <a:pt x="6049" y="2620"/>
                      </a:cubicBezTo>
                      <a:lnTo>
                        <a:pt x="3775" y="4882"/>
                      </a:lnTo>
                      <a:cubicBezTo>
                        <a:pt x="3716" y="4942"/>
                        <a:pt x="3716" y="5049"/>
                        <a:pt x="3775" y="5120"/>
                      </a:cubicBezTo>
                      <a:lnTo>
                        <a:pt x="6049" y="7382"/>
                      </a:lnTo>
                      <a:cubicBezTo>
                        <a:pt x="6085" y="7430"/>
                        <a:pt x="6121" y="7501"/>
                        <a:pt x="6121" y="7573"/>
                      </a:cubicBezTo>
                      <a:cubicBezTo>
                        <a:pt x="6121" y="7656"/>
                        <a:pt x="6085" y="7716"/>
                        <a:pt x="6049" y="7775"/>
                      </a:cubicBezTo>
                      <a:lnTo>
                        <a:pt x="4228" y="9585"/>
                      </a:lnTo>
                      <a:cubicBezTo>
                        <a:pt x="4174" y="9639"/>
                        <a:pt x="4103" y="9665"/>
                        <a:pt x="4033" y="9665"/>
                      </a:cubicBezTo>
                      <a:cubicBezTo>
                        <a:pt x="3963" y="9665"/>
                        <a:pt x="3894" y="9639"/>
                        <a:pt x="3847" y="9585"/>
                      </a:cubicBezTo>
                      <a:lnTo>
                        <a:pt x="2989" y="8740"/>
                      </a:lnTo>
                      <a:cubicBezTo>
                        <a:pt x="2960" y="8710"/>
                        <a:pt x="2921" y="8695"/>
                        <a:pt x="2879" y="8695"/>
                      </a:cubicBezTo>
                      <a:cubicBezTo>
                        <a:pt x="2838" y="8695"/>
                        <a:pt x="2793" y="8710"/>
                        <a:pt x="2751" y="8740"/>
                      </a:cubicBezTo>
                      <a:cubicBezTo>
                        <a:pt x="2692" y="8799"/>
                        <a:pt x="2692" y="8906"/>
                        <a:pt x="2751" y="8978"/>
                      </a:cubicBezTo>
                      <a:lnTo>
                        <a:pt x="3608" y="9823"/>
                      </a:lnTo>
                      <a:cubicBezTo>
                        <a:pt x="3728" y="9942"/>
                        <a:pt x="3870" y="10002"/>
                        <a:pt x="4025" y="10002"/>
                      </a:cubicBezTo>
                      <a:cubicBezTo>
                        <a:pt x="4168" y="10002"/>
                        <a:pt x="4335" y="9942"/>
                        <a:pt x="4442" y="9823"/>
                      </a:cubicBezTo>
                      <a:lnTo>
                        <a:pt x="6252" y="8013"/>
                      </a:lnTo>
                      <a:cubicBezTo>
                        <a:pt x="6371" y="7894"/>
                        <a:pt x="6430" y="7740"/>
                        <a:pt x="6430" y="7597"/>
                      </a:cubicBezTo>
                      <a:cubicBezTo>
                        <a:pt x="6430" y="7430"/>
                        <a:pt x="6371" y="7275"/>
                        <a:pt x="6252" y="7180"/>
                      </a:cubicBezTo>
                      <a:lnTo>
                        <a:pt x="4109" y="4977"/>
                      </a:lnTo>
                      <a:lnTo>
                        <a:pt x="6252" y="2834"/>
                      </a:lnTo>
                      <a:cubicBezTo>
                        <a:pt x="6371" y="2715"/>
                        <a:pt x="6430" y="2560"/>
                        <a:pt x="6430" y="2417"/>
                      </a:cubicBezTo>
                      <a:cubicBezTo>
                        <a:pt x="6430" y="2251"/>
                        <a:pt x="6371" y="2096"/>
                        <a:pt x="6252" y="2001"/>
                      </a:cubicBezTo>
                      <a:lnTo>
                        <a:pt x="4442" y="179"/>
                      </a:lnTo>
                      <a:cubicBezTo>
                        <a:pt x="4323" y="60"/>
                        <a:pt x="4168" y="0"/>
                        <a:pt x="402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2" name="Google Shape;4582;p72"/>
                <p:cNvSpPr/>
                <p:nvPr/>
              </p:nvSpPr>
              <p:spPr>
                <a:xfrm>
                  <a:off x="2171920" y="3731058"/>
                  <a:ext cx="39512" cy="64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9979" extrusionOk="0">
                      <a:moveTo>
                        <a:pt x="2477" y="1"/>
                      </a:moveTo>
                      <a:cubicBezTo>
                        <a:pt x="2311" y="1"/>
                        <a:pt x="2156" y="60"/>
                        <a:pt x="2061" y="179"/>
                      </a:cubicBezTo>
                      <a:lnTo>
                        <a:pt x="239" y="2001"/>
                      </a:lnTo>
                      <a:cubicBezTo>
                        <a:pt x="1" y="2239"/>
                        <a:pt x="1" y="2608"/>
                        <a:pt x="239" y="2846"/>
                      </a:cubicBezTo>
                      <a:lnTo>
                        <a:pt x="2382" y="4989"/>
                      </a:lnTo>
                      <a:lnTo>
                        <a:pt x="239" y="7133"/>
                      </a:lnTo>
                      <a:cubicBezTo>
                        <a:pt x="1" y="7371"/>
                        <a:pt x="1" y="7752"/>
                        <a:pt x="239" y="7990"/>
                      </a:cubicBezTo>
                      <a:lnTo>
                        <a:pt x="2061" y="9800"/>
                      </a:lnTo>
                      <a:cubicBezTo>
                        <a:pt x="2180" y="9919"/>
                        <a:pt x="2323" y="9978"/>
                        <a:pt x="2477" y="9978"/>
                      </a:cubicBezTo>
                      <a:cubicBezTo>
                        <a:pt x="2620" y="9978"/>
                        <a:pt x="2787" y="9919"/>
                        <a:pt x="2882" y="9800"/>
                      </a:cubicBezTo>
                      <a:lnTo>
                        <a:pt x="5037" y="7656"/>
                      </a:lnTo>
                      <a:lnTo>
                        <a:pt x="5859" y="8490"/>
                      </a:lnTo>
                      <a:cubicBezTo>
                        <a:pt x="5895" y="8520"/>
                        <a:pt x="5936" y="8535"/>
                        <a:pt x="5978" y="8535"/>
                      </a:cubicBezTo>
                      <a:cubicBezTo>
                        <a:pt x="6020" y="8535"/>
                        <a:pt x="6061" y="8520"/>
                        <a:pt x="6097" y="8490"/>
                      </a:cubicBezTo>
                      <a:cubicBezTo>
                        <a:pt x="6145" y="8430"/>
                        <a:pt x="6145" y="8323"/>
                        <a:pt x="6085" y="8264"/>
                      </a:cubicBezTo>
                      <a:lnTo>
                        <a:pt x="5156" y="7335"/>
                      </a:lnTo>
                      <a:cubicBezTo>
                        <a:pt x="5121" y="7299"/>
                        <a:pt x="5073" y="7287"/>
                        <a:pt x="5037" y="7287"/>
                      </a:cubicBezTo>
                      <a:cubicBezTo>
                        <a:pt x="4990" y="7287"/>
                        <a:pt x="4942" y="7299"/>
                        <a:pt x="4918" y="7335"/>
                      </a:cubicBezTo>
                      <a:lnTo>
                        <a:pt x="2656" y="9597"/>
                      </a:lnTo>
                      <a:cubicBezTo>
                        <a:pt x="2608" y="9633"/>
                        <a:pt x="2537" y="9669"/>
                        <a:pt x="2454" y="9669"/>
                      </a:cubicBezTo>
                      <a:cubicBezTo>
                        <a:pt x="2382" y="9669"/>
                        <a:pt x="2323" y="9633"/>
                        <a:pt x="2263" y="9597"/>
                      </a:cubicBezTo>
                      <a:lnTo>
                        <a:pt x="453" y="7776"/>
                      </a:lnTo>
                      <a:cubicBezTo>
                        <a:pt x="346" y="7668"/>
                        <a:pt x="346" y="7490"/>
                        <a:pt x="453" y="7395"/>
                      </a:cubicBezTo>
                      <a:lnTo>
                        <a:pt x="2716" y="5132"/>
                      </a:lnTo>
                      <a:cubicBezTo>
                        <a:pt x="2739" y="5097"/>
                        <a:pt x="2751" y="5049"/>
                        <a:pt x="2751" y="5013"/>
                      </a:cubicBezTo>
                      <a:cubicBezTo>
                        <a:pt x="2751" y="4966"/>
                        <a:pt x="2739" y="4918"/>
                        <a:pt x="2716" y="4894"/>
                      </a:cubicBezTo>
                      <a:lnTo>
                        <a:pt x="453" y="2632"/>
                      </a:lnTo>
                      <a:cubicBezTo>
                        <a:pt x="346" y="2525"/>
                        <a:pt x="346" y="2346"/>
                        <a:pt x="453" y="2239"/>
                      </a:cubicBezTo>
                      <a:lnTo>
                        <a:pt x="2263" y="417"/>
                      </a:lnTo>
                      <a:cubicBezTo>
                        <a:pt x="2311" y="382"/>
                        <a:pt x="2382" y="346"/>
                        <a:pt x="2454" y="346"/>
                      </a:cubicBezTo>
                      <a:cubicBezTo>
                        <a:pt x="2537" y="346"/>
                        <a:pt x="2597" y="382"/>
                        <a:pt x="2656" y="417"/>
                      </a:cubicBezTo>
                      <a:lnTo>
                        <a:pt x="3168" y="941"/>
                      </a:lnTo>
                      <a:cubicBezTo>
                        <a:pt x="3198" y="971"/>
                        <a:pt x="3239" y="986"/>
                        <a:pt x="3283" y="986"/>
                      </a:cubicBezTo>
                      <a:cubicBezTo>
                        <a:pt x="3326" y="986"/>
                        <a:pt x="3370" y="971"/>
                        <a:pt x="3406" y="941"/>
                      </a:cubicBezTo>
                      <a:cubicBezTo>
                        <a:pt x="3466" y="882"/>
                        <a:pt x="3466" y="775"/>
                        <a:pt x="3406" y="703"/>
                      </a:cubicBezTo>
                      <a:lnTo>
                        <a:pt x="2882" y="179"/>
                      </a:lnTo>
                      <a:cubicBezTo>
                        <a:pt x="2775" y="60"/>
                        <a:pt x="2620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83" name="Google Shape;4583;p72"/>
              <p:cNvGrpSpPr/>
              <p:nvPr/>
            </p:nvGrpSpPr>
            <p:grpSpPr>
              <a:xfrm>
                <a:off x="2874730" y="3745828"/>
                <a:ext cx="72126" cy="53788"/>
                <a:chOff x="2874730" y="3745828"/>
                <a:chExt cx="72126" cy="53788"/>
              </a:xfrm>
            </p:grpSpPr>
            <p:sp>
              <p:nvSpPr>
                <p:cNvPr id="4584" name="Google Shape;4584;p72"/>
                <p:cNvSpPr/>
                <p:nvPr/>
              </p:nvSpPr>
              <p:spPr>
                <a:xfrm>
                  <a:off x="2874730" y="3763820"/>
                  <a:ext cx="60030" cy="35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6" h="5567" extrusionOk="0">
                      <a:moveTo>
                        <a:pt x="1876" y="0"/>
                      </a:moveTo>
                      <a:cubicBezTo>
                        <a:pt x="1831" y="0"/>
                        <a:pt x="1787" y="18"/>
                        <a:pt x="1751" y="54"/>
                      </a:cubicBezTo>
                      <a:lnTo>
                        <a:pt x="84" y="1721"/>
                      </a:lnTo>
                      <a:cubicBezTo>
                        <a:pt x="1" y="1804"/>
                        <a:pt x="1" y="1899"/>
                        <a:pt x="84" y="1983"/>
                      </a:cubicBezTo>
                      <a:lnTo>
                        <a:pt x="3263" y="5162"/>
                      </a:lnTo>
                      <a:cubicBezTo>
                        <a:pt x="3513" y="5412"/>
                        <a:pt x="3858" y="5566"/>
                        <a:pt x="4215" y="5566"/>
                      </a:cubicBezTo>
                      <a:cubicBezTo>
                        <a:pt x="4573" y="5566"/>
                        <a:pt x="4918" y="5435"/>
                        <a:pt x="5168" y="5162"/>
                      </a:cubicBezTo>
                      <a:lnTo>
                        <a:pt x="9252" y="1090"/>
                      </a:lnTo>
                      <a:cubicBezTo>
                        <a:pt x="9335" y="1006"/>
                        <a:pt x="9335" y="887"/>
                        <a:pt x="9276" y="828"/>
                      </a:cubicBezTo>
                      <a:cubicBezTo>
                        <a:pt x="9240" y="792"/>
                        <a:pt x="9195" y="774"/>
                        <a:pt x="9151" y="774"/>
                      </a:cubicBezTo>
                      <a:cubicBezTo>
                        <a:pt x="9106" y="774"/>
                        <a:pt x="9061" y="792"/>
                        <a:pt x="9026" y="828"/>
                      </a:cubicBezTo>
                      <a:lnTo>
                        <a:pt x="4942" y="4912"/>
                      </a:lnTo>
                      <a:cubicBezTo>
                        <a:pt x="4751" y="5102"/>
                        <a:pt x="4501" y="5209"/>
                        <a:pt x="4227" y="5209"/>
                      </a:cubicBezTo>
                      <a:cubicBezTo>
                        <a:pt x="3965" y="5209"/>
                        <a:pt x="3715" y="5102"/>
                        <a:pt x="3513" y="4912"/>
                      </a:cubicBezTo>
                      <a:lnTo>
                        <a:pt x="453" y="1840"/>
                      </a:lnTo>
                      <a:lnTo>
                        <a:pt x="1870" y="435"/>
                      </a:lnTo>
                      <a:lnTo>
                        <a:pt x="2370" y="935"/>
                      </a:lnTo>
                      <a:cubicBezTo>
                        <a:pt x="2406" y="971"/>
                        <a:pt x="2450" y="988"/>
                        <a:pt x="2495" y="988"/>
                      </a:cubicBezTo>
                      <a:cubicBezTo>
                        <a:pt x="2540" y="988"/>
                        <a:pt x="2584" y="971"/>
                        <a:pt x="2620" y="935"/>
                      </a:cubicBezTo>
                      <a:cubicBezTo>
                        <a:pt x="2703" y="863"/>
                        <a:pt x="2703" y="756"/>
                        <a:pt x="2620" y="685"/>
                      </a:cubicBezTo>
                      <a:lnTo>
                        <a:pt x="2001" y="54"/>
                      </a:lnTo>
                      <a:cubicBezTo>
                        <a:pt x="1965" y="18"/>
                        <a:pt x="1920" y="0"/>
                        <a:pt x="1876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5" name="Google Shape;4585;p72"/>
                <p:cNvSpPr/>
                <p:nvPr/>
              </p:nvSpPr>
              <p:spPr>
                <a:xfrm>
                  <a:off x="2892645" y="3745828"/>
                  <a:ext cx="54211" cy="34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1" h="5376" extrusionOk="0">
                      <a:moveTo>
                        <a:pt x="6585" y="0"/>
                      </a:moveTo>
                      <a:cubicBezTo>
                        <a:pt x="6540" y="0"/>
                        <a:pt x="6495" y="18"/>
                        <a:pt x="6454" y="54"/>
                      </a:cubicBezTo>
                      <a:lnTo>
                        <a:pt x="1548" y="4971"/>
                      </a:lnTo>
                      <a:cubicBezTo>
                        <a:pt x="1513" y="4995"/>
                        <a:pt x="1477" y="5007"/>
                        <a:pt x="1429" y="5007"/>
                      </a:cubicBezTo>
                      <a:cubicBezTo>
                        <a:pt x="1382" y="5007"/>
                        <a:pt x="1346" y="4995"/>
                        <a:pt x="1310" y="4971"/>
                      </a:cubicBezTo>
                      <a:lnTo>
                        <a:pt x="334" y="3983"/>
                      </a:lnTo>
                      <a:cubicBezTo>
                        <a:pt x="292" y="3947"/>
                        <a:pt x="248" y="3929"/>
                        <a:pt x="203" y="3929"/>
                      </a:cubicBezTo>
                      <a:cubicBezTo>
                        <a:pt x="158" y="3929"/>
                        <a:pt x="114" y="3947"/>
                        <a:pt x="72" y="3983"/>
                      </a:cubicBezTo>
                      <a:cubicBezTo>
                        <a:pt x="1" y="4054"/>
                        <a:pt x="1" y="4161"/>
                        <a:pt x="72" y="4245"/>
                      </a:cubicBezTo>
                      <a:lnTo>
                        <a:pt x="1060" y="5221"/>
                      </a:lnTo>
                      <a:cubicBezTo>
                        <a:pt x="1156" y="5328"/>
                        <a:pt x="1275" y="5376"/>
                        <a:pt x="1417" y="5376"/>
                      </a:cubicBezTo>
                      <a:cubicBezTo>
                        <a:pt x="1548" y="5376"/>
                        <a:pt x="1679" y="5316"/>
                        <a:pt x="1775" y="5221"/>
                      </a:cubicBezTo>
                      <a:lnTo>
                        <a:pt x="6549" y="447"/>
                      </a:lnTo>
                      <a:lnTo>
                        <a:pt x="7966" y="1852"/>
                      </a:lnTo>
                      <a:lnTo>
                        <a:pt x="6704" y="3126"/>
                      </a:lnTo>
                      <a:cubicBezTo>
                        <a:pt x="6621" y="3197"/>
                        <a:pt x="6621" y="3304"/>
                        <a:pt x="6704" y="3376"/>
                      </a:cubicBezTo>
                      <a:cubicBezTo>
                        <a:pt x="6740" y="3411"/>
                        <a:pt x="6784" y="3429"/>
                        <a:pt x="6829" y="3429"/>
                      </a:cubicBezTo>
                      <a:cubicBezTo>
                        <a:pt x="6874" y="3429"/>
                        <a:pt x="6918" y="3411"/>
                        <a:pt x="6954" y="3376"/>
                      </a:cubicBezTo>
                      <a:lnTo>
                        <a:pt x="8347" y="1983"/>
                      </a:lnTo>
                      <a:cubicBezTo>
                        <a:pt x="8383" y="1947"/>
                        <a:pt x="8395" y="1899"/>
                        <a:pt x="8395" y="1864"/>
                      </a:cubicBezTo>
                      <a:cubicBezTo>
                        <a:pt x="8430" y="1816"/>
                        <a:pt x="8406" y="1768"/>
                        <a:pt x="8383" y="1721"/>
                      </a:cubicBezTo>
                      <a:lnTo>
                        <a:pt x="6716" y="54"/>
                      </a:lnTo>
                      <a:cubicBezTo>
                        <a:pt x="6674" y="18"/>
                        <a:pt x="6629" y="0"/>
                        <a:pt x="658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86" name="Google Shape;4586;p72"/>
              <p:cNvGrpSpPr/>
              <p:nvPr/>
            </p:nvGrpSpPr>
            <p:grpSpPr>
              <a:xfrm>
                <a:off x="2878589" y="4081481"/>
                <a:ext cx="64321" cy="64544"/>
                <a:chOff x="2878589" y="4081481"/>
                <a:chExt cx="64321" cy="64544"/>
              </a:xfrm>
            </p:grpSpPr>
            <p:sp>
              <p:nvSpPr>
                <p:cNvPr id="4587" name="Google Shape;4587;p72"/>
                <p:cNvSpPr/>
                <p:nvPr/>
              </p:nvSpPr>
              <p:spPr>
                <a:xfrm>
                  <a:off x="2901559" y="4081712"/>
                  <a:ext cx="41351" cy="6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10002" extrusionOk="0">
                      <a:moveTo>
                        <a:pt x="4025" y="0"/>
                      </a:moveTo>
                      <a:cubicBezTo>
                        <a:pt x="3870" y="0"/>
                        <a:pt x="3704" y="60"/>
                        <a:pt x="3608" y="179"/>
                      </a:cubicBezTo>
                      <a:lnTo>
                        <a:pt x="1465" y="2322"/>
                      </a:lnTo>
                      <a:lnTo>
                        <a:pt x="299" y="1167"/>
                      </a:lnTo>
                      <a:cubicBezTo>
                        <a:pt x="269" y="1138"/>
                        <a:pt x="227" y="1123"/>
                        <a:pt x="184" y="1123"/>
                      </a:cubicBezTo>
                      <a:cubicBezTo>
                        <a:pt x="141" y="1123"/>
                        <a:pt x="96" y="1138"/>
                        <a:pt x="60" y="1167"/>
                      </a:cubicBezTo>
                      <a:cubicBezTo>
                        <a:pt x="1" y="1227"/>
                        <a:pt x="1" y="1322"/>
                        <a:pt x="60" y="1405"/>
                      </a:cubicBezTo>
                      <a:lnTo>
                        <a:pt x="1346" y="2679"/>
                      </a:lnTo>
                      <a:cubicBezTo>
                        <a:pt x="1370" y="2715"/>
                        <a:pt x="1418" y="2727"/>
                        <a:pt x="1465" y="2727"/>
                      </a:cubicBezTo>
                      <a:cubicBezTo>
                        <a:pt x="1501" y="2727"/>
                        <a:pt x="1549" y="2715"/>
                        <a:pt x="1584" y="2679"/>
                      </a:cubicBezTo>
                      <a:lnTo>
                        <a:pt x="3847" y="417"/>
                      </a:lnTo>
                      <a:cubicBezTo>
                        <a:pt x="3882" y="370"/>
                        <a:pt x="3966" y="346"/>
                        <a:pt x="4037" y="346"/>
                      </a:cubicBezTo>
                      <a:cubicBezTo>
                        <a:pt x="4109" y="346"/>
                        <a:pt x="4168" y="370"/>
                        <a:pt x="4228" y="417"/>
                      </a:cubicBezTo>
                      <a:lnTo>
                        <a:pt x="6049" y="2239"/>
                      </a:lnTo>
                      <a:cubicBezTo>
                        <a:pt x="6085" y="2275"/>
                        <a:pt x="6121" y="2358"/>
                        <a:pt x="6121" y="2429"/>
                      </a:cubicBezTo>
                      <a:cubicBezTo>
                        <a:pt x="6121" y="2501"/>
                        <a:pt x="6085" y="2560"/>
                        <a:pt x="6049" y="2620"/>
                      </a:cubicBezTo>
                      <a:lnTo>
                        <a:pt x="3775" y="4882"/>
                      </a:lnTo>
                      <a:cubicBezTo>
                        <a:pt x="3716" y="4942"/>
                        <a:pt x="3716" y="5049"/>
                        <a:pt x="3775" y="5120"/>
                      </a:cubicBezTo>
                      <a:lnTo>
                        <a:pt x="6049" y="7382"/>
                      </a:lnTo>
                      <a:cubicBezTo>
                        <a:pt x="6085" y="7430"/>
                        <a:pt x="6121" y="7501"/>
                        <a:pt x="6121" y="7573"/>
                      </a:cubicBezTo>
                      <a:cubicBezTo>
                        <a:pt x="6121" y="7656"/>
                        <a:pt x="6085" y="7716"/>
                        <a:pt x="6049" y="7775"/>
                      </a:cubicBezTo>
                      <a:lnTo>
                        <a:pt x="4228" y="9585"/>
                      </a:lnTo>
                      <a:cubicBezTo>
                        <a:pt x="4174" y="9639"/>
                        <a:pt x="4103" y="9665"/>
                        <a:pt x="4033" y="9665"/>
                      </a:cubicBezTo>
                      <a:cubicBezTo>
                        <a:pt x="3963" y="9665"/>
                        <a:pt x="3894" y="9639"/>
                        <a:pt x="3847" y="9585"/>
                      </a:cubicBezTo>
                      <a:lnTo>
                        <a:pt x="2989" y="8740"/>
                      </a:lnTo>
                      <a:cubicBezTo>
                        <a:pt x="2960" y="8710"/>
                        <a:pt x="2921" y="8695"/>
                        <a:pt x="2879" y="8695"/>
                      </a:cubicBezTo>
                      <a:cubicBezTo>
                        <a:pt x="2838" y="8695"/>
                        <a:pt x="2793" y="8710"/>
                        <a:pt x="2751" y="8740"/>
                      </a:cubicBezTo>
                      <a:cubicBezTo>
                        <a:pt x="2692" y="8799"/>
                        <a:pt x="2692" y="8906"/>
                        <a:pt x="2751" y="8978"/>
                      </a:cubicBezTo>
                      <a:lnTo>
                        <a:pt x="3608" y="9823"/>
                      </a:lnTo>
                      <a:cubicBezTo>
                        <a:pt x="3728" y="9942"/>
                        <a:pt x="3870" y="10002"/>
                        <a:pt x="4025" y="10002"/>
                      </a:cubicBezTo>
                      <a:cubicBezTo>
                        <a:pt x="4168" y="10002"/>
                        <a:pt x="4335" y="9942"/>
                        <a:pt x="4442" y="9823"/>
                      </a:cubicBezTo>
                      <a:lnTo>
                        <a:pt x="6252" y="8013"/>
                      </a:lnTo>
                      <a:cubicBezTo>
                        <a:pt x="6371" y="7894"/>
                        <a:pt x="6430" y="7740"/>
                        <a:pt x="6430" y="7597"/>
                      </a:cubicBezTo>
                      <a:cubicBezTo>
                        <a:pt x="6430" y="7430"/>
                        <a:pt x="6371" y="7275"/>
                        <a:pt x="6252" y="7180"/>
                      </a:cubicBezTo>
                      <a:lnTo>
                        <a:pt x="4109" y="4977"/>
                      </a:lnTo>
                      <a:lnTo>
                        <a:pt x="6252" y="2834"/>
                      </a:lnTo>
                      <a:cubicBezTo>
                        <a:pt x="6371" y="2715"/>
                        <a:pt x="6430" y="2560"/>
                        <a:pt x="6430" y="2417"/>
                      </a:cubicBezTo>
                      <a:cubicBezTo>
                        <a:pt x="6430" y="2251"/>
                        <a:pt x="6371" y="2096"/>
                        <a:pt x="6252" y="2001"/>
                      </a:cubicBezTo>
                      <a:lnTo>
                        <a:pt x="4442" y="179"/>
                      </a:lnTo>
                      <a:cubicBezTo>
                        <a:pt x="4323" y="60"/>
                        <a:pt x="4168" y="0"/>
                        <a:pt x="402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8" name="Google Shape;4588;p72"/>
                <p:cNvSpPr/>
                <p:nvPr/>
              </p:nvSpPr>
              <p:spPr>
                <a:xfrm>
                  <a:off x="2878589" y="4081481"/>
                  <a:ext cx="39512" cy="64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9979" extrusionOk="0">
                      <a:moveTo>
                        <a:pt x="2477" y="1"/>
                      </a:moveTo>
                      <a:cubicBezTo>
                        <a:pt x="2311" y="1"/>
                        <a:pt x="2156" y="60"/>
                        <a:pt x="2061" y="179"/>
                      </a:cubicBezTo>
                      <a:lnTo>
                        <a:pt x="239" y="2001"/>
                      </a:lnTo>
                      <a:cubicBezTo>
                        <a:pt x="1" y="2239"/>
                        <a:pt x="1" y="2608"/>
                        <a:pt x="239" y="2846"/>
                      </a:cubicBezTo>
                      <a:lnTo>
                        <a:pt x="2382" y="4989"/>
                      </a:lnTo>
                      <a:lnTo>
                        <a:pt x="239" y="7133"/>
                      </a:lnTo>
                      <a:cubicBezTo>
                        <a:pt x="1" y="7371"/>
                        <a:pt x="1" y="7752"/>
                        <a:pt x="239" y="7990"/>
                      </a:cubicBezTo>
                      <a:lnTo>
                        <a:pt x="2061" y="9800"/>
                      </a:lnTo>
                      <a:cubicBezTo>
                        <a:pt x="2180" y="9919"/>
                        <a:pt x="2323" y="9978"/>
                        <a:pt x="2477" y="9978"/>
                      </a:cubicBezTo>
                      <a:cubicBezTo>
                        <a:pt x="2620" y="9978"/>
                        <a:pt x="2787" y="9919"/>
                        <a:pt x="2882" y="9800"/>
                      </a:cubicBezTo>
                      <a:lnTo>
                        <a:pt x="5037" y="7656"/>
                      </a:lnTo>
                      <a:lnTo>
                        <a:pt x="5859" y="8490"/>
                      </a:lnTo>
                      <a:cubicBezTo>
                        <a:pt x="5895" y="8520"/>
                        <a:pt x="5936" y="8535"/>
                        <a:pt x="5978" y="8535"/>
                      </a:cubicBezTo>
                      <a:cubicBezTo>
                        <a:pt x="6020" y="8535"/>
                        <a:pt x="6061" y="8520"/>
                        <a:pt x="6097" y="8490"/>
                      </a:cubicBezTo>
                      <a:cubicBezTo>
                        <a:pt x="6145" y="8430"/>
                        <a:pt x="6145" y="8323"/>
                        <a:pt x="6085" y="8264"/>
                      </a:cubicBezTo>
                      <a:lnTo>
                        <a:pt x="5156" y="7335"/>
                      </a:lnTo>
                      <a:cubicBezTo>
                        <a:pt x="5121" y="7299"/>
                        <a:pt x="5073" y="7287"/>
                        <a:pt x="5037" y="7287"/>
                      </a:cubicBezTo>
                      <a:cubicBezTo>
                        <a:pt x="4990" y="7287"/>
                        <a:pt x="4942" y="7299"/>
                        <a:pt x="4918" y="7335"/>
                      </a:cubicBezTo>
                      <a:lnTo>
                        <a:pt x="2656" y="9597"/>
                      </a:lnTo>
                      <a:cubicBezTo>
                        <a:pt x="2608" y="9633"/>
                        <a:pt x="2537" y="9669"/>
                        <a:pt x="2454" y="9669"/>
                      </a:cubicBezTo>
                      <a:cubicBezTo>
                        <a:pt x="2382" y="9669"/>
                        <a:pt x="2323" y="9633"/>
                        <a:pt x="2263" y="9597"/>
                      </a:cubicBezTo>
                      <a:lnTo>
                        <a:pt x="453" y="7776"/>
                      </a:lnTo>
                      <a:cubicBezTo>
                        <a:pt x="346" y="7668"/>
                        <a:pt x="346" y="7490"/>
                        <a:pt x="453" y="7395"/>
                      </a:cubicBezTo>
                      <a:lnTo>
                        <a:pt x="2716" y="5132"/>
                      </a:lnTo>
                      <a:cubicBezTo>
                        <a:pt x="2739" y="5097"/>
                        <a:pt x="2751" y="5049"/>
                        <a:pt x="2751" y="5013"/>
                      </a:cubicBezTo>
                      <a:cubicBezTo>
                        <a:pt x="2751" y="4966"/>
                        <a:pt x="2739" y="4918"/>
                        <a:pt x="2716" y="4894"/>
                      </a:cubicBezTo>
                      <a:lnTo>
                        <a:pt x="453" y="2632"/>
                      </a:lnTo>
                      <a:cubicBezTo>
                        <a:pt x="346" y="2525"/>
                        <a:pt x="346" y="2346"/>
                        <a:pt x="453" y="2239"/>
                      </a:cubicBezTo>
                      <a:lnTo>
                        <a:pt x="2263" y="417"/>
                      </a:lnTo>
                      <a:cubicBezTo>
                        <a:pt x="2311" y="382"/>
                        <a:pt x="2382" y="346"/>
                        <a:pt x="2454" y="346"/>
                      </a:cubicBezTo>
                      <a:cubicBezTo>
                        <a:pt x="2537" y="346"/>
                        <a:pt x="2597" y="382"/>
                        <a:pt x="2656" y="417"/>
                      </a:cubicBezTo>
                      <a:lnTo>
                        <a:pt x="3168" y="941"/>
                      </a:lnTo>
                      <a:cubicBezTo>
                        <a:pt x="3198" y="971"/>
                        <a:pt x="3239" y="986"/>
                        <a:pt x="3283" y="986"/>
                      </a:cubicBezTo>
                      <a:cubicBezTo>
                        <a:pt x="3326" y="986"/>
                        <a:pt x="3370" y="971"/>
                        <a:pt x="3406" y="941"/>
                      </a:cubicBezTo>
                      <a:cubicBezTo>
                        <a:pt x="3466" y="882"/>
                        <a:pt x="3466" y="775"/>
                        <a:pt x="3406" y="703"/>
                      </a:cubicBezTo>
                      <a:lnTo>
                        <a:pt x="2882" y="179"/>
                      </a:lnTo>
                      <a:cubicBezTo>
                        <a:pt x="2775" y="60"/>
                        <a:pt x="2620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89" name="Google Shape;4589;p72"/>
              <p:cNvGrpSpPr/>
              <p:nvPr/>
            </p:nvGrpSpPr>
            <p:grpSpPr>
              <a:xfrm>
                <a:off x="2525796" y="4089633"/>
                <a:ext cx="72126" cy="53788"/>
                <a:chOff x="2525796" y="4089633"/>
                <a:chExt cx="72126" cy="53788"/>
              </a:xfrm>
            </p:grpSpPr>
            <p:sp>
              <p:nvSpPr>
                <p:cNvPr id="4590" name="Google Shape;4590;p72"/>
                <p:cNvSpPr/>
                <p:nvPr/>
              </p:nvSpPr>
              <p:spPr>
                <a:xfrm>
                  <a:off x="2525796" y="4107625"/>
                  <a:ext cx="60030" cy="35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6" h="5567" extrusionOk="0">
                      <a:moveTo>
                        <a:pt x="1876" y="0"/>
                      </a:moveTo>
                      <a:cubicBezTo>
                        <a:pt x="1831" y="0"/>
                        <a:pt x="1787" y="18"/>
                        <a:pt x="1751" y="54"/>
                      </a:cubicBezTo>
                      <a:lnTo>
                        <a:pt x="84" y="1721"/>
                      </a:lnTo>
                      <a:cubicBezTo>
                        <a:pt x="1" y="1804"/>
                        <a:pt x="1" y="1899"/>
                        <a:pt x="84" y="1983"/>
                      </a:cubicBezTo>
                      <a:lnTo>
                        <a:pt x="3263" y="5162"/>
                      </a:lnTo>
                      <a:cubicBezTo>
                        <a:pt x="3513" y="5412"/>
                        <a:pt x="3858" y="5566"/>
                        <a:pt x="4215" y="5566"/>
                      </a:cubicBezTo>
                      <a:cubicBezTo>
                        <a:pt x="4573" y="5566"/>
                        <a:pt x="4918" y="5435"/>
                        <a:pt x="5168" y="5162"/>
                      </a:cubicBezTo>
                      <a:lnTo>
                        <a:pt x="9252" y="1090"/>
                      </a:lnTo>
                      <a:cubicBezTo>
                        <a:pt x="9335" y="1006"/>
                        <a:pt x="9335" y="887"/>
                        <a:pt x="9276" y="828"/>
                      </a:cubicBezTo>
                      <a:cubicBezTo>
                        <a:pt x="9240" y="792"/>
                        <a:pt x="9195" y="774"/>
                        <a:pt x="9151" y="774"/>
                      </a:cubicBezTo>
                      <a:cubicBezTo>
                        <a:pt x="9106" y="774"/>
                        <a:pt x="9061" y="792"/>
                        <a:pt x="9026" y="828"/>
                      </a:cubicBezTo>
                      <a:lnTo>
                        <a:pt x="4942" y="4912"/>
                      </a:lnTo>
                      <a:cubicBezTo>
                        <a:pt x="4751" y="5102"/>
                        <a:pt x="4501" y="5209"/>
                        <a:pt x="4227" y="5209"/>
                      </a:cubicBezTo>
                      <a:cubicBezTo>
                        <a:pt x="3965" y="5209"/>
                        <a:pt x="3715" y="5102"/>
                        <a:pt x="3513" y="4912"/>
                      </a:cubicBezTo>
                      <a:lnTo>
                        <a:pt x="453" y="1840"/>
                      </a:lnTo>
                      <a:lnTo>
                        <a:pt x="1870" y="435"/>
                      </a:lnTo>
                      <a:lnTo>
                        <a:pt x="2370" y="935"/>
                      </a:lnTo>
                      <a:cubicBezTo>
                        <a:pt x="2406" y="971"/>
                        <a:pt x="2450" y="988"/>
                        <a:pt x="2495" y="988"/>
                      </a:cubicBezTo>
                      <a:cubicBezTo>
                        <a:pt x="2540" y="988"/>
                        <a:pt x="2584" y="971"/>
                        <a:pt x="2620" y="935"/>
                      </a:cubicBezTo>
                      <a:cubicBezTo>
                        <a:pt x="2703" y="863"/>
                        <a:pt x="2703" y="756"/>
                        <a:pt x="2620" y="685"/>
                      </a:cubicBezTo>
                      <a:lnTo>
                        <a:pt x="2001" y="54"/>
                      </a:lnTo>
                      <a:cubicBezTo>
                        <a:pt x="1965" y="18"/>
                        <a:pt x="1920" y="0"/>
                        <a:pt x="1876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91" name="Google Shape;4591;p72"/>
                <p:cNvSpPr/>
                <p:nvPr/>
              </p:nvSpPr>
              <p:spPr>
                <a:xfrm>
                  <a:off x="2543711" y="4089633"/>
                  <a:ext cx="54211" cy="34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1" h="5376" extrusionOk="0">
                      <a:moveTo>
                        <a:pt x="6585" y="0"/>
                      </a:moveTo>
                      <a:cubicBezTo>
                        <a:pt x="6540" y="0"/>
                        <a:pt x="6495" y="18"/>
                        <a:pt x="6454" y="54"/>
                      </a:cubicBezTo>
                      <a:lnTo>
                        <a:pt x="1548" y="4971"/>
                      </a:lnTo>
                      <a:cubicBezTo>
                        <a:pt x="1513" y="4995"/>
                        <a:pt x="1477" y="5007"/>
                        <a:pt x="1429" y="5007"/>
                      </a:cubicBezTo>
                      <a:cubicBezTo>
                        <a:pt x="1382" y="5007"/>
                        <a:pt x="1346" y="4995"/>
                        <a:pt x="1310" y="4971"/>
                      </a:cubicBezTo>
                      <a:lnTo>
                        <a:pt x="334" y="3983"/>
                      </a:lnTo>
                      <a:cubicBezTo>
                        <a:pt x="292" y="3947"/>
                        <a:pt x="248" y="3929"/>
                        <a:pt x="203" y="3929"/>
                      </a:cubicBezTo>
                      <a:cubicBezTo>
                        <a:pt x="158" y="3929"/>
                        <a:pt x="114" y="3947"/>
                        <a:pt x="72" y="3983"/>
                      </a:cubicBezTo>
                      <a:cubicBezTo>
                        <a:pt x="1" y="4054"/>
                        <a:pt x="1" y="4161"/>
                        <a:pt x="72" y="4245"/>
                      </a:cubicBezTo>
                      <a:lnTo>
                        <a:pt x="1060" y="5221"/>
                      </a:lnTo>
                      <a:cubicBezTo>
                        <a:pt x="1156" y="5328"/>
                        <a:pt x="1275" y="5376"/>
                        <a:pt x="1417" y="5376"/>
                      </a:cubicBezTo>
                      <a:cubicBezTo>
                        <a:pt x="1548" y="5376"/>
                        <a:pt x="1679" y="5316"/>
                        <a:pt x="1775" y="5221"/>
                      </a:cubicBezTo>
                      <a:lnTo>
                        <a:pt x="6549" y="447"/>
                      </a:lnTo>
                      <a:lnTo>
                        <a:pt x="7966" y="1852"/>
                      </a:lnTo>
                      <a:lnTo>
                        <a:pt x="6704" y="3126"/>
                      </a:lnTo>
                      <a:cubicBezTo>
                        <a:pt x="6621" y="3197"/>
                        <a:pt x="6621" y="3304"/>
                        <a:pt x="6704" y="3376"/>
                      </a:cubicBezTo>
                      <a:cubicBezTo>
                        <a:pt x="6740" y="3411"/>
                        <a:pt x="6784" y="3429"/>
                        <a:pt x="6829" y="3429"/>
                      </a:cubicBezTo>
                      <a:cubicBezTo>
                        <a:pt x="6874" y="3429"/>
                        <a:pt x="6918" y="3411"/>
                        <a:pt x="6954" y="3376"/>
                      </a:cubicBezTo>
                      <a:lnTo>
                        <a:pt x="8347" y="1983"/>
                      </a:lnTo>
                      <a:cubicBezTo>
                        <a:pt x="8383" y="1947"/>
                        <a:pt x="8395" y="1899"/>
                        <a:pt x="8395" y="1864"/>
                      </a:cubicBezTo>
                      <a:cubicBezTo>
                        <a:pt x="8430" y="1816"/>
                        <a:pt x="8406" y="1768"/>
                        <a:pt x="8383" y="1721"/>
                      </a:cubicBezTo>
                      <a:lnTo>
                        <a:pt x="6716" y="54"/>
                      </a:lnTo>
                      <a:cubicBezTo>
                        <a:pt x="6674" y="18"/>
                        <a:pt x="6629" y="0"/>
                        <a:pt x="658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92" name="Google Shape;4592;p72"/>
              <p:cNvGrpSpPr/>
              <p:nvPr/>
            </p:nvGrpSpPr>
            <p:grpSpPr>
              <a:xfrm>
                <a:off x="2525225" y="3731058"/>
                <a:ext cx="64321" cy="64544"/>
                <a:chOff x="2525225" y="3731058"/>
                <a:chExt cx="64321" cy="64544"/>
              </a:xfrm>
            </p:grpSpPr>
            <p:sp>
              <p:nvSpPr>
                <p:cNvPr id="4593" name="Google Shape;4593;p72"/>
                <p:cNvSpPr/>
                <p:nvPr/>
              </p:nvSpPr>
              <p:spPr>
                <a:xfrm>
                  <a:off x="2548194" y="3731290"/>
                  <a:ext cx="41351" cy="6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1" h="10002" extrusionOk="0">
                      <a:moveTo>
                        <a:pt x="4025" y="0"/>
                      </a:moveTo>
                      <a:cubicBezTo>
                        <a:pt x="3870" y="0"/>
                        <a:pt x="3704" y="60"/>
                        <a:pt x="3608" y="179"/>
                      </a:cubicBezTo>
                      <a:lnTo>
                        <a:pt x="1465" y="2322"/>
                      </a:lnTo>
                      <a:lnTo>
                        <a:pt x="299" y="1167"/>
                      </a:lnTo>
                      <a:cubicBezTo>
                        <a:pt x="269" y="1138"/>
                        <a:pt x="227" y="1123"/>
                        <a:pt x="184" y="1123"/>
                      </a:cubicBezTo>
                      <a:cubicBezTo>
                        <a:pt x="141" y="1123"/>
                        <a:pt x="96" y="1138"/>
                        <a:pt x="60" y="1167"/>
                      </a:cubicBezTo>
                      <a:cubicBezTo>
                        <a:pt x="1" y="1227"/>
                        <a:pt x="1" y="1322"/>
                        <a:pt x="60" y="1405"/>
                      </a:cubicBezTo>
                      <a:lnTo>
                        <a:pt x="1346" y="2679"/>
                      </a:lnTo>
                      <a:cubicBezTo>
                        <a:pt x="1370" y="2715"/>
                        <a:pt x="1418" y="2727"/>
                        <a:pt x="1465" y="2727"/>
                      </a:cubicBezTo>
                      <a:cubicBezTo>
                        <a:pt x="1501" y="2727"/>
                        <a:pt x="1549" y="2715"/>
                        <a:pt x="1584" y="2679"/>
                      </a:cubicBezTo>
                      <a:lnTo>
                        <a:pt x="3847" y="417"/>
                      </a:lnTo>
                      <a:cubicBezTo>
                        <a:pt x="3882" y="370"/>
                        <a:pt x="3966" y="346"/>
                        <a:pt x="4037" y="346"/>
                      </a:cubicBezTo>
                      <a:cubicBezTo>
                        <a:pt x="4109" y="346"/>
                        <a:pt x="4168" y="370"/>
                        <a:pt x="4228" y="417"/>
                      </a:cubicBezTo>
                      <a:lnTo>
                        <a:pt x="6049" y="2239"/>
                      </a:lnTo>
                      <a:cubicBezTo>
                        <a:pt x="6085" y="2275"/>
                        <a:pt x="6121" y="2358"/>
                        <a:pt x="6121" y="2429"/>
                      </a:cubicBezTo>
                      <a:cubicBezTo>
                        <a:pt x="6121" y="2501"/>
                        <a:pt x="6085" y="2560"/>
                        <a:pt x="6049" y="2620"/>
                      </a:cubicBezTo>
                      <a:lnTo>
                        <a:pt x="3775" y="4882"/>
                      </a:lnTo>
                      <a:cubicBezTo>
                        <a:pt x="3716" y="4942"/>
                        <a:pt x="3716" y="5049"/>
                        <a:pt x="3775" y="5120"/>
                      </a:cubicBezTo>
                      <a:lnTo>
                        <a:pt x="6049" y="7382"/>
                      </a:lnTo>
                      <a:cubicBezTo>
                        <a:pt x="6085" y="7430"/>
                        <a:pt x="6121" y="7501"/>
                        <a:pt x="6121" y="7573"/>
                      </a:cubicBezTo>
                      <a:cubicBezTo>
                        <a:pt x="6121" y="7656"/>
                        <a:pt x="6085" y="7716"/>
                        <a:pt x="6049" y="7775"/>
                      </a:cubicBezTo>
                      <a:lnTo>
                        <a:pt x="4228" y="9585"/>
                      </a:lnTo>
                      <a:cubicBezTo>
                        <a:pt x="4174" y="9639"/>
                        <a:pt x="4103" y="9665"/>
                        <a:pt x="4033" y="9665"/>
                      </a:cubicBezTo>
                      <a:cubicBezTo>
                        <a:pt x="3963" y="9665"/>
                        <a:pt x="3894" y="9639"/>
                        <a:pt x="3847" y="9585"/>
                      </a:cubicBezTo>
                      <a:lnTo>
                        <a:pt x="2989" y="8740"/>
                      </a:lnTo>
                      <a:cubicBezTo>
                        <a:pt x="2960" y="8710"/>
                        <a:pt x="2921" y="8695"/>
                        <a:pt x="2879" y="8695"/>
                      </a:cubicBezTo>
                      <a:cubicBezTo>
                        <a:pt x="2838" y="8695"/>
                        <a:pt x="2793" y="8710"/>
                        <a:pt x="2751" y="8740"/>
                      </a:cubicBezTo>
                      <a:cubicBezTo>
                        <a:pt x="2692" y="8799"/>
                        <a:pt x="2692" y="8906"/>
                        <a:pt x="2751" y="8978"/>
                      </a:cubicBezTo>
                      <a:lnTo>
                        <a:pt x="3608" y="9823"/>
                      </a:lnTo>
                      <a:cubicBezTo>
                        <a:pt x="3728" y="9942"/>
                        <a:pt x="3870" y="10002"/>
                        <a:pt x="4025" y="10002"/>
                      </a:cubicBezTo>
                      <a:cubicBezTo>
                        <a:pt x="4168" y="10002"/>
                        <a:pt x="4335" y="9942"/>
                        <a:pt x="4442" y="9823"/>
                      </a:cubicBezTo>
                      <a:lnTo>
                        <a:pt x="6252" y="8013"/>
                      </a:lnTo>
                      <a:cubicBezTo>
                        <a:pt x="6371" y="7894"/>
                        <a:pt x="6430" y="7740"/>
                        <a:pt x="6430" y="7597"/>
                      </a:cubicBezTo>
                      <a:cubicBezTo>
                        <a:pt x="6430" y="7430"/>
                        <a:pt x="6371" y="7275"/>
                        <a:pt x="6252" y="7180"/>
                      </a:cubicBezTo>
                      <a:lnTo>
                        <a:pt x="4109" y="4977"/>
                      </a:lnTo>
                      <a:lnTo>
                        <a:pt x="6252" y="2834"/>
                      </a:lnTo>
                      <a:cubicBezTo>
                        <a:pt x="6371" y="2715"/>
                        <a:pt x="6430" y="2560"/>
                        <a:pt x="6430" y="2417"/>
                      </a:cubicBezTo>
                      <a:cubicBezTo>
                        <a:pt x="6430" y="2251"/>
                        <a:pt x="6371" y="2096"/>
                        <a:pt x="6252" y="2001"/>
                      </a:cubicBezTo>
                      <a:lnTo>
                        <a:pt x="4442" y="179"/>
                      </a:lnTo>
                      <a:cubicBezTo>
                        <a:pt x="4323" y="60"/>
                        <a:pt x="4168" y="0"/>
                        <a:pt x="4025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94" name="Google Shape;4594;p72"/>
                <p:cNvSpPr/>
                <p:nvPr/>
              </p:nvSpPr>
              <p:spPr>
                <a:xfrm>
                  <a:off x="2525225" y="3731058"/>
                  <a:ext cx="39512" cy="64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9979" extrusionOk="0">
                      <a:moveTo>
                        <a:pt x="2477" y="1"/>
                      </a:moveTo>
                      <a:cubicBezTo>
                        <a:pt x="2311" y="1"/>
                        <a:pt x="2156" y="60"/>
                        <a:pt x="2061" y="179"/>
                      </a:cubicBezTo>
                      <a:lnTo>
                        <a:pt x="239" y="2001"/>
                      </a:lnTo>
                      <a:cubicBezTo>
                        <a:pt x="1" y="2239"/>
                        <a:pt x="1" y="2608"/>
                        <a:pt x="239" y="2846"/>
                      </a:cubicBezTo>
                      <a:lnTo>
                        <a:pt x="2382" y="4989"/>
                      </a:lnTo>
                      <a:lnTo>
                        <a:pt x="239" y="7133"/>
                      </a:lnTo>
                      <a:cubicBezTo>
                        <a:pt x="1" y="7371"/>
                        <a:pt x="1" y="7752"/>
                        <a:pt x="239" y="7990"/>
                      </a:cubicBezTo>
                      <a:lnTo>
                        <a:pt x="2061" y="9800"/>
                      </a:lnTo>
                      <a:cubicBezTo>
                        <a:pt x="2180" y="9919"/>
                        <a:pt x="2323" y="9978"/>
                        <a:pt x="2477" y="9978"/>
                      </a:cubicBezTo>
                      <a:cubicBezTo>
                        <a:pt x="2620" y="9978"/>
                        <a:pt x="2787" y="9919"/>
                        <a:pt x="2882" y="9800"/>
                      </a:cubicBezTo>
                      <a:lnTo>
                        <a:pt x="5037" y="7656"/>
                      </a:lnTo>
                      <a:lnTo>
                        <a:pt x="5859" y="8490"/>
                      </a:lnTo>
                      <a:cubicBezTo>
                        <a:pt x="5895" y="8520"/>
                        <a:pt x="5936" y="8535"/>
                        <a:pt x="5978" y="8535"/>
                      </a:cubicBezTo>
                      <a:cubicBezTo>
                        <a:pt x="6020" y="8535"/>
                        <a:pt x="6061" y="8520"/>
                        <a:pt x="6097" y="8490"/>
                      </a:cubicBezTo>
                      <a:cubicBezTo>
                        <a:pt x="6145" y="8430"/>
                        <a:pt x="6145" y="8323"/>
                        <a:pt x="6085" y="8264"/>
                      </a:cubicBezTo>
                      <a:lnTo>
                        <a:pt x="5156" y="7335"/>
                      </a:lnTo>
                      <a:cubicBezTo>
                        <a:pt x="5121" y="7299"/>
                        <a:pt x="5073" y="7287"/>
                        <a:pt x="5037" y="7287"/>
                      </a:cubicBezTo>
                      <a:cubicBezTo>
                        <a:pt x="4990" y="7287"/>
                        <a:pt x="4942" y="7299"/>
                        <a:pt x="4918" y="7335"/>
                      </a:cubicBezTo>
                      <a:lnTo>
                        <a:pt x="2656" y="9597"/>
                      </a:lnTo>
                      <a:cubicBezTo>
                        <a:pt x="2608" y="9633"/>
                        <a:pt x="2537" y="9669"/>
                        <a:pt x="2454" y="9669"/>
                      </a:cubicBezTo>
                      <a:cubicBezTo>
                        <a:pt x="2382" y="9669"/>
                        <a:pt x="2323" y="9633"/>
                        <a:pt x="2263" y="9597"/>
                      </a:cubicBezTo>
                      <a:lnTo>
                        <a:pt x="453" y="7776"/>
                      </a:lnTo>
                      <a:cubicBezTo>
                        <a:pt x="346" y="7668"/>
                        <a:pt x="346" y="7490"/>
                        <a:pt x="453" y="7395"/>
                      </a:cubicBezTo>
                      <a:lnTo>
                        <a:pt x="2716" y="5132"/>
                      </a:lnTo>
                      <a:cubicBezTo>
                        <a:pt x="2739" y="5097"/>
                        <a:pt x="2751" y="5049"/>
                        <a:pt x="2751" y="5013"/>
                      </a:cubicBezTo>
                      <a:cubicBezTo>
                        <a:pt x="2751" y="4966"/>
                        <a:pt x="2739" y="4918"/>
                        <a:pt x="2716" y="4894"/>
                      </a:cubicBezTo>
                      <a:lnTo>
                        <a:pt x="453" y="2632"/>
                      </a:lnTo>
                      <a:cubicBezTo>
                        <a:pt x="346" y="2525"/>
                        <a:pt x="346" y="2346"/>
                        <a:pt x="453" y="2239"/>
                      </a:cubicBezTo>
                      <a:lnTo>
                        <a:pt x="2263" y="417"/>
                      </a:lnTo>
                      <a:cubicBezTo>
                        <a:pt x="2311" y="382"/>
                        <a:pt x="2382" y="346"/>
                        <a:pt x="2454" y="346"/>
                      </a:cubicBezTo>
                      <a:cubicBezTo>
                        <a:pt x="2537" y="346"/>
                        <a:pt x="2597" y="382"/>
                        <a:pt x="2656" y="417"/>
                      </a:cubicBezTo>
                      <a:lnTo>
                        <a:pt x="3168" y="941"/>
                      </a:lnTo>
                      <a:cubicBezTo>
                        <a:pt x="3198" y="971"/>
                        <a:pt x="3239" y="986"/>
                        <a:pt x="3283" y="986"/>
                      </a:cubicBezTo>
                      <a:cubicBezTo>
                        <a:pt x="3326" y="986"/>
                        <a:pt x="3370" y="971"/>
                        <a:pt x="3406" y="941"/>
                      </a:cubicBezTo>
                      <a:cubicBezTo>
                        <a:pt x="3466" y="882"/>
                        <a:pt x="3466" y="775"/>
                        <a:pt x="3406" y="703"/>
                      </a:cubicBezTo>
                      <a:lnTo>
                        <a:pt x="2882" y="179"/>
                      </a:lnTo>
                      <a:cubicBezTo>
                        <a:pt x="2775" y="60"/>
                        <a:pt x="2620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9" name="Google Shape;4599;p73"/>
          <p:cNvGrpSpPr/>
          <p:nvPr/>
        </p:nvGrpSpPr>
        <p:grpSpPr>
          <a:xfrm>
            <a:off x="955989" y="1295075"/>
            <a:ext cx="1127895" cy="921003"/>
            <a:chOff x="732428" y="1198513"/>
            <a:chExt cx="845921" cy="690752"/>
          </a:xfrm>
        </p:grpSpPr>
        <p:grpSp>
          <p:nvGrpSpPr>
            <p:cNvPr id="4600" name="Google Shape;4600;p73"/>
            <p:cNvGrpSpPr/>
            <p:nvPr/>
          </p:nvGrpSpPr>
          <p:grpSpPr>
            <a:xfrm>
              <a:off x="823030" y="1198513"/>
              <a:ext cx="755319" cy="690752"/>
              <a:chOff x="823030" y="1198513"/>
              <a:chExt cx="755319" cy="690752"/>
            </a:xfrm>
          </p:grpSpPr>
          <p:sp>
            <p:nvSpPr>
              <p:cNvPr id="4601" name="Google Shape;4601;p73"/>
              <p:cNvSpPr/>
              <p:nvPr/>
            </p:nvSpPr>
            <p:spPr>
              <a:xfrm>
                <a:off x="823030" y="1198513"/>
                <a:ext cx="755319" cy="690752"/>
              </a:xfrm>
              <a:custGeom>
                <a:avLst/>
                <a:gdLst/>
                <a:ahLst/>
                <a:cxnLst/>
                <a:rect l="l" t="t" r="r" b="b"/>
                <a:pathLst>
                  <a:path w="46769" h="42771" extrusionOk="0">
                    <a:moveTo>
                      <a:pt x="21384" y="0"/>
                    </a:moveTo>
                    <a:cubicBezTo>
                      <a:pt x="9575" y="0"/>
                      <a:pt x="0" y="9575"/>
                      <a:pt x="0" y="21386"/>
                    </a:cubicBezTo>
                    <a:cubicBezTo>
                      <a:pt x="0" y="33196"/>
                      <a:pt x="9575" y="42770"/>
                      <a:pt x="21384" y="42770"/>
                    </a:cubicBezTo>
                    <a:cubicBezTo>
                      <a:pt x="33196" y="42770"/>
                      <a:pt x="42770" y="33196"/>
                      <a:pt x="42770" y="21386"/>
                    </a:cubicBezTo>
                    <a:cubicBezTo>
                      <a:pt x="42770" y="16313"/>
                      <a:pt x="41002" y="11653"/>
                      <a:pt x="38053" y="7988"/>
                    </a:cubicBezTo>
                    <a:lnTo>
                      <a:pt x="42775" y="7988"/>
                    </a:lnTo>
                    <a:cubicBezTo>
                      <a:pt x="44970" y="7988"/>
                      <a:pt x="46769" y="6191"/>
                      <a:pt x="46769" y="3994"/>
                    </a:cubicBezTo>
                    <a:cubicBezTo>
                      <a:pt x="46769" y="1797"/>
                      <a:pt x="44972" y="0"/>
                      <a:pt x="42775" y="0"/>
                    </a:cubicBezTo>
                    <a:lnTo>
                      <a:pt x="22286" y="0"/>
                    </a:lnTo>
                    <a:cubicBezTo>
                      <a:pt x="22196" y="0"/>
                      <a:pt x="22105" y="5"/>
                      <a:pt x="22018" y="10"/>
                    </a:cubicBezTo>
                    <a:cubicBezTo>
                      <a:pt x="21807" y="3"/>
                      <a:pt x="21597" y="0"/>
                      <a:pt x="21384" y="0"/>
                    </a:cubicBezTo>
                    <a:close/>
                  </a:path>
                </a:pathLst>
              </a:custGeom>
              <a:solidFill>
                <a:srgbClr val="325D7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02" name="Google Shape;4602;p73"/>
              <p:cNvSpPr/>
              <p:nvPr/>
            </p:nvSpPr>
            <p:spPr>
              <a:xfrm>
                <a:off x="1470047" y="1217877"/>
                <a:ext cx="88760" cy="88744"/>
              </a:xfrm>
              <a:custGeom>
                <a:avLst/>
                <a:gdLst/>
                <a:ahLst/>
                <a:cxnLst/>
                <a:rect l="l" t="t" r="r" b="b"/>
                <a:pathLst>
                  <a:path w="5496" h="5495" extrusionOk="0">
                    <a:moveTo>
                      <a:pt x="2747" y="1"/>
                    </a:moveTo>
                    <a:cubicBezTo>
                      <a:pt x="1231" y="1"/>
                      <a:pt x="1" y="1230"/>
                      <a:pt x="1" y="2749"/>
                    </a:cubicBezTo>
                    <a:cubicBezTo>
                      <a:pt x="1" y="4265"/>
                      <a:pt x="1231" y="5495"/>
                      <a:pt x="2747" y="5495"/>
                    </a:cubicBezTo>
                    <a:cubicBezTo>
                      <a:pt x="4265" y="5495"/>
                      <a:pt x="5495" y="4265"/>
                      <a:pt x="5495" y="2749"/>
                    </a:cubicBezTo>
                    <a:cubicBezTo>
                      <a:pt x="5495" y="1230"/>
                      <a:pt x="4265" y="1"/>
                      <a:pt x="2747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3" name="Google Shape;4603;p73"/>
            <p:cNvGrpSpPr/>
            <p:nvPr/>
          </p:nvGrpSpPr>
          <p:grpSpPr>
            <a:xfrm>
              <a:off x="732428" y="1239937"/>
              <a:ext cx="739912" cy="607886"/>
              <a:chOff x="732428" y="1239937"/>
              <a:chExt cx="739912" cy="607886"/>
            </a:xfrm>
          </p:grpSpPr>
          <p:sp>
            <p:nvSpPr>
              <p:cNvPr id="4604" name="Google Shape;4604;p73"/>
              <p:cNvSpPr/>
              <p:nvPr/>
            </p:nvSpPr>
            <p:spPr>
              <a:xfrm>
                <a:off x="732428" y="1239937"/>
                <a:ext cx="739912" cy="607886"/>
              </a:xfrm>
              <a:custGeom>
                <a:avLst/>
                <a:gdLst/>
                <a:ahLst/>
                <a:cxnLst/>
                <a:rect l="l" t="t" r="r" b="b"/>
                <a:pathLst>
                  <a:path w="45815" h="37640" extrusionOk="0">
                    <a:moveTo>
                      <a:pt x="26994" y="1"/>
                    </a:moveTo>
                    <a:cubicBezTo>
                      <a:pt x="16602" y="1"/>
                      <a:pt x="8175" y="8427"/>
                      <a:pt x="8175" y="18821"/>
                    </a:cubicBezTo>
                    <a:cubicBezTo>
                      <a:pt x="8169" y="22642"/>
                      <a:pt x="9333" y="26373"/>
                      <a:pt x="11509" y="29515"/>
                    </a:cubicBezTo>
                    <a:lnTo>
                      <a:pt x="3994" y="29515"/>
                    </a:lnTo>
                    <a:cubicBezTo>
                      <a:pt x="1797" y="29515"/>
                      <a:pt x="1" y="31311"/>
                      <a:pt x="1" y="33508"/>
                    </a:cubicBezTo>
                    <a:cubicBezTo>
                      <a:pt x="1" y="35704"/>
                      <a:pt x="1797" y="37502"/>
                      <a:pt x="3994" y="37502"/>
                    </a:cubicBezTo>
                    <a:lnTo>
                      <a:pt x="24483" y="37502"/>
                    </a:lnTo>
                    <a:cubicBezTo>
                      <a:pt x="24546" y="37502"/>
                      <a:pt x="24608" y="37500"/>
                      <a:pt x="24671" y="37497"/>
                    </a:cubicBezTo>
                    <a:cubicBezTo>
                      <a:pt x="25441" y="37592"/>
                      <a:pt x="26218" y="37640"/>
                      <a:pt x="26994" y="37640"/>
                    </a:cubicBezTo>
                    <a:cubicBezTo>
                      <a:pt x="37389" y="37640"/>
                      <a:pt x="45815" y="29214"/>
                      <a:pt x="45815" y="18821"/>
                    </a:cubicBezTo>
                    <a:cubicBezTo>
                      <a:pt x="45815" y="8427"/>
                      <a:pt x="37389" y="1"/>
                      <a:pt x="26994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05" name="Google Shape;4605;p73"/>
              <p:cNvSpPr/>
              <p:nvPr/>
            </p:nvSpPr>
            <p:spPr>
              <a:xfrm>
                <a:off x="751614" y="1735807"/>
                <a:ext cx="88760" cy="88744"/>
              </a:xfrm>
              <a:custGeom>
                <a:avLst/>
                <a:gdLst/>
                <a:ahLst/>
                <a:cxnLst/>
                <a:rect l="l" t="t" r="r" b="b"/>
                <a:pathLst>
                  <a:path w="5496" h="5495" extrusionOk="0">
                    <a:moveTo>
                      <a:pt x="2747" y="0"/>
                    </a:moveTo>
                    <a:cubicBezTo>
                      <a:pt x="1231" y="0"/>
                      <a:pt x="1" y="1230"/>
                      <a:pt x="1" y="2747"/>
                    </a:cubicBezTo>
                    <a:cubicBezTo>
                      <a:pt x="1" y="4265"/>
                      <a:pt x="1231" y="5495"/>
                      <a:pt x="2747" y="5495"/>
                    </a:cubicBezTo>
                    <a:cubicBezTo>
                      <a:pt x="4265" y="5495"/>
                      <a:pt x="5495" y="4265"/>
                      <a:pt x="5495" y="2747"/>
                    </a:cubicBezTo>
                    <a:cubicBezTo>
                      <a:pt x="5495" y="1230"/>
                      <a:pt x="4265" y="0"/>
                      <a:pt x="274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6" name="Google Shape;4606;p73"/>
            <p:cNvGrpSpPr/>
            <p:nvPr/>
          </p:nvGrpSpPr>
          <p:grpSpPr>
            <a:xfrm>
              <a:off x="732428" y="1277018"/>
              <a:ext cx="702832" cy="533758"/>
              <a:chOff x="732428" y="1277018"/>
              <a:chExt cx="702832" cy="533758"/>
            </a:xfrm>
          </p:grpSpPr>
          <p:sp>
            <p:nvSpPr>
              <p:cNvPr id="4607" name="Google Shape;4607;p73"/>
              <p:cNvSpPr/>
              <p:nvPr/>
            </p:nvSpPr>
            <p:spPr>
              <a:xfrm>
                <a:off x="732428" y="1277018"/>
                <a:ext cx="702832" cy="533758"/>
              </a:xfrm>
              <a:custGeom>
                <a:avLst/>
                <a:gdLst/>
                <a:ahLst/>
                <a:cxnLst/>
                <a:rect l="l" t="t" r="r" b="b"/>
                <a:pathLst>
                  <a:path w="43519" h="33050" extrusionOk="0">
                    <a:moveTo>
                      <a:pt x="26994" y="1"/>
                    </a:moveTo>
                    <a:cubicBezTo>
                      <a:pt x="22006" y="1"/>
                      <a:pt x="17535" y="2211"/>
                      <a:pt x="14504" y="5705"/>
                    </a:cubicBezTo>
                    <a:lnTo>
                      <a:pt x="3994" y="5705"/>
                    </a:lnTo>
                    <a:cubicBezTo>
                      <a:pt x="1797" y="5705"/>
                      <a:pt x="1" y="7501"/>
                      <a:pt x="1" y="9698"/>
                    </a:cubicBezTo>
                    <a:cubicBezTo>
                      <a:pt x="1" y="11894"/>
                      <a:pt x="1797" y="13692"/>
                      <a:pt x="3994" y="13692"/>
                    </a:cubicBezTo>
                    <a:lnTo>
                      <a:pt x="10714" y="13692"/>
                    </a:lnTo>
                    <a:cubicBezTo>
                      <a:pt x="10552" y="14627"/>
                      <a:pt x="10470" y="15575"/>
                      <a:pt x="10472" y="16525"/>
                    </a:cubicBezTo>
                    <a:cubicBezTo>
                      <a:pt x="10472" y="25651"/>
                      <a:pt x="17870" y="33049"/>
                      <a:pt x="26996" y="33049"/>
                    </a:cubicBezTo>
                    <a:cubicBezTo>
                      <a:pt x="36122" y="33049"/>
                      <a:pt x="43519" y="25651"/>
                      <a:pt x="43519" y="16525"/>
                    </a:cubicBezTo>
                    <a:cubicBezTo>
                      <a:pt x="43519" y="7399"/>
                      <a:pt x="36122" y="1"/>
                      <a:pt x="26994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08" name="Google Shape;4608;p73"/>
              <p:cNvSpPr/>
              <p:nvPr/>
            </p:nvSpPr>
            <p:spPr>
              <a:xfrm>
                <a:off x="751695" y="1390407"/>
                <a:ext cx="88728" cy="88744"/>
              </a:xfrm>
              <a:custGeom>
                <a:avLst/>
                <a:gdLst/>
                <a:ahLst/>
                <a:cxnLst/>
                <a:rect l="l" t="t" r="r" b="b"/>
                <a:pathLst>
                  <a:path w="5494" h="5495" extrusionOk="0">
                    <a:moveTo>
                      <a:pt x="2747" y="0"/>
                    </a:moveTo>
                    <a:cubicBezTo>
                      <a:pt x="1230" y="0"/>
                      <a:pt x="1" y="1230"/>
                      <a:pt x="1" y="2748"/>
                    </a:cubicBezTo>
                    <a:cubicBezTo>
                      <a:pt x="1" y="4264"/>
                      <a:pt x="1230" y="5494"/>
                      <a:pt x="2747" y="5494"/>
                    </a:cubicBezTo>
                    <a:cubicBezTo>
                      <a:pt x="4263" y="5494"/>
                      <a:pt x="5493" y="4264"/>
                      <a:pt x="5493" y="2748"/>
                    </a:cubicBezTo>
                    <a:cubicBezTo>
                      <a:pt x="5493" y="1230"/>
                      <a:pt x="4263" y="0"/>
                      <a:pt x="274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9" name="Google Shape;4609;p73"/>
            <p:cNvGrpSpPr/>
            <p:nvPr/>
          </p:nvGrpSpPr>
          <p:grpSpPr>
            <a:xfrm>
              <a:off x="931170" y="1306653"/>
              <a:ext cx="647179" cy="474455"/>
              <a:chOff x="931170" y="1306653"/>
              <a:chExt cx="647179" cy="474455"/>
            </a:xfrm>
          </p:grpSpPr>
          <p:sp>
            <p:nvSpPr>
              <p:cNvPr id="4610" name="Google Shape;4610;p73"/>
              <p:cNvSpPr/>
              <p:nvPr/>
            </p:nvSpPr>
            <p:spPr>
              <a:xfrm>
                <a:off x="931170" y="1306653"/>
                <a:ext cx="647179" cy="474455"/>
              </a:xfrm>
              <a:custGeom>
                <a:avLst/>
                <a:gdLst/>
                <a:ahLst/>
                <a:cxnLst/>
                <a:rect l="l" t="t" r="r" b="b"/>
                <a:pathLst>
                  <a:path w="40073" h="29378" extrusionOk="0">
                    <a:moveTo>
                      <a:pt x="14688" y="1"/>
                    </a:moveTo>
                    <a:cubicBezTo>
                      <a:pt x="6578" y="1"/>
                      <a:pt x="1" y="6578"/>
                      <a:pt x="1" y="14690"/>
                    </a:cubicBezTo>
                    <a:cubicBezTo>
                      <a:pt x="1" y="22801"/>
                      <a:pt x="6578" y="29377"/>
                      <a:pt x="14688" y="29377"/>
                    </a:cubicBezTo>
                    <a:cubicBezTo>
                      <a:pt x="19883" y="29377"/>
                      <a:pt x="24445" y="26682"/>
                      <a:pt x="27057" y="22613"/>
                    </a:cubicBezTo>
                    <a:lnTo>
                      <a:pt x="36079" y="22613"/>
                    </a:lnTo>
                    <a:cubicBezTo>
                      <a:pt x="38276" y="22613"/>
                      <a:pt x="40073" y="20817"/>
                      <a:pt x="40073" y="18620"/>
                    </a:cubicBezTo>
                    <a:cubicBezTo>
                      <a:pt x="40073" y="16424"/>
                      <a:pt x="38276" y="14626"/>
                      <a:pt x="36079" y="14626"/>
                    </a:cubicBezTo>
                    <a:lnTo>
                      <a:pt x="29376" y="14626"/>
                    </a:lnTo>
                    <a:cubicBezTo>
                      <a:pt x="29342" y="6544"/>
                      <a:pt x="22780" y="1"/>
                      <a:pt x="1468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11" name="Google Shape;4611;p73"/>
              <p:cNvSpPr/>
              <p:nvPr/>
            </p:nvSpPr>
            <p:spPr>
              <a:xfrm>
                <a:off x="1470047" y="1560806"/>
                <a:ext cx="88760" cy="88744"/>
              </a:xfrm>
              <a:custGeom>
                <a:avLst/>
                <a:gdLst/>
                <a:ahLst/>
                <a:cxnLst/>
                <a:rect l="l" t="t" r="r" b="b"/>
                <a:pathLst>
                  <a:path w="5496" h="5495" extrusionOk="0">
                    <a:moveTo>
                      <a:pt x="2747" y="0"/>
                    </a:moveTo>
                    <a:cubicBezTo>
                      <a:pt x="1231" y="0"/>
                      <a:pt x="1" y="1230"/>
                      <a:pt x="1" y="2746"/>
                    </a:cubicBezTo>
                    <a:cubicBezTo>
                      <a:pt x="1" y="4265"/>
                      <a:pt x="1231" y="5494"/>
                      <a:pt x="2747" y="5494"/>
                    </a:cubicBezTo>
                    <a:cubicBezTo>
                      <a:pt x="4265" y="5494"/>
                      <a:pt x="5495" y="4265"/>
                      <a:pt x="5495" y="2746"/>
                    </a:cubicBezTo>
                    <a:cubicBezTo>
                      <a:pt x="5495" y="1230"/>
                      <a:pt x="4265" y="0"/>
                      <a:pt x="274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12" name="Google Shape;4612;p73"/>
            <p:cNvSpPr/>
            <p:nvPr/>
          </p:nvSpPr>
          <p:spPr>
            <a:xfrm>
              <a:off x="986565" y="1362064"/>
              <a:ext cx="363666" cy="363650"/>
            </a:xfrm>
            <a:custGeom>
              <a:avLst/>
              <a:gdLst/>
              <a:ahLst/>
              <a:cxnLst/>
              <a:rect l="l" t="t" r="r" b="b"/>
              <a:pathLst>
                <a:path w="22518" h="22517" extrusionOk="0">
                  <a:moveTo>
                    <a:pt x="11258" y="0"/>
                  </a:moveTo>
                  <a:cubicBezTo>
                    <a:pt x="8273" y="0"/>
                    <a:pt x="5409" y="1187"/>
                    <a:pt x="3298" y="3297"/>
                  </a:cubicBezTo>
                  <a:cubicBezTo>
                    <a:pt x="1186" y="5409"/>
                    <a:pt x="1" y="8272"/>
                    <a:pt x="1" y="11259"/>
                  </a:cubicBezTo>
                  <a:cubicBezTo>
                    <a:pt x="1" y="14244"/>
                    <a:pt x="1186" y="17109"/>
                    <a:pt x="3298" y="19219"/>
                  </a:cubicBezTo>
                  <a:cubicBezTo>
                    <a:pt x="5409" y="21331"/>
                    <a:pt x="8273" y="22516"/>
                    <a:pt x="11258" y="22516"/>
                  </a:cubicBezTo>
                  <a:cubicBezTo>
                    <a:pt x="14245" y="22516"/>
                    <a:pt x="17108" y="21331"/>
                    <a:pt x="19220" y="19219"/>
                  </a:cubicBezTo>
                  <a:cubicBezTo>
                    <a:pt x="21331" y="17109"/>
                    <a:pt x="22517" y="14244"/>
                    <a:pt x="22517" y="11259"/>
                  </a:cubicBezTo>
                  <a:cubicBezTo>
                    <a:pt x="22517" y="8272"/>
                    <a:pt x="21331" y="5409"/>
                    <a:pt x="19220" y="3297"/>
                  </a:cubicBezTo>
                  <a:cubicBezTo>
                    <a:pt x="17108" y="1187"/>
                    <a:pt x="14245" y="0"/>
                    <a:pt x="11258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613" name="Google Shape;4613;p73"/>
          <p:cNvGrpSpPr/>
          <p:nvPr/>
        </p:nvGrpSpPr>
        <p:grpSpPr>
          <a:xfrm>
            <a:off x="5264800" y="1295084"/>
            <a:ext cx="846208" cy="933309"/>
            <a:chOff x="5985650" y="2860025"/>
            <a:chExt cx="1396075" cy="1539775"/>
          </a:xfrm>
        </p:grpSpPr>
        <p:sp>
          <p:nvSpPr>
            <p:cNvPr id="4614" name="Google Shape;4614;p73"/>
            <p:cNvSpPr/>
            <p:nvPr/>
          </p:nvSpPr>
          <p:spPr>
            <a:xfrm>
              <a:off x="6655300" y="3128850"/>
              <a:ext cx="637150" cy="631950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15" name="Google Shape;4615;p73"/>
            <p:cNvSpPr/>
            <p:nvPr/>
          </p:nvSpPr>
          <p:spPr>
            <a:xfrm>
              <a:off x="6673425" y="3771400"/>
              <a:ext cx="600850" cy="600800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16" name="Google Shape;4616;p73"/>
            <p:cNvSpPr/>
            <p:nvPr/>
          </p:nvSpPr>
          <p:spPr>
            <a:xfrm>
              <a:off x="6073050" y="3509700"/>
              <a:ext cx="641725" cy="636800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17" name="Google Shape;4617;p73"/>
            <p:cNvSpPr/>
            <p:nvPr/>
          </p:nvSpPr>
          <p:spPr>
            <a:xfrm>
              <a:off x="6124575" y="2917775"/>
              <a:ext cx="572575" cy="572525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18" name="Google Shape;4618;p73"/>
            <p:cNvSpPr/>
            <p:nvPr/>
          </p:nvSpPr>
          <p:spPr>
            <a:xfrm>
              <a:off x="6459975" y="2867300"/>
              <a:ext cx="101300" cy="50500"/>
            </a:xfrm>
            <a:custGeom>
              <a:avLst/>
              <a:gdLst/>
              <a:ahLst/>
              <a:cxnLst/>
              <a:rect l="l" t="t" r="r" b="b"/>
              <a:pathLst>
                <a:path w="4052" h="2020" extrusionOk="0">
                  <a:moveTo>
                    <a:pt x="272" y="1"/>
                  </a:moveTo>
                  <a:cubicBezTo>
                    <a:pt x="157" y="1"/>
                    <a:pt x="54" y="82"/>
                    <a:pt x="29" y="200"/>
                  </a:cubicBezTo>
                  <a:cubicBezTo>
                    <a:pt x="0" y="338"/>
                    <a:pt x="87" y="474"/>
                    <a:pt x="225" y="507"/>
                  </a:cubicBezTo>
                  <a:cubicBezTo>
                    <a:pt x="1077" y="719"/>
                    <a:pt x="1895" y="1049"/>
                    <a:pt x="2657" y="1486"/>
                  </a:cubicBezTo>
                  <a:lnTo>
                    <a:pt x="2505" y="1740"/>
                  </a:lnTo>
                  <a:cubicBezTo>
                    <a:pt x="2459" y="1819"/>
                    <a:pt x="2511" y="1918"/>
                    <a:pt x="2603" y="1926"/>
                  </a:cubicBezTo>
                  <a:lnTo>
                    <a:pt x="3887" y="2019"/>
                  </a:lnTo>
                  <a:cubicBezTo>
                    <a:pt x="3890" y="2019"/>
                    <a:pt x="3893" y="2019"/>
                    <a:pt x="3895" y="2019"/>
                  </a:cubicBezTo>
                  <a:cubicBezTo>
                    <a:pt x="3991" y="2019"/>
                    <a:pt x="4052" y="1913"/>
                    <a:pt x="3999" y="1830"/>
                  </a:cubicBezTo>
                  <a:lnTo>
                    <a:pt x="3302" y="746"/>
                  </a:lnTo>
                  <a:cubicBezTo>
                    <a:pt x="3278" y="709"/>
                    <a:pt x="3239" y="690"/>
                    <a:pt x="3200" y="690"/>
                  </a:cubicBezTo>
                  <a:cubicBezTo>
                    <a:pt x="3159" y="690"/>
                    <a:pt x="3118" y="711"/>
                    <a:pt x="3094" y="751"/>
                  </a:cubicBezTo>
                  <a:lnTo>
                    <a:pt x="2917" y="1047"/>
                  </a:lnTo>
                  <a:cubicBezTo>
                    <a:pt x="2108" y="581"/>
                    <a:pt x="1237" y="230"/>
                    <a:pt x="330" y="8"/>
                  </a:cubicBezTo>
                  <a:cubicBezTo>
                    <a:pt x="311" y="3"/>
                    <a:pt x="291" y="1"/>
                    <a:pt x="27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19" name="Google Shape;4619;p73"/>
            <p:cNvSpPr/>
            <p:nvPr/>
          </p:nvSpPr>
          <p:spPr>
            <a:xfrm>
              <a:off x="6389025" y="2860025"/>
              <a:ext cx="63100" cy="15700"/>
            </a:xfrm>
            <a:custGeom>
              <a:avLst/>
              <a:gdLst/>
              <a:ahLst/>
              <a:cxnLst/>
              <a:rect l="l" t="t" r="r" b="b"/>
              <a:pathLst>
                <a:path w="2524" h="628" extrusionOk="0">
                  <a:moveTo>
                    <a:pt x="787" y="1"/>
                  </a:moveTo>
                  <a:cubicBezTo>
                    <a:pt x="605" y="1"/>
                    <a:pt x="424" y="7"/>
                    <a:pt x="241" y="19"/>
                  </a:cubicBezTo>
                  <a:cubicBezTo>
                    <a:pt x="103" y="31"/>
                    <a:pt x="1" y="153"/>
                    <a:pt x="11" y="291"/>
                  </a:cubicBezTo>
                  <a:cubicBezTo>
                    <a:pt x="20" y="425"/>
                    <a:pt x="132" y="528"/>
                    <a:pt x="263" y="528"/>
                  </a:cubicBezTo>
                  <a:cubicBezTo>
                    <a:pt x="268" y="528"/>
                    <a:pt x="273" y="528"/>
                    <a:pt x="278" y="528"/>
                  </a:cubicBezTo>
                  <a:cubicBezTo>
                    <a:pt x="448" y="518"/>
                    <a:pt x="617" y="512"/>
                    <a:pt x="787" y="512"/>
                  </a:cubicBezTo>
                  <a:cubicBezTo>
                    <a:pt x="1261" y="512"/>
                    <a:pt x="1734" y="550"/>
                    <a:pt x="2203" y="624"/>
                  </a:cubicBezTo>
                  <a:cubicBezTo>
                    <a:pt x="2217" y="626"/>
                    <a:pt x="2231" y="627"/>
                    <a:pt x="2245" y="627"/>
                  </a:cubicBezTo>
                  <a:cubicBezTo>
                    <a:pt x="2363" y="627"/>
                    <a:pt x="2470" y="544"/>
                    <a:pt x="2494" y="424"/>
                  </a:cubicBezTo>
                  <a:cubicBezTo>
                    <a:pt x="2523" y="283"/>
                    <a:pt x="2430" y="145"/>
                    <a:pt x="2288" y="121"/>
                  </a:cubicBezTo>
                  <a:cubicBezTo>
                    <a:pt x="1791" y="43"/>
                    <a:pt x="1288" y="3"/>
                    <a:pt x="787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0" name="Google Shape;4620;p73"/>
            <p:cNvSpPr/>
            <p:nvPr/>
          </p:nvSpPr>
          <p:spPr>
            <a:xfrm>
              <a:off x="6279750" y="2879875"/>
              <a:ext cx="39600" cy="26000"/>
            </a:xfrm>
            <a:custGeom>
              <a:avLst/>
              <a:gdLst/>
              <a:ahLst/>
              <a:cxnLst/>
              <a:rect l="l" t="t" r="r" b="b"/>
              <a:pathLst>
                <a:path w="1584" h="1040" extrusionOk="0">
                  <a:moveTo>
                    <a:pt x="1330" y="1"/>
                  </a:moveTo>
                  <a:cubicBezTo>
                    <a:pt x="1303" y="1"/>
                    <a:pt x="1276" y="6"/>
                    <a:pt x="1249" y="17"/>
                  </a:cubicBezTo>
                  <a:cubicBezTo>
                    <a:pt x="878" y="174"/>
                    <a:pt x="518" y="355"/>
                    <a:pt x="168" y="557"/>
                  </a:cubicBezTo>
                  <a:cubicBezTo>
                    <a:pt x="58" y="621"/>
                    <a:pt x="0" y="757"/>
                    <a:pt x="47" y="876"/>
                  </a:cubicBezTo>
                  <a:cubicBezTo>
                    <a:pt x="86" y="979"/>
                    <a:pt x="183" y="1040"/>
                    <a:pt x="284" y="1040"/>
                  </a:cubicBezTo>
                  <a:cubicBezTo>
                    <a:pt x="327" y="1040"/>
                    <a:pt x="371" y="1029"/>
                    <a:pt x="412" y="1005"/>
                  </a:cubicBezTo>
                  <a:cubicBezTo>
                    <a:pt x="727" y="823"/>
                    <a:pt x="1054" y="658"/>
                    <a:pt x="1389" y="512"/>
                  </a:cubicBezTo>
                  <a:cubicBezTo>
                    <a:pt x="1518" y="458"/>
                    <a:pt x="1584" y="312"/>
                    <a:pt x="1538" y="177"/>
                  </a:cubicBezTo>
                  <a:lnTo>
                    <a:pt x="1525" y="141"/>
                  </a:lnTo>
                  <a:cubicBezTo>
                    <a:pt x="1496" y="54"/>
                    <a:pt x="1415" y="1"/>
                    <a:pt x="1330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1" name="Google Shape;4621;p73"/>
            <p:cNvSpPr/>
            <p:nvPr/>
          </p:nvSpPr>
          <p:spPr>
            <a:xfrm>
              <a:off x="6325825" y="2862750"/>
              <a:ext cx="54425" cy="22400"/>
            </a:xfrm>
            <a:custGeom>
              <a:avLst/>
              <a:gdLst/>
              <a:ahLst/>
              <a:cxnLst/>
              <a:rect l="l" t="t" r="r" b="b"/>
              <a:pathLst>
                <a:path w="2177" h="896" extrusionOk="0">
                  <a:moveTo>
                    <a:pt x="1906" y="0"/>
                  </a:moveTo>
                  <a:cubicBezTo>
                    <a:pt x="1894" y="0"/>
                    <a:pt x="1883" y="1"/>
                    <a:pt x="1871" y="2"/>
                  </a:cubicBezTo>
                  <a:cubicBezTo>
                    <a:pt x="1306" y="87"/>
                    <a:pt x="748" y="220"/>
                    <a:pt x="205" y="400"/>
                  </a:cubicBezTo>
                  <a:cubicBezTo>
                    <a:pt x="71" y="444"/>
                    <a:pt x="0" y="590"/>
                    <a:pt x="47" y="725"/>
                  </a:cubicBezTo>
                  <a:cubicBezTo>
                    <a:pt x="84" y="829"/>
                    <a:pt x="183" y="895"/>
                    <a:pt x="288" y="895"/>
                  </a:cubicBezTo>
                  <a:cubicBezTo>
                    <a:pt x="316" y="895"/>
                    <a:pt x="343" y="891"/>
                    <a:pt x="370" y="882"/>
                  </a:cubicBezTo>
                  <a:cubicBezTo>
                    <a:pt x="883" y="712"/>
                    <a:pt x="1408" y="587"/>
                    <a:pt x="1941" y="507"/>
                  </a:cubicBezTo>
                  <a:cubicBezTo>
                    <a:pt x="2081" y="488"/>
                    <a:pt x="2177" y="360"/>
                    <a:pt x="2157" y="220"/>
                  </a:cubicBezTo>
                  <a:cubicBezTo>
                    <a:pt x="2140" y="93"/>
                    <a:pt x="2031" y="0"/>
                    <a:pt x="1906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2" name="Google Shape;4622;p73"/>
            <p:cNvSpPr/>
            <p:nvPr/>
          </p:nvSpPr>
          <p:spPr>
            <a:xfrm>
              <a:off x="7023725" y="3061400"/>
              <a:ext cx="101300" cy="50475"/>
            </a:xfrm>
            <a:custGeom>
              <a:avLst/>
              <a:gdLst/>
              <a:ahLst/>
              <a:cxnLst/>
              <a:rect l="l" t="t" r="r" b="b"/>
              <a:pathLst>
                <a:path w="4052" h="2019" extrusionOk="0">
                  <a:moveTo>
                    <a:pt x="273" y="0"/>
                  </a:moveTo>
                  <a:cubicBezTo>
                    <a:pt x="158" y="0"/>
                    <a:pt x="53" y="81"/>
                    <a:pt x="29" y="199"/>
                  </a:cubicBezTo>
                  <a:cubicBezTo>
                    <a:pt x="0" y="339"/>
                    <a:pt x="87" y="475"/>
                    <a:pt x="225" y="507"/>
                  </a:cubicBezTo>
                  <a:cubicBezTo>
                    <a:pt x="1077" y="720"/>
                    <a:pt x="1895" y="1048"/>
                    <a:pt x="2655" y="1487"/>
                  </a:cubicBezTo>
                  <a:lnTo>
                    <a:pt x="2505" y="1740"/>
                  </a:lnTo>
                  <a:cubicBezTo>
                    <a:pt x="2459" y="1818"/>
                    <a:pt x="2511" y="1919"/>
                    <a:pt x="2603" y="1925"/>
                  </a:cubicBezTo>
                  <a:lnTo>
                    <a:pt x="3885" y="2018"/>
                  </a:lnTo>
                  <a:cubicBezTo>
                    <a:pt x="3889" y="2019"/>
                    <a:pt x="3892" y="2019"/>
                    <a:pt x="3896" y="2019"/>
                  </a:cubicBezTo>
                  <a:cubicBezTo>
                    <a:pt x="3991" y="2019"/>
                    <a:pt x="4052" y="1911"/>
                    <a:pt x="3999" y="1829"/>
                  </a:cubicBezTo>
                  <a:lnTo>
                    <a:pt x="3302" y="747"/>
                  </a:lnTo>
                  <a:cubicBezTo>
                    <a:pt x="3278" y="709"/>
                    <a:pt x="3238" y="690"/>
                    <a:pt x="3198" y="690"/>
                  </a:cubicBezTo>
                  <a:cubicBezTo>
                    <a:pt x="3157" y="690"/>
                    <a:pt x="3116" y="710"/>
                    <a:pt x="3093" y="750"/>
                  </a:cubicBezTo>
                  <a:lnTo>
                    <a:pt x="2917" y="1048"/>
                  </a:lnTo>
                  <a:cubicBezTo>
                    <a:pt x="2108" y="582"/>
                    <a:pt x="1237" y="231"/>
                    <a:pt x="330" y="7"/>
                  </a:cubicBezTo>
                  <a:cubicBezTo>
                    <a:pt x="311" y="3"/>
                    <a:pt x="292" y="0"/>
                    <a:pt x="273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3" name="Google Shape;4623;p73"/>
            <p:cNvSpPr/>
            <p:nvPr/>
          </p:nvSpPr>
          <p:spPr>
            <a:xfrm>
              <a:off x="6952750" y="3054150"/>
              <a:ext cx="63100" cy="15650"/>
            </a:xfrm>
            <a:custGeom>
              <a:avLst/>
              <a:gdLst/>
              <a:ahLst/>
              <a:cxnLst/>
              <a:rect l="l" t="t" r="r" b="b"/>
              <a:pathLst>
                <a:path w="2524" h="626" extrusionOk="0">
                  <a:moveTo>
                    <a:pt x="787" y="1"/>
                  </a:moveTo>
                  <a:cubicBezTo>
                    <a:pt x="606" y="1"/>
                    <a:pt x="423" y="7"/>
                    <a:pt x="242" y="18"/>
                  </a:cubicBezTo>
                  <a:cubicBezTo>
                    <a:pt x="104" y="31"/>
                    <a:pt x="0" y="151"/>
                    <a:pt x="10" y="291"/>
                  </a:cubicBezTo>
                  <a:cubicBezTo>
                    <a:pt x="21" y="425"/>
                    <a:pt x="131" y="526"/>
                    <a:pt x="264" y="526"/>
                  </a:cubicBezTo>
                  <a:cubicBezTo>
                    <a:pt x="269" y="526"/>
                    <a:pt x="274" y="526"/>
                    <a:pt x="279" y="526"/>
                  </a:cubicBezTo>
                  <a:cubicBezTo>
                    <a:pt x="447" y="516"/>
                    <a:pt x="617" y="510"/>
                    <a:pt x="787" y="510"/>
                  </a:cubicBezTo>
                  <a:cubicBezTo>
                    <a:pt x="1261" y="512"/>
                    <a:pt x="1735" y="548"/>
                    <a:pt x="2204" y="622"/>
                  </a:cubicBezTo>
                  <a:cubicBezTo>
                    <a:pt x="2218" y="624"/>
                    <a:pt x="2232" y="626"/>
                    <a:pt x="2246" y="626"/>
                  </a:cubicBezTo>
                  <a:cubicBezTo>
                    <a:pt x="2364" y="626"/>
                    <a:pt x="2469" y="542"/>
                    <a:pt x="2495" y="422"/>
                  </a:cubicBezTo>
                  <a:cubicBezTo>
                    <a:pt x="2524" y="281"/>
                    <a:pt x="2430" y="145"/>
                    <a:pt x="2289" y="121"/>
                  </a:cubicBezTo>
                  <a:cubicBezTo>
                    <a:pt x="1792" y="41"/>
                    <a:pt x="1289" y="1"/>
                    <a:pt x="787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4" name="Google Shape;4624;p73"/>
            <p:cNvSpPr/>
            <p:nvPr/>
          </p:nvSpPr>
          <p:spPr>
            <a:xfrm>
              <a:off x="6843450" y="3073975"/>
              <a:ext cx="39625" cy="26025"/>
            </a:xfrm>
            <a:custGeom>
              <a:avLst/>
              <a:gdLst/>
              <a:ahLst/>
              <a:cxnLst/>
              <a:rect l="l" t="t" r="r" b="b"/>
              <a:pathLst>
                <a:path w="1585" h="1041" extrusionOk="0">
                  <a:moveTo>
                    <a:pt x="1331" y="0"/>
                  </a:moveTo>
                  <a:cubicBezTo>
                    <a:pt x="1304" y="0"/>
                    <a:pt x="1277" y="6"/>
                    <a:pt x="1251" y="16"/>
                  </a:cubicBezTo>
                  <a:cubicBezTo>
                    <a:pt x="880" y="175"/>
                    <a:pt x="518" y="356"/>
                    <a:pt x="170" y="558"/>
                  </a:cubicBezTo>
                  <a:cubicBezTo>
                    <a:pt x="60" y="622"/>
                    <a:pt x="1" y="758"/>
                    <a:pt x="47" y="876"/>
                  </a:cubicBezTo>
                  <a:cubicBezTo>
                    <a:pt x="87" y="979"/>
                    <a:pt x="185" y="1040"/>
                    <a:pt x="287" y="1040"/>
                  </a:cubicBezTo>
                  <a:cubicBezTo>
                    <a:pt x="330" y="1040"/>
                    <a:pt x="373" y="1029"/>
                    <a:pt x="414" y="1006"/>
                  </a:cubicBezTo>
                  <a:cubicBezTo>
                    <a:pt x="729" y="822"/>
                    <a:pt x="1056" y="657"/>
                    <a:pt x="1391" y="513"/>
                  </a:cubicBezTo>
                  <a:cubicBezTo>
                    <a:pt x="1520" y="457"/>
                    <a:pt x="1584" y="311"/>
                    <a:pt x="1540" y="178"/>
                  </a:cubicBezTo>
                  <a:lnTo>
                    <a:pt x="1527" y="141"/>
                  </a:lnTo>
                  <a:cubicBezTo>
                    <a:pt x="1497" y="55"/>
                    <a:pt x="1417" y="0"/>
                    <a:pt x="133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5" name="Google Shape;4625;p73"/>
            <p:cNvSpPr/>
            <p:nvPr/>
          </p:nvSpPr>
          <p:spPr>
            <a:xfrm>
              <a:off x="6889575" y="3056825"/>
              <a:ext cx="54425" cy="22400"/>
            </a:xfrm>
            <a:custGeom>
              <a:avLst/>
              <a:gdLst/>
              <a:ahLst/>
              <a:cxnLst/>
              <a:rect l="l" t="t" r="r" b="b"/>
              <a:pathLst>
                <a:path w="2177" h="896" extrusionOk="0">
                  <a:moveTo>
                    <a:pt x="1906" y="0"/>
                  </a:moveTo>
                  <a:cubicBezTo>
                    <a:pt x="1894" y="0"/>
                    <a:pt x="1883" y="1"/>
                    <a:pt x="1871" y="3"/>
                  </a:cubicBezTo>
                  <a:lnTo>
                    <a:pt x="1871" y="4"/>
                  </a:lnTo>
                  <a:cubicBezTo>
                    <a:pt x="1306" y="88"/>
                    <a:pt x="748" y="220"/>
                    <a:pt x="205" y="400"/>
                  </a:cubicBezTo>
                  <a:cubicBezTo>
                    <a:pt x="71" y="446"/>
                    <a:pt x="0" y="592"/>
                    <a:pt x="47" y="725"/>
                  </a:cubicBezTo>
                  <a:cubicBezTo>
                    <a:pt x="84" y="830"/>
                    <a:pt x="182" y="896"/>
                    <a:pt x="288" y="896"/>
                  </a:cubicBezTo>
                  <a:cubicBezTo>
                    <a:pt x="315" y="896"/>
                    <a:pt x="343" y="891"/>
                    <a:pt x="370" y="882"/>
                  </a:cubicBezTo>
                  <a:cubicBezTo>
                    <a:pt x="881" y="714"/>
                    <a:pt x="1406" y="587"/>
                    <a:pt x="1940" y="509"/>
                  </a:cubicBezTo>
                  <a:cubicBezTo>
                    <a:pt x="2079" y="490"/>
                    <a:pt x="2177" y="360"/>
                    <a:pt x="2157" y="220"/>
                  </a:cubicBezTo>
                  <a:cubicBezTo>
                    <a:pt x="2140" y="93"/>
                    <a:pt x="2031" y="0"/>
                    <a:pt x="1906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6" name="Google Shape;4626;p73"/>
            <p:cNvSpPr/>
            <p:nvPr/>
          </p:nvSpPr>
          <p:spPr>
            <a:xfrm>
              <a:off x="6245350" y="4177200"/>
              <a:ext cx="101275" cy="50475"/>
            </a:xfrm>
            <a:custGeom>
              <a:avLst/>
              <a:gdLst/>
              <a:ahLst/>
              <a:cxnLst/>
              <a:rect l="l" t="t" r="r" b="b"/>
              <a:pathLst>
                <a:path w="4051" h="2019" extrusionOk="0">
                  <a:moveTo>
                    <a:pt x="157" y="1"/>
                  </a:moveTo>
                  <a:cubicBezTo>
                    <a:pt x="61" y="1"/>
                    <a:pt x="1" y="107"/>
                    <a:pt x="54" y="190"/>
                  </a:cubicBezTo>
                  <a:lnTo>
                    <a:pt x="750" y="1274"/>
                  </a:lnTo>
                  <a:cubicBezTo>
                    <a:pt x="774" y="1311"/>
                    <a:pt x="813" y="1330"/>
                    <a:pt x="852" y="1330"/>
                  </a:cubicBezTo>
                  <a:cubicBezTo>
                    <a:pt x="893" y="1330"/>
                    <a:pt x="935" y="1309"/>
                    <a:pt x="958" y="1269"/>
                  </a:cubicBezTo>
                  <a:lnTo>
                    <a:pt x="1136" y="973"/>
                  </a:lnTo>
                  <a:cubicBezTo>
                    <a:pt x="1945" y="1439"/>
                    <a:pt x="2816" y="1788"/>
                    <a:pt x="3722" y="2012"/>
                  </a:cubicBezTo>
                  <a:cubicBezTo>
                    <a:pt x="3741" y="2017"/>
                    <a:pt x="3761" y="2019"/>
                    <a:pt x="3779" y="2019"/>
                  </a:cubicBezTo>
                  <a:cubicBezTo>
                    <a:pt x="3895" y="2019"/>
                    <a:pt x="3999" y="1938"/>
                    <a:pt x="4023" y="1820"/>
                  </a:cubicBezTo>
                  <a:cubicBezTo>
                    <a:pt x="4051" y="1682"/>
                    <a:pt x="3964" y="1546"/>
                    <a:pt x="3828" y="1512"/>
                  </a:cubicBezTo>
                  <a:cubicBezTo>
                    <a:pt x="2976" y="1301"/>
                    <a:pt x="2158" y="971"/>
                    <a:pt x="1396" y="534"/>
                  </a:cubicBezTo>
                  <a:lnTo>
                    <a:pt x="1548" y="279"/>
                  </a:lnTo>
                  <a:cubicBezTo>
                    <a:pt x="1594" y="201"/>
                    <a:pt x="1541" y="100"/>
                    <a:pt x="1450" y="94"/>
                  </a:cubicBezTo>
                  <a:lnTo>
                    <a:pt x="166" y="1"/>
                  </a:lnTo>
                  <a:cubicBezTo>
                    <a:pt x="163" y="1"/>
                    <a:pt x="160" y="1"/>
                    <a:pt x="157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7" name="Google Shape;4627;p73"/>
            <p:cNvSpPr/>
            <p:nvPr/>
          </p:nvSpPr>
          <p:spPr>
            <a:xfrm>
              <a:off x="6354525" y="4219275"/>
              <a:ext cx="63075" cy="15675"/>
            </a:xfrm>
            <a:custGeom>
              <a:avLst/>
              <a:gdLst/>
              <a:ahLst/>
              <a:cxnLst/>
              <a:rect l="l" t="t" r="r" b="b"/>
              <a:pathLst>
                <a:path w="2523" h="627" extrusionOk="0">
                  <a:moveTo>
                    <a:pt x="279" y="1"/>
                  </a:moveTo>
                  <a:cubicBezTo>
                    <a:pt x="160" y="1"/>
                    <a:pt x="54" y="84"/>
                    <a:pt x="29" y="204"/>
                  </a:cubicBezTo>
                  <a:cubicBezTo>
                    <a:pt x="1" y="345"/>
                    <a:pt x="93" y="483"/>
                    <a:pt x="236" y="507"/>
                  </a:cubicBezTo>
                  <a:cubicBezTo>
                    <a:pt x="732" y="585"/>
                    <a:pt x="1235" y="625"/>
                    <a:pt x="1738" y="627"/>
                  </a:cubicBezTo>
                  <a:cubicBezTo>
                    <a:pt x="1919" y="627"/>
                    <a:pt x="2102" y="621"/>
                    <a:pt x="2282" y="609"/>
                  </a:cubicBezTo>
                  <a:cubicBezTo>
                    <a:pt x="2420" y="596"/>
                    <a:pt x="2523" y="475"/>
                    <a:pt x="2513" y="337"/>
                  </a:cubicBezTo>
                  <a:cubicBezTo>
                    <a:pt x="2504" y="203"/>
                    <a:pt x="2392" y="100"/>
                    <a:pt x="2260" y="100"/>
                  </a:cubicBezTo>
                  <a:cubicBezTo>
                    <a:pt x="2255" y="100"/>
                    <a:pt x="2251" y="100"/>
                    <a:pt x="2246" y="100"/>
                  </a:cubicBezTo>
                  <a:cubicBezTo>
                    <a:pt x="2076" y="110"/>
                    <a:pt x="1908" y="116"/>
                    <a:pt x="1738" y="116"/>
                  </a:cubicBezTo>
                  <a:cubicBezTo>
                    <a:pt x="1262" y="116"/>
                    <a:pt x="790" y="78"/>
                    <a:pt x="321" y="4"/>
                  </a:cubicBezTo>
                  <a:cubicBezTo>
                    <a:pt x="307" y="2"/>
                    <a:pt x="293" y="1"/>
                    <a:pt x="27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8" name="Google Shape;4628;p73"/>
            <p:cNvSpPr/>
            <p:nvPr/>
          </p:nvSpPr>
          <p:spPr>
            <a:xfrm>
              <a:off x="6487275" y="4189125"/>
              <a:ext cx="39625" cy="25975"/>
            </a:xfrm>
            <a:custGeom>
              <a:avLst/>
              <a:gdLst/>
              <a:ahLst/>
              <a:cxnLst/>
              <a:rect l="l" t="t" r="r" b="b"/>
              <a:pathLst>
                <a:path w="1585" h="1039" extrusionOk="0">
                  <a:moveTo>
                    <a:pt x="1300" y="0"/>
                  </a:moveTo>
                  <a:cubicBezTo>
                    <a:pt x="1257" y="0"/>
                    <a:pt x="1213" y="11"/>
                    <a:pt x="1173" y="35"/>
                  </a:cubicBezTo>
                  <a:cubicBezTo>
                    <a:pt x="857" y="217"/>
                    <a:pt x="531" y="382"/>
                    <a:pt x="196" y="528"/>
                  </a:cubicBezTo>
                  <a:cubicBezTo>
                    <a:pt x="66" y="582"/>
                    <a:pt x="1" y="728"/>
                    <a:pt x="47" y="863"/>
                  </a:cubicBezTo>
                  <a:lnTo>
                    <a:pt x="60" y="899"/>
                  </a:lnTo>
                  <a:cubicBezTo>
                    <a:pt x="89" y="986"/>
                    <a:pt x="169" y="1039"/>
                    <a:pt x="255" y="1039"/>
                  </a:cubicBezTo>
                  <a:cubicBezTo>
                    <a:pt x="282" y="1039"/>
                    <a:pt x="309" y="1034"/>
                    <a:pt x="335" y="1023"/>
                  </a:cubicBezTo>
                  <a:cubicBezTo>
                    <a:pt x="707" y="866"/>
                    <a:pt x="1067" y="685"/>
                    <a:pt x="1416" y="483"/>
                  </a:cubicBezTo>
                  <a:cubicBezTo>
                    <a:pt x="1527" y="419"/>
                    <a:pt x="1584" y="283"/>
                    <a:pt x="1538" y="164"/>
                  </a:cubicBezTo>
                  <a:cubicBezTo>
                    <a:pt x="1499" y="61"/>
                    <a:pt x="1401" y="0"/>
                    <a:pt x="1300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29" name="Google Shape;4629;p73"/>
            <p:cNvSpPr/>
            <p:nvPr/>
          </p:nvSpPr>
          <p:spPr>
            <a:xfrm>
              <a:off x="6426350" y="4209850"/>
              <a:ext cx="54475" cy="22400"/>
            </a:xfrm>
            <a:custGeom>
              <a:avLst/>
              <a:gdLst/>
              <a:ahLst/>
              <a:cxnLst/>
              <a:rect l="l" t="t" r="r" b="b"/>
              <a:pathLst>
                <a:path w="2179" h="896" extrusionOk="0">
                  <a:moveTo>
                    <a:pt x="1890" y="1"/>
                  </a:moveTo>
                  <a:cubicBezTo>
                    <a:pt x="1863" y="1"/>
                    <a:pt x="1835" y="5"/>
                    <a:pt x="1808" y="14"/>
                  </a:cubicBezTo>
                  <a:cubicBezTo>
                    <a:pt x="1296" y="184"/>
                    <a:pt x="771" y="309"/>
                    <a:pt x="237" y="389"/>
                  </a:cubicBezTo>
                  <a:cubicBezTo>
                    <a:pt x="98" y="408"/>
                    <a:pt x="0" y="536"/>
                    <a:pt x="20" y="676"/>
                  </a:cubicBezTo>
                  <a:cubicBezTo>
                    <a:pt x="37" y="803"/>
                    <a:pt x="147" y="896"/>
                    <a:pt x="273" y="896"/>
                  </a:cubicBezTo>
                  <a:cubicBezTo>
                    <a:pt x="284" y="896"/>
                    <a:pt x="296" y="895"/>
                    <a:pt x="308" y="893"/>
                  </a:cubicBezTo>
                  <a:cubicBezTo>
                    <a:pt x="873" y="809"/>
                    <a:pt x="1430" y="676"/>
                    <a:pt x="1973" y="496"/>
                  </a:cubicBezTo>
                  <a:cubicBezTo>
                    <a:pt x="2106" y="451"/>
                    <a:pt x="2178" y="306"/>
                    <a:pt x="2132" y="171"/>
                  </a:cubicBezTo>
                  <a:cubicBezTo>
                    <a:pt x="2095" y="67"/>
                    <a:pt x="1996" y="1"/>
                    <a:pt x="1890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0" name="Google Shape;4630;p73"/>
            <p:cNvSpPr/>
            <p:nvPr/>
          </p:nvSpPr>
          <p:spPr>
            <a:xfrm>
              <a:off x="5992275" y="3674825"/>
              <a:ext cx="51250" cy="99900"/>
            </a:xfrm>
            <a:custGeom>
              <a:avLst/>
              <a:gdLst/>
              <a:ahLst/>
              <a:cxnLst/>
              <a:rect l="l" t="t" r="r" b="b"/>
              <a:pathLst>
                <a:path w="2050" h="3996" extrusionOk="0">
                  <a:moveTo>
                    <a:pt x="1920" y="0"/>
                  </a:moveTo>
                  <a:cubicBezTo>
                    <a:pt x="1898" y="0"/>
                    <a:pt x="1876" y="6"/>
                    <a:pt x="1854" y="20"/>
                  </a:cubicBezTo>
                  <a:lnTo>
                    <a:pt x="772" y="717"/>
                  </a:lnTo>
                  <a:cubicBezTo>
                    <a:pt x="695" y="766"/>
                    <a:pt x="697" y="878"/>
                    <a:pt x="775" y="926"/>
                  </a:cubicBezTo>
                  <a:lnTo>
                    <a:pt x="1073" y="1102"/>
                  </a:lnTo>
                  <a:cubicBezTo>
                    <a:pt x="607" y="1911"/>
                    <a:pt x="256" y="2782"/>
                    <a:pt x="32" y="3689"/>
                  </a:cubicBezTo>
                  <a:cubicBezTo>
                    <a:pt x="0" y="3825"/>
                    <a:pt x="87" y="3962"/>
                    <a:pt x="224" y="3990"/>
                  </a:cubicBezTo>
                  <a:cubicBezTo>
                    <a:pt x="242" y="3993"/>
                    <a:pt x="260" y="3995"/>
                    <a:pt x="278" y="3995"/>
                  </a:cubicBezTo>
                  <a:cubicBezTo>
                    <a:pt x="397" y="3995"/>
                    <a:pt x="502" y="3914"/>
                    <a:pt x="532" y="3794"/>
                  </a:cubicBezTo>
                  <a:cubicBezTo>
                    <a:pt x="743" y="2942"/>
                    <a:pt x="1073" y="2124"/>
                    <a:pt x="1512" y="1363"/>
                  </a:cubicBezTo>
                  <a:lnTo>
                    <a:pt x="1765" y="1514"/>
                  </a:lnTo>
                  <a:cubicBezTo>
                    <a:pt x="1785" y="1526"/>
                    <a:pt x="1806" y="1531"/>
                    <a:pt x="1827" y="1531"/>
                  </a:cubicBezTo>
                  <a:cubicBezTo>
                    <a:pt x="1888" y="1531"/>
                    <a:pt x="1946" y="1484"/>
                    <a:pt x="1951" y="1416"/>
                  </a:cubicBezTo>
                  <a:lnTo>
                    <a:pt x="2043" y="134"/>
                  </a:lnTo>
                  <a:cubicBezTo>
                    <a:pt x="2049" y="57"/>
                    <a:pt x="1988" y="0"/>
                    <a:pt x="1920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1" name="Google Shape;4631;p73"/>
            <p:cNvSpPr/>
            <p:nvPr/>
          </p:nvSpPr>
          <p:spPr>
            <a:xfrm>
              <a:off x="5985650" y="3783750"/>
              <a:ext cx="16125" cy="62275"/>
            </a:xfrm>
            <a:custGeom>
              <a:avLst/>
              <a:gdLst/>
              <a:ahLst/>
              <a:cxnLst/>
              <a:rect l="l" t="t" r="r" b="b"/>
              <a:pathLst>
                <a:path w="645" h="2491" extrusionOk="0">
                  <a:moveTo>
                    <a:pt x="371" y="1"/>
                  </a:moveTo>
                  <a:cubicBezTo>
                    <a:pt x="249" y="1"/>
                    <a:pt x="141" y="89"/>
                    <a:pt x="121" y="212"/>
                  </a:cubicBezTo>
                  <a:cubicBezTo>
                    <a:pt x="41" y="709"/>
                    <a:pt x="1" y="1212"/>
                    <a:pt x="1" y="1714"/>
                  </a:cubicBezTo>
                  <a:cubicBezTo>
                    <a:pt x="1" y="1895"/>
                    <a:pt x="7" y="2078"/>
                    <a:pt x="19" y="2259"/>
                  </a:cubicBezTo>
                  <a:cubicBezTo>
                    <a:pt x="31" y="2390"/>
                    <a:pt x="140" y="2490"/>
                    <a:pt x="270" y="2490"/>
                  </a:cubicBezTo>
                  <a:cubicBezTo>
                    <a:pt x="277" y="2490"/>
                    <a:pt x="284" y="2490"/>
                    <a:pt x="291" y="2489"/>
                  </a:cubicBezTo>
                  <a:cubicBezTo>
                    <a:pt x="428" y="2480"/>
                    <a:pt x="534" y="2361"/>
                    <a:pt x="526" y="2222"/>
                  </a:cubicBezTo>
                  <a:cubicBezTo>
                    <a:pt x="517" y="2054"/>
                    <a:pt x="510" y="1884"/>
                    <a:pt x="510" y="1714"/>
                  </a:cubicBezTo>
                  <a:cubicBezTo>
                    <a:pt x="512" y="1240"/>
                    <a:pt x="549" y="766"/>
                    <a:pt x="622" y="297"/>
                  </a:cubicBezTo>
                  <a:cubicBezTo>
                    <a:pt x="645" y="163"/>
                    <a:pt x="557" y="35"/>
                    <a:pt x="422" y="6"/>
                  </a:cubicBezTo>
                  <a:cubicBezTo>
                    <a:pt x="405" y="2"/>
                    <a:pt x="388" y="1"/>
                    <a:pt x="371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2" name="Google Shape;4632;p73"/>
            <p:cNvSpPr/>
            <p:nvPr/>
          </p:nvSpPr>
          <p:spPr>
            <a:xfrm>
              <a:off x="6004725" y="3916700"/>
              <a:ext cx="27875" cy="38100"/>
            </a:xfrm>
            <a:custGeom>
              <a:avLst/>
              <a:gdLst/>
              <a:ahLst/>
              <a:cxnLst/>
              <a:rect l="l" t="t" r="r" b="b"/>
              <a:pathLst>
                <a:path w="1115" h="1524" extrusionOk="0">
                  <a:moveTo>
                    <a:pt x="296" y="1"/>
                  </a:moveTo>
                  <a:cubicBezTo>
                    <a:pt x="267" y="1"/>
                    <a:pt x="237" y="5"/>
                    <a:pt x="208" y="15"/>
                  </a:cubicBezTo>
                  <a:lnTo>
                    <a:pt x="171" y="28"/>
                  </a:lnTo>
                  <a:cubicBezTo>
                    <a:pt x="58" y="67"/>
                    <a:pt x="0" y="193"/>
                    <a:pt x="47" y="304"/>
                  </a:cubicBezTo>
                  <a:cubicBezTo>
                    <a:pt x="205" y="675"/>
                    <a:pt x="384" y="1035"/>
                    <a:pt x="588" y="1385"/>
                  </a:cubicBezTo>
                  <a:cubicBezTo>
                    <a:pt x="637" y="1469"/>
                    <a:pt x="728" y="1524"/>
                    <a:pt x="822" y="1524"/>
                  </a:cubicBezTo>
                  <a:cubicBezTo>
                    <a:pt x="850" y="1524"/>
                    <a:pt x="879" y="1519"/>
                    <a:pt x="906" y="1508"/>
                  </a:cubicBezTo>
                  <a:cubicBezTo>
                    <a:pt x="1052" y="1450"/>
                    <a:pt x="1115" y="1277"/>
                    <a:pt x="1036" y="1141"/>
                  </a:cubicBezTo>
                  <a:cubicBezTo>
                    <a:pt x="852" y="826"/>
                    <a:pt x="687" y="499"/>
                    <a:pt x="543" y="164"/>
                  </a:cubicBezTo>
                  <a:cubicBezTo>
                    <a:pt x="499" y="63"/>
                    <a:pt x="400" y="1"/>
                    <a:pt x="296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3" name="Google Shape;4633;p73"/>
            <p:cNvSpPr/>
            <p:nvPr/>
          </p:nvSpPr>
          <p:spPr>
            <a:xfrm>
              <a:off x="5987900" y="3855450"/>
              <a:ext cx="23600" cy="53200"/>
            </a:xfrm>
            <a:custGeom>
              <a:avLst/>
              <a:gdLst/>
              <a:ahLst/>
              <a:cxnLst/>
              <a:rect l="l" t="t" r="r" b="b"/>
              <a:pathLst>
                <a:path w="944" h="2128" extrusionOk="0">
                  <a:moveTo>
                    <a:pt x="273" y="0"/>
                  </a:moveTo>
                  <a:cubicBezTo>
                    <a:pt x="261" y="0"/>
                    <a:pt x="249" y="1"/>
                    <a:pt x="238" y="3"/>
                  </a:cubicBezTo>
                  <a:cubicBezTo>
                    <a:pt x="98" y="22"/>
                    <a:pt x="1" y="150"/>
                    <a:pt x="20" y="289"/>
                  </a:cubicBezTo>
                  <a:lnTo>
                    <a:pt x="21" y="289"/>
                  </a:lnTo>
                  <a:cubicBezTo>
                    <a:pt x="105" y="854"/>
                    <a:pt x="238" y="1412"/>
                    <a:pt x="417" y="1955"/>
                  </a:cubicBezTo>
                  <a:cubicBezTo>
                    <a:pt x="454" y="2061"/>
                    <a:pt x="553" y="2127"/>
                    <a:pt x="658" y="2127"/>
                  </a:cubicBezTo>
                  <a:cubicBezTo>
                    <a:pt x="686" y="2127"/>
                    <a:pt x="714" y="2123"/>
                    <a:pt x="742" y="2113"/>
                  </a:cubicBezTo>
                  <a:cubicBezTo>
                    <a:pt x="875" y="2067"/>
                    <a:pt x="944" y="1923"/>
                    <a:pt x="899" y="1790"/>
                  </a:cubicBezTo>
                  <a:cubicBezTo>
                    <a:pt x="731" y="1279"/>
                    <a:pt x="604" y="754"/>
                    <a:pt x="526" y="220"/>
                  </a:cubicBezTo>
                  <a:cubicBezTo>
                    <a:pt x="508" y="93"/>
                    <a:pt x="398" y="0"/>
                    <a:pt x="273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4" name="Google Shape;4634;p73"/>
            <p:cNvSpPr/>
            <p:nvPr/>
          </p:nvSpPr>
          <p:spPr>
            <a:xfrm>
              <a:off x="6071975" y="3300325"/>
              <a:ext cx="52475" cy="102475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5" name="Google Shape;4635;p73"/>
            <p:cNvSpPr/>
            <p:nvPr/>
          </p:nvSpPr>
          <p:spPr>
            <a:xfrm>
              <a:off x="6122225" y="3408475"/>
              <a:ext cx="47725" cy="4955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6" name="Google Shape;4636;p73"/>
            <p:cNvSpPr/>
            <p:nvPr/>
          </p:nvSpPr>
          <p:spPr>
            <a:xfrm>
              <a:off x="6228150" y="3490275"/>
              <a:ext cx="42050" cy="21525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7" name="Google Shape;4637;p73"/>
            <p:cNvSpPr/>
            <p:nvPr/>
          </p:nvSpPr>
          <p:spPr>
            <a:xfrm>
              <a:off x="6172850" y="3459275"/>
              <a:ext cx="49900" cy="34575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8" name="Google Shape;4638;p73"/>
            <p:cNvSpPr/>
            <p:nvPr/>
          </p:nvSpPr>
          <p:spPr>
            <a:xfrm>
              <a:off x="7323825" y="3495225"/>
              <a:ext cx="51250" cy="99900"/>
            </a:xfrm>
            <a:custGeom>
              <a:avLst/>
              <a:gdLst/>
              <a:ahLst/>
              <a:cxnLst/>
              <a:rect l="l" t="t" r="r" b="b"/>
              <a:pathLst>
                <a:path w="2050" h="3996" extrusionOk="0">
                  <a:moveTo>
                    <a:pt x="1772" y="0"/>
                  </a:moveTo>
                  <a:cubicBezTo>
                    <a:pt x="1653" y="0"/>
                    <a:pt x="1547" y="82"/>
                    <a:pt x="1518" y="201"/>
                  </a:cubicBezTo>
                  <a:cubicBezTo>
                    <a:pt x="1307" y="1053"/>
                    <a:pt x="977" y="1872"/>
                    <a:pt x="540" y="2634"/>
                  </a:cubicBezTo>
                  <a:lnTo>
                    <a:pt x="285" y="2482"/>
                  </a:lnTo>
                  <a:cubicBezTo>
                    <a:pt x="265" y="2470"/>
                    <a:pt x="244" y="2465"/>
                    <a:pt x="223" y="2465"/>
                  </a:cubicBezTo>
                  <a:cubicBezTo>
                    <a:pt x="162" y="2465"/>
                    <a:pt x="104" y="2511"/>
                    <a:pt x="99" y="2579"/>
                  </a:cubicBezTo>
                  <a:lnTo>
                    <a:pt x="6" y="3864"/>
                  </a:lnTo>
                  <a:cubicBezTo>
                    <a:pt x="0" y="3939"/>
                    <a:pt x="62" y="3995"/>
                    <a:pt x="129" y="3995"/>
                  </a:cubicBezTo>
                  <a:cubicBezTo>
                    <a:pt x="152" y="3995"/>
                    <a:pt x="174" y="3989"/>
                    <a:pt x="195" y="3976"/>
                  </a:cubicBezTo>
                  <a:lnTo>
                    <a:pt x="1278" y="3279"/>
                  </a:lnTo>
                  <a:cubicBezTo>
                    <a:pt x="1355" y="3229"/>
                    <a:pt x="1353" y="3117"/>
                    <a:pt x="1275" y="3071"/>
                  </a:cubicBezTo>
                  <a:lnTo>
                    <a:pt x="978" y="2893"/>
                  </a:lnTo>
                  <a:cubicBezTo>
                    <a:pt x="1444" y="2085"/>
                    <a:pt x="1794" y="1213"/>
                    <a:pt x="2018" y="307"/>
                  </a:cubicBezTo>
                  <a:cubicBezTo>
                    <a:pt x="2050" y="171"/>
                    <a:pt x="1963" y="35"/>
                    <a:pt x="1826" y="6"/>
                  </a:cubicBezTo>
                  <a:cubicBezTo>
                    <a:pt x="1808" y="2"/>
                    <a:pt x="1790" y="0"/>
                    <a:pt x="1772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39" name="Google Shape;4639;p73"/>
            <p:cNvSpPr/>
            <p:nvPr/>
          </p:nvSpPr>
          <p:spPr>
            <a:xfrm>
              <a:off x="7365575" y="3423925"/>
              <a:ext cx="16150" cy="62275"/>
            </a:xfrm>
            <a:custGeom>
              <a:avLst/>
              <a:gdLst/>
              <a:ahLst/>
              <a:cxnLst/>
              <a:rect l="l" t="t" r="r" b="b"/>
              <a:pathLst>
                <a:path w="646" h="2491" extrusionOk="0">
                  <a:moveTo>
                    <a:pt x="375" y="0"/>
                  </a:moveTo>
                  <a:cubicBezTo>
                    <a:pt x="368" y="0"/>
                    <a:pt x="361" y="1"/>
                    <a:pt x="354" y="1"/>
                  </a:cubicBezTo>
                  <a:cubicBezTo>
                    <a:pt x="216" y="11"/>
                    <a:pt x="111" y="129"/>
                    <a:pt x="119" y="269"/>
                  </a:cubicBezTo>
                  <a:cubicBezTo>
                    <a:pt x="128" y="438"/>
                    <a:pt x="135" y="607"/>
                    <a:pt x="135" y="776"/>
                  </a:cubicBezTo>
                  <a:cubicBezTo>
                    <a:pt x="135" y="1252"/>
                    <a:pt x="96" y="1724"/>
                    <a:pt x="23" y="2193"/>
                  </a:cubicBezTo>
                  <a:cubicBezTo>
                    <a:pt x="0" y="2328"/>
                    <a:pt x="88" y="2458"/>
                    <a:pt x="223" y="2485"/>
                  </a:cubicBezTo>
                  <a:cubicBezTo>
                    <a:pt x="240" y="2488"/>
                    <a:pt x="257" y="2490"/>
                    <a:pt x="274" y="2490"/>
                  </a:cubicBezTo>
                  <a:cubicBezTo>
                    <a:pt x="396" y="2490"/>
                    <a:pt x="504" y="2403"/>
                    <a:pt x="526" y="2278"/>
                  </a:cubicBezTo>
                  <a:cubicBezTo>
                    <a:pt x="604" y="1782"/>
                    <a:pt x="644" y="1279"/>
                    <a:pt x="646" y="776"/>
                  </a:cubicBezTo>
                  <a:cubicBezTo>
                    <a:pt x="646" y="595"/>
                    <a:pt x="638" y="413"/>
                    <a:pt x="626" y="232"/>
                  </a:cubicBezTo>
                  <a:cubicBezTo>
                    <a:pt x="616" y="101"/>
                    <a:pt x="505" y="0"/>
                    <a:pt x="375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40" name="Google Shape;4640;p73"/>
            <p:cNvSpPr/>
            <p:nvPr/>
          </p:nvSpPr>
          <p:spPr>
            <a:xfrm>
              <a:off x="7334775" y="3315150"/>
              <a:ext cx="27850" cy="38100"/>
            </a:xfrm>
            <a:custGeom>
              <a:avLst/>
              <a:gdLst/>
              <a:ahLst/>
              <a:cxnLst/>
              <a:rect l="l" t="t" r="r" b="b"/>
              <a:pathLst>
                <a:path w="1114" h="1524" extrusionOk="0">
                  <a:moveTo>
                    <a:pt x="293" y="1"/>
                  </a:moveTo>
                  <a:cubicBezTo>
                    <a:pt x="265" y="1"/>
                    <a:pt x="236" y="5"/>
                    <a:pt x="209" y="16"/>
                  </a:cubicBezTo>
                  <a:cubicBezTo>
                    <a:pt x="62" y="74"/>
                    <a:pt x="1" y="246"/>
                    <a:pt x="79" y="383"/>
                  </a:cubicBezTo>
                  <a:cubicBezTo>
                    <a:pt x="262" y="698"/>
                    <a:pt x="427" y="1025"/>
                    <a:pt x="573" y="1359"/>
                  </a:cubicBezTo>
                  <a:cubicBezTo>
                    <a:pt x="615" y="1461"/>
                    <a:pt x="714" y="1523"/>
                    <a:pt x="819" y="1523"/>
                  </a:cubicBezTo>
                  <a:cubicBezTo>
                    <a:pt x="848" y="1523"/>
                    <a:pt x="878" y="1518"/>
                    <a:pt x="907" y="1508"/>
                  </a:cubicBezTo>
                  <a:lnTo>
                    <a:pt x="942" y="1495"/>
                  </a:lnTo>
                  <a:cubicBezTo>
                    <a:pt x="1056" y="1457"/>
                    <a:pt x="1114" y="1331"/>
                    <a:pt x="1067" y="1220"/>
                  </a:cubicBezTo>
                  <a:cubicBezTo>
                    <a:pt x="910" y="849"/>
                    <a:pt x="729" y="488"/>
                    <a:pt x="528" y="139"/>
                  </a:cubicBezTo>
                  <a:cubicBezTo>
                    <a:pt x="478" y="54"/>
                    <a:pt x="387" y="1"/>
                    <a:pt x="293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41" name="Google Shape;4641;p73"/>
            <p:cNvSpPr/>
            <p:nvPr/>
          </p:nvSpPr>
          <p:spPr>
            <a:xfrm>
              <a:off x="7355800" y="3361300"/>
              <a:ext cx="23650" cy="53200"/>
            </a:xfrm>
            <a:custGeom>
              <a:avLst/>
              <a:gdLst/>
              <a:ahLst/>
              <a:cxnLst/>
              <a:rect l="l" t="t" r="r" b="b"/>
              <a:pathLst>
                <a:path w="946" h="2128" extrusionOk="0">
                  <a:moveTo>
                    <a:pt x="288" y="0"/>
                  </a:moveTo>
                  <a:cubicBezTo>
                    <a:pt x="260" y="0"/>
                    <a:pt x="232" y="5"/>
                    <a:pt x="204" y="15"/>
                  </a:cubicBezTo>
                  <a:cubicBezTo>
                    <a:pt x="71" y="61"/>
                    <a:pt x="1" y="205"/>
                    <a:pt x="47" y="338"/>
                  </a:cubicBezTo>
                  <a:cubicBezTo>
                    <a:pt x="215" y="850"/>
                    <a:pt x="342" y="1376"/>
                    <a:pt x="420" y="1909"/>
                  </a:cubicBezTo>
                  <a:cubicBezTo>
                    <a:pt x="438" y="2036"/>
                    <a:pt x="548" y="2128"/>
                    <a:pt x="673" y="2128"/>
                  </a:cubicBezTo>
                  <a:cubicBezTo>
                    <a:pt x="685" y="2128"/>
                    <a:pt x="696" y="2127"/>
                    <a:pt x="708" y="2125"/>
                  </a:cubicBezTo>
                  <a:cubicBezTo>
                    <a:pt x="848" y="2106"/>
                    <a:pt x="945" y="1978"/>
                    <a:pt x="926" y="1839"/>
                  </a:cubicBezTo>
                  <a:lnTo>
                    <a:pt x="925" y="1839"/>
                  </a:lnTo>
                  <a:cubicBezTo>
                    <a:pt x="841" y="1273"/>
                    <a:pt x="708" y="716"/>
                    <a:pt x="529" y="173"/>
                  </a:cubicBezTo>
                  <a:cubicBezTo>
                    <a:pt x="492" y="67"/>
                    <a:pt x="393" y="0"/>
                    <a:pt x="288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42" name="Google Shape;4642;p73"/>
            <p:cNvSpPr/>
            <p:nvPr/>
          </p:nvSpPr>
          <p:spPr>
            <a:xfrm>
              <a:off x="7093025" y="4348600"/>
              <a:ext cx="104200" cy="51200"/>
            </a:xfrm>
            <a:custGeom>
              <a:avLst/>
              <a:gdLst/>
              <a:ahLst/>
              <a:cxnLst/>
              <a:rect l="l" t="t" r="r" b="b"/>
              <a:pathLst>
                <a:path w="4168" h="2048" extrusionOk="0">
                  <a:moveTo>
                    <a:pt x="3871" y="0"/>
                  </a:moveTo>
                  <a:cubicBezTo>
                    <a:pt x="3824" y="0"/>
                    <a:pt x="3777" y="13"/>
                    <a:pt x="3735" y="39"/>
                  </a:cubicBezTo>
                  <a:cubicBezTo>
                    <a:pt x="2982" y="492"/>
                    <a:pt x="2170" y="838"/>
                    <a:pt x="1323" y="1067"/>
                  </a:cubicBezTo>
                  <a:lnTo>
                    <a:pt x="1249" y="780"/>
                  </a:lnTo>
                  <a:cubicBezTo>
                    <a:pt x="1235" y="721"/>
                    <a:pt x="1183" y="687"/>
                    <a:pt x="1130" y="687"/>
                  </a:cubicBezTo>
                  <a:cubicBezTo>
                    <a:pt x="1102" y="687"/>
                    <a:pt x="1073" y="696"/>
                    <a:pt x="1049" y="717"/>
                  </a:cubicBezTo>
                  <a:lnTo>
                    <a:pt x="76" y="1560"/>
                  </a:lnTo>
                  <a:cubicBezTo>
                    <a:pt x="0" y="1625"/>
                    <a:pt x="32" y="1750"/>
                    <a:pt x="130" y="1773"/>
                  </a:cubicBezTo>
                  <a:lnTo>
                    <a:pt x="1389" y="2045"/>
                  </a:lnTo>
                  <a:cubicBezTo>
                    <a:pt x="1398" y="2047"/>
                    <a:pt x="1407" y="2048"/>
                    <a:pt x="1416" y="2048"/>
                  </a:cubicBezTo>
                  <a:cubicBezTo>
                    <a:pt x="1493" y="2048"/>
                    <a:pt x="1555" y="1975"/>
                    <a:pt x="1534" y="1894"/>
                  </a:cubicBezTo>
                  <a:lnTo>
                    <a:pt x="1450" y="1561"/>
                  </a:lnTo>
                  <a:cubicBezTo>
                    <a:pt x="2351" y="1318"/>
                    <a:pt x="3214" y="950"/>
                    <a:pt x="4013" y="466"/>
                  </a:cubicBezTo>
                  <a:cubicBezTo>
                    <a:pt x="4132" y="392"/>
                    <a:pt x="4167" y="235"/>
                    <a:pt x="4090" y="119"/>
                  </a:cubicBezTo>
                  <a:cubicBezTo>
                    <a:pt x="4039" y="42"/>
                    <a:pt x="3956" y="0"/>
                    <a:pt x="387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43" name="Google Shape;4643;p73"/>
            <p:cNvSpPr/>
            <p:nvPr/>
          </p:nvSpPr>
          <p:spPr>
            <a:xfrm>
              <a:off x="7201150" y="4302925"/>
              <a:ext cx="51100" cy="46100"/>
            </a:xfrm>
            <a:custGeom>
              <a:avLst/>
              <a:gdLst/>
              <a:ahLst/>
              <a:cxnLst/>
              <a:rect l="l" t="t" r="r" b="b"/>
              <a:pathLst>
                <a:path w="2044" h="1844" extrusionOk="0">
                  <a:moveTo>
                    <a:pt x="1760" y="1"/>
                  </a:moveTo>
                  <a:cubicBezTo>
                    <a:pt x="1689" y="1"/>
                    <a:pt x="1619" y="31"/>
                    <a:pt x="1568" y="88"/>
                  </a:cubicBezTo>
                  <a:cubicBezTo>
                    <a:pt x="1456" y="215"/>
                    <a:pt x="1341" y="338"/>
                    <a:pt x="1221" y="458"/>
                  </a:cubicBezTo>
                  <a:cubicBezTo>
                    <a:pt x="885" y="793"/>
                    <a:pt x="524" y="1102"/>
                    <a:pt x="140" y="1380"/>
                  </a:cubicBezTo>
                  <a:cubicBezTo>
                    <a:pt x="29" y="1460"/>
                    <a:pt x="1" y="1612"/>
                    <a:pt x="74" y="1728"/>
                  </a:cubicBezTo>
                  <a:cubicBezTo>
                    <a:pt x="124" y="1803"/>
                    <a:pt x="205" y="1844"/>
                    <a:pt x="288" y="1844"/>
                  </a:cubicBezTo>
                  <a:cubicBezTo>
                    <a:pt x="339" y="1844"/>
                    <a:pt x="391" y="1828"/>
                    <a:pt x="436" y="1797"/>
                  </a:cubicBezTo>
                  <a:cubicBezTo>
                    <a:pt x="843" y="1500"/>
                    <a:pt x="1226" y="1174"/>
                    <a:pt x="1581" y="820"/>
                  </a:cubicBezTo>
                  <a:cubicBezTo>
                    <a:pt x="1711" y="690"/>
                    <a:pt x="1834" y="557"/>
                    <a:pt x="1954" y="421"/>
                  </a:cubicBezTo>
                  <a:cubicBezTo>
                    <a:pt x="2044" y="315"/>
                    <a:pt x="2033" y="155"/>
                    <a:pt x="1927" y="64"/>
                  </a:cubicBezTo>
                  <a:cubicBezTo>
                    <a:pt x="1879" y="22"/>
                    <a:pt x="1819" y="1"/>
                    <a:pt x="1760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44" name="Google Shape;4644;p73"/>
            <p:cNvSpPr/>
            <p:nvPr/>
          </p:nvSpPr>
          <p:spPr>
            <a:xfrm>
              <a:off x="7282950" y="4203000"/>
              <a:ext cx="22950" cy="40225"/>
            </a:xfrm>
            <a:custGeom>
              <a:avLst/>
              <a:gdLst/>
              <a:ahLst/>
              <a:cxnLst/>
              <a:rect l="l" t="t" r="r" b="b"/>
              <a:pathLst>
                <a:path w="918" h="1609" extrusionOk="0">
                  <a:moveTo>
                    <a:pt x="642" y="0"/>
                  </a:moveTo>
                  <a:cubicBezTo>
                    <a:pt x="531" y="0"/>
                    <a:pt x="426" y="74"/>
                    <a:pt x="396" y="189"/>
                  </a:cubicBezTo>
                  <a:cubicBezTo>
                    <a:pt x="301" y="543"/>
                    <a:pt x="187" y="889"/>
                    <a:pt x="53" y="1228"/>
                  </a:cubicBezTo>
                  <a:cubicBezTo>
                    <a:pt x="0" y="1360"/>
                    <a:pt x="58" y="1509"/>
                    <a:pt x="184" y="1571"/>
                  </a:cubicBezTo>
                  <a:lnTo>
                    <a:pt x="218" y="1587"/>
                  </a:lnTo>
                  <a:cubicBezTo>
                    <a:pt x="248" y="1602"/>
                    <a:pt x="280" y="1608"/>
                    <a:pt x="311" y="1608"/>
                  </a:cubicBezTo>
                  <a:cubicBezTo>
                    <a:pt x="392" y="1608"/>
                    <a:pt x="469" y="1561"/>
                    <a:pt x="501" y="1480"/>
                  </a:cubicBezTo>
                  <a:cubicBezTo>
                    <a:pt x="653" y="1107"/>
                    <a:pt x="780" y="724"/>
                    <a:pt x="886" y="333"/>
                  </a:cubicBezTo>
                  <a:cubicBezTo>
                    <a:pt x="918" y="210"/>
                    <a:pt x="862" y="74"/>
                    <a:pt x="746" y="22"/>
                  </a:cubicBezTo>
                  <a:cubicBezTo>
                    <a:pt x="712" y="7"/>
                    <a:pt x="677" y="0"/>
                    <a:pt x="642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45" name="Google Shape;4645;p73"/>
            <p:cNvSpPr/>
            <p:nvPr/>
          </p:nvSpPr>
          <p:spPr>
            <a:xfrm>
              <a:off x="7252000" y="4250300"/>
              <a:ext cx="36300" cy="48175"/>
            </a:xfrm>
            <a:custGeom>
              <a:avLst/>
              <a:gdLst/>
              <a:ahLst/>
              <a:cxnLst/>
              <a:rect l="l" t="t" r="r" b="b"/>
              <a:pathLst>
                <a:path w="1452" h="1927" extrusionOk="0">
                  <a:moveTo>
                    <a:pt x="1159" y="1"/>
                  </a:moveTo>
                  <a:cubicBezTo>
                    <a:pt x="1064" y="1"/>
                    <a:pt x="974" y="53"/>
                    <a:pt x="931" y="143"/>
                  </a:cubicBezTo>
                  <a:cubicBezTo>
                    <a:pt x="689" y="625"/>
                    <a:pt x="405" y="1085"/>
                    <a:pt x="85" y="1519"/>
                  </a:cubicBezTo>
                  <a:cubicBezTo>
                    <a:pt x="0" y="1631"/>
                    <a:pt x="21" y="1790"/>
                    <a:pt x="135" y="1874"/>
                  </a:cubicBezTo>
                  <a:cubicBezTo>
                    <a:pt x="181" y="1909"/>
                    <a:pt x="235" y="1926"/>
                    <a:pt x="289" y="1926"/>
                  </a:cubicBezTo>
                  <a:cubicBezTo>
                    <a:pt x="366" y="1926"/>
                    <a:pt x="441" y="1892"/>
                    <a:pt x="492" y="1826"/>
                  </a:cubicBezTo>
                  <a:cubicBezTo>
                    <a:pt x="831" y="1367"/>
                    <a:pt x="1132" y="878"/>
                    <a:pt x="1389" y="368"/>
                  </a:cubicBezTo>
                  <a:cubicBezTo>
                    <a:pt x="1451" y="241"/>
                    <a:pt x="1398" y="87"/>
                    <a:pt x="1270" y="26"/>
                  </a:cubicBezTo>
                  <a:cubicBezTo>
                    <a:pt x="1234" y="9"/>
                    <a:pt x="1196" y="1"/>
                    <a:pt x="115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646" name="Google Shape;4646;p73"/>
          <p:cNvGrpSpPr/>
          <p:nvPr/>
        </p:nvGrpSpPr>
        <p:grpSpPr>
          <a:xfrm>
            <a:off x="6272334" y="1295075"/>
            <a:ext cx="967793" cy="933300"/>
            <a:chOff x="4249973" y="1201875"/>
            <a:chExt cx="1958568" cy="1888762"/>
          </a:xfrm>
        </p:grpSpPr>
        <p:sp>
          <p:nvSpPr>
            <p:cNvPr id="4647" name="Google Shape;4647;p73"/>
            <p:cNvSpPr/>
            <p:nvPr/>
          </p:nvSpPr>
          <p:spPr>
            <a:xfrm>
              <a:off x="4468527" y="1411932"/>
              <a:ext cx="1528500" cy="14526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648" name="Google Shape;4648;p73"/>
            <p:cNvGrpSpPr/>
            <p:nvPr/>
          </p:nvGrpSpPr>
          <p:grpSpPr>
            <a:xfrm>
              <a:off x="5853086" y="1789142"/>
              <a:ext cx="355454" cy="1048099"/>
              <a:chOff x="5576108" y="2016725"/>
              <a:chExt cx="565200" cy="1666560"/>
            </a:xfrm>
          </p:grpSpPr>
          <p:sp>
            <p:nvSpPr>
              <p:cNvPr id="4649" name="Google Shape;4649;p73"/>
              <p:cNvSpPr/>
              <p:nvPr/>
            </p:nvSpPr>
            <p:spPr>
              <a:xfrm>
                <a:off x="5576108" y="20167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600" kern="0" noProof="0" dirty="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4650" name="Google Shape;4650;p73"/>
              <p:cNvSpPr/>
              <p:nvPr/>
            </p:nvSpPr>
            <p:spPr>
              <a:xfrm rot="6479001">
                <a:off x="5275897" y="3050667"/>
                <a:ext cx="1119386" cy="152834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51" name="Google Shape;4651;p73"/>
            <p:cNvGrpSpPr/>
            <p:nvPr/>
          </p:nvGrpSpPr>
          <p:grpSpPr>
            <a:xfrm>
              <a:off x="4869455" y="2691676"/>
              <a:ext cx="1013897" cy="398961"/>
              <a:chOff x="4012057" y="3451825"/>
              <a:chExt cx="1612175" cy="634379"/>
            </a:xfrm>
          </p:grpSpPr>
          <p:sp>
            <p:nvSpPr>
              <p:cNvPr id="4652" name="Google Shape;4652;p73"/>
              <p:cNvSpPr/>
              <p:nvPr/>
            </p:nvSpPr>
            <p:spPr>
              <a:xfrm>
                <a:off x="5059033" y="34518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600" kern="0" noProof="0" dirty="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4653" name="Google Shape;4653;p73"/>
              <p:cNvSpPr/>
              <p:nvPr/>
            </p:nvSpPr>
            <p:spPr>
              <a:xfrm rot="10799079">
                <a:off x="4012507" y="3933353"/>
                <a:ext cx="1119600" cy="15270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54" name="Google Shape;4654;p73"/>
            <p:cNvGrpSpPr/>
            <p:nvPr/>
          </p:nvGrpSpPr>
          <p:grpSpPr>
            <a:xfrm>
              <a:off x="4276937" y="2155961"/>
              <a:ext cx="651965" cy="891358"/>
              <a:chOff x="3069908" y="2599997"/>
              <a:chExt cx="1036675" cy="1417328"/>
            </a:xfrm>
          </p:grpSpPr>
          <p:sp>
            <p:nvSpPr>
              <p:cNvPr id="4655" name="Google Shape;4655;p73"/>
              <p:cNvSpPr/>
              <p:nvPr/>
            </p:nvSpPr>
            <p:spPr>
              <a:xfrm>
                <a:off x="3541383" y="34518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600" kern="0" noProof="0" dirty="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4656" name="Google Shape;4656;p73"/>
              <p:cNvSpPr/>
              <p:nvPr/>
            </p:nvSpPr>
            <p:spPr>
              <a:xfrm rot="-6478717">
                <a:off x="2755922" y="3079191"/>
                <a:ext cx="1119672" cy="15341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57" name="Google Shape;4657;p73"/>
            <p:cNvGrpSpPr/>
            <p:nvPr/>
          </p:nvGrpSpPr>
          <p:grpSpPr>
            <a:xfrm>
              <a:off x="5054918" y="1201875"/>
              <a:ext cx="999548" cy="602711"/>
              <a:chOff x="4306958" y="1082925"/>
              <a:chExt cx="1589359" cy="958358"/>
            </a:xfrm>
          </p:grpSpPr>
          <p:sp>
            <p:nvSpPr>
              <p:cNvPr id="4658" name="Google Shape;4658;p73"/>
              <p:cNvSpPr/>
              <p:nvPr/>
            </p:nvSpPr>
            <p:spPr>
              <a:xfrm>
                <a:off x="4306958" y="1082925"/>
                <a:ext cx="565200" cy="5655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600" kern="0" noProof="0" dirty="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4659" name="Google Shape;4659;p73"/>
              <p:cNvSpPr/>
              <p:nvPr/>
            </p:nvSpPr>
            <p:spPr>
              <a:xfrm rot="2159678">
                <a:off x="4838902" y="1574444"/>
                <a:ext cx="1119431" cy="152476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60" name="Google Shape;4660;p73"/>
            <p:cNvGrpSpPr/>
            <p:nvPr/>
          </p:nvGrpSpPr>
          <p:grpSpPr>
            <a:xfrm>
              <a:off x="4249973" y="1303451"/>
              <a:ext cx="799317" cy="841334"/>
              <a:chOff x="3027033" y="1244439"/>
              <a:chExt cx="1270977" cy="1337786"/>
            </a:xfrm>
          </p:grpSpPr>
          <p:sp>
            <p:nvSpPr>
              <p:cNvPr id="4661" name="Google Shape;4661;p73"/>
              <p:cNvSpPr/>
              <p:nvPr/>
            </p:nvSpPr>
            <p:spPr>
              <a:xfrm>
                <a:off x="3027033" y="2016725"/>
                <a:ext cx="565200" cy="5655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600" kern="0" noProof="0" dirty="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4662" name="Google Shape;4662;p73"/>
              <p:cNvSpPr/>
              <p:nvPr/>
            </p:nvSpPr>
            <p:spPr>
              <a:xfrm rot="-2159137">
                <a:off x="3240473" y="1559002"/>
                <a:ext cx="1119673" cy="153273"/>
              </a:xfrm>
              <a:prstGeom prst="rightArrow">
                <a:avLst>
                  <a:gd name="adj1" fmla="val 25514"/>
                  <a:gd name="adj2" fmla="val 64322"/>
                </a:avLst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663" name="Google Shape;4663;p73"/>
          <p:cNvGrpSpPr/>
          <p:nvPr/>
        </p:nvGrpSpPr>
        <p:grpSpPr>
          <a:xfrm>
            <a:off x="5409486" y="2477449"/>
            <a:ext cx="1001025" cy="911712"/>
            <a:chOff x="4204684" y="2104422"/>
            <a:chExt cx="699822" cy="637382"/>
          </a:xfrm>
        </p:grpSpPr>
        <p:grpSp>
          <p:nvGrpSpPr>
            <p:cNvPr id="4664" name="Google Shape;4664;p73"/>
            <p:cNvGrpSpPr/>
            <p:nvPr/>
          </p:nvGrpSpPr>
          <p:grpSpPr>
            <a:xfrm>
              <a:off x="4204684" y="2430067"/>
              <a:ext cx="342957" cy="311738"/>
              <a:chOff x="4204684" y="2430067"/>
              <a:chExt cx="342957" cy="311738"/>
            </a:xfrm>
          </p:grpSpPr>
          <p:sp>
            <p:nvSpPr>
              <p:cNvPr id="4665" name="Google Shape;4665;p73"/>
              <p:cNvSpPr/>
              <p:nvPr/>
            </p:nvSpPr>
            <p:spPr>
              <a:xfrm>
                <a:off x="4235882" y="2430067"/>
                <a:ext cx="311759" cy="311738"/>
              </a:xfrm>
              <a:custGeom>
                <a:avLst/>
                <a:gdLst/>
                <a:ahLst/>
                <a:cxnLst/>
                <a:rect l="l" t="t" r="r" b="b"/>
                <a:pathLst>
                  <a:path w="8384" h="8384" extrusionOk="0">
                    <a:moveTo>
                      <a:pt x="1" y="0"/>
                    </a:moveTo>
                    <a:cubicBezTo>
                      <a:pt x="23" y="1056"/>
                      <a:pt x="239" y="2096"/>
                      <a:pt x="641" y="3073"/>
                    </a:cubicBezTo>
                    <a:cubicBezTo>
                      <a:pt x="676" y="3072"/>
                      <a:pt x="710" y="3070"/>
                      <a:pt x="745" y="3070"/>
                    </a:cubicBezTo>
                    <a:cubicBezTo>
                      <a:pt x="1419" y="3070"/>
                      <a:pt x="2047" y="3416"/>
                      <a:pt x="2406" y="3988"/>
                    </a:cubicBezTo>
                    <a:cubicBezTo>
                      <a:pt x="2766" y="4558"/>
                      <a:pt x="2808" y="5272"/>
                      <a:pt x="2516" y="5880"/>
                    </a:cubicBezTo>
                    <a:cubicBezTo>
                      <a:pt x="4076" y="7440"/>
                      <a:pt x="6179" y="8337"/>
                      <a:pt x="8384" y="8383"/>
                    </a:cubicBezTo>
                    <a:lnTo>
                      <a:pt x="8384" y="3190"/>
                    </a:lnTo>
                    <a:cubicBezTo>
                      <a:pt x="6664" y="3094"/>
                      <a:pt x="5290" y="1720"/>
                      <a:pt x="5194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66" name="Google Shape;4666;p73"/>
              <p:cNvSpPr/>
              <p:nvPr/>
            </p:nvSpPr>
            <p:spPr>
              <a:xfrm>
                <a:off x="4204684" y="2558309"/>
                <a:ext cx="117839" cy="117794"/>
              </a:xfrm>
              <a:custGeom>
                <a:avLst/>
                <a:gdLst/>
                <a:ahLst/>
                <a:cxnLst/>
                <a:rect l="l" t="t" r="r" b="b"/>
                <a:pathLst>
                  <a:path w="3169" h="3168" extrusionOk="0">
                    <a:moveTo>
                      <a:pt x="1584" y="0"/>
                    </a:moveTo>
                    <a:cubicBezTo>
                      <a:pt x="710" y="0"/>
                      <a:pt x="1" y="710"/>
                      <a:pt x="1" y="1584"/>
                    </a:cubicBezTo>
                    <a:cubicBezTo>
                      <a:pt x="1" y="2459"/>
                      <a:pt x="710" y="3168"/>
                      <a:pt x="1584" y="3168"/>
                    </a:cubicBezTo>
                    <a:cubicBezTo>
                      <a:pt x="2459" y="3168"/>
                      <a:pt x="3168" y="2459"/>
                      <a:pt x="3168" y="1584"/>
                    </a:cubicBezTo>
                    <a:cubicBezTo>
                      <a:pt x="3168" y="710"/>
                      <a:pt x="2459" y="0"/>
                      <a:pt x="1584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67" name="Google Shape;4667;p73"/>
            <p:cNvGrpSpPr/>
            <p:nvPr/>
          </p:nvGrpSpPr>
          <p:grpSpPr>
            <a:xfrm>
              <a:off x="4561586" y="2430067"/>
              <a:ext cx="342920" cy="311738"/>
              <a:chOff x="4561586" y="2430067"/>
              <a:chExt cx="342920" cy="311738"/>
            </a:xfrm>
          </p:grpSpPr>
          <p:sp>
            <p:nvSpPr>
              <p:cNvPr id="4668" name="Google Shape;4668;p73"/>
              <p:cNvSpPr/>
              <p:nvPr/>
            </p:nvSpPr>
            <p:spPr>
              <a:xfrm>
                <a:off x="4561586" y="2430067"/>
                <a:ext cx="311759" cy="311738"/>
              </a:xfrm>
              <a:custGeom>
                <a:avLst/>
                <a:gdLst/>
                <a:ahLst/>
                <a:cxnLst/>
                <a:rect l="l" t="t" r="r" b="b"/>
                <a:pathLst>
                  <a:path w="8384" h="8384" extrusionOk="0">
                    <a:moveTo>
                      <a:pt x="3189" y="0"/>
                    </a:moveTo>
                    <a:cubicBezTo>
                      <a:pt x="3093" y="1720"/>
                      <a:pt x="1721" y="3092"/>
                      <a:pt x="1" y="3190"/>
                    </a:cubicBezTo>
                    <a:lnTo>
                      <a:pt x="1" y="8383"/>
                    </a:lnTo>
                    <a:cubicBezTo>
                      <a:pt x="2206" y="8337"/>
                      <a:pt x="4309" y="7440"/>
                      <a:pt x="5868" y="5880"/>
                    </a:cubicBezTo>
                    <a:cubicBezTo>
                      <a:pt x="5577" y="5272"/>
                      <a:pt x="5618" y="4558"/>
                      <a:pt x="5979" y="3986"/>
                    </a:cubicBezTo>
                    <a:cubicBezTo>
                      <a:pt x="6337" y="3416"/>
                      <a:pt x="6965" y="3070"/>
                      <a:pt x="7639" y="3070"/>
                    </a:cubicBezTo>
                    <a:cubicBezTo>
                      <a:pt x="7675" y="3070"/>
                      <a:pt x="7710" y="3070"/>
                      <a:pt x="7743" y="3073"/>
                    </a:cubicBezTo>
                    <a:cubicBezTo>
                      <a:pt x="8145" y="2096"/>
                      <a:pt x="8362" y="1056"/>
                      <a:pt x="8384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69" name="Google Shape;4669;p73"/>
              <p:cNvSpPr/>
              <p:nvPr/>
            </p:nvSpPr>
            <p:spPr>
              <a:xfrm>
                <a:off x="4786741" y="2558309"/>
                <a:ext cx="117765" cy="117794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168" extrusionOk="0">
                    <a:moveTo>
                      <a:pt x="1583" y="0"/>
                    </a:moveTo>
                    <a:cubicBezTo>
                      <a:pt x="708" y="0"/>
                      <a:pt x="1" y="710"/>
                      <a:pt x="1" y="1584"/>
                    </a:cubicBezTo>
                    <a:cubicBezTo>
                      <a:pt x="1" y="2459"/>
                      <a:pt x="708" y="3168"/>
                      <a:pt x="1583" y="3168"/>
                    </a:cubicBezTo>
                    <a:cubicBezTo>
                      <a:pt x="2457" y="3168"/>
                      <a:pt x="3166" y="2459"/>
                      <a:pt x="3166" y="1584"/>
                    </a:cubicBezTo>
                    <a:cubicBezTo>
                      <a:pt x="3166" y="710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70" name="Google Shape;4670;p73"/>
            <p:cNvGrpSpPr/>
            <p:nvPr/>
          </p:nvGrpSpPr>
          <p:grpSpPr>
            <a:xfrm>
              <a:off x="4561586" y="2104422"/>
              <a:ext cx="342920" cy="311738"/>
              <a:chOff x="4561586" y="2104422"/>
              <a:chExt cx="342920" cy="311738"/>
            </a:xfrm>
          </p:grpSpPr>
          <p:sp>
            <p:nvSpPr>
              <p:cNvPr id="4671" name="Google Shape;4671;p73"/>
              <p:cNvSpPr/>
              <p:nvPr/>
            </p:nvSpPr>
            <p:spPr>
              <a:xfrm>
                <a:off x="4561586" y="2104422"/>
                <a:ext cx="311722" cy="311738"/>
              </a:xfrm>
              <a:custGeom>
                <a:avLst/>
                <a:gdLst/>
                <a:ahLst/>
                <a:cxnLst/>
                <a:rect l="l" t="t" r="r" b="b"/>
                <a:pathLst>
                  <a:path w="8383" h="8384" extrusionOk="0">
                    <a:moveTo>
                      <a:pt x="1" y="1"/>
                    </a:moveTo>
                    <a:lnTo>
                      <a:pt x="1" y="5194"/>
                    </a:lnTo>
                    <a:cubicBezTo>
                      <a:pt x="1721" y="5290"/>
                      <a:pt x="3093" y="6662"/>
                      <a:pt x="3189" y="8384"/>
                    </a:cubicBezTo>
                    <a:lnTo>
                      <a:pt x="8382" y="8384"/>
                    </a:lnTo>
                    <a:cubicBezTo>
                      <a:pt x="8362" y="7328"/>
                      <a:pt x="8144" y="6286"/>
                      <a:pt x="7742" y="5311"/>
                    </a:cubicBezTo>
                    <a:cubicBezTo>
                      <a:pt x="7708" y="5312"/>
                      <a:pt x="7673" y="5314"/>
                      <a:pt x="7638" y="5314"/>
                    </a:cubicBezTo>
                    <a:cubicBezTo>
                      <a:pt x="6964" y="5312"/>
                      <a:pt x="6336" y="4966"/>
                      <a:pt x="5977" y="4396"/>
                    </a:cubicBezTo>
                    <a:cubicBezTo>
                      <a:pt x="5618" y="3825"/>
                      <a:pt x="5577" y="3110"/>
                      <a:pt x="5867" y="2502"/>
                    </a:cubicBezTo>
                    <a:cubicBezTo>
                      <a:pt x="4309" y="942"/>
                      <a:pt x="2206" y="45"/>
                      <a:pt x="1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72" name="Google Shape;4672;p73"/>
              <p:cNvSpPr/>
              <p:nvPr/>
            </p:nvSpPr>
            <p:spPr>
              <a:xfrm>
                <a:off x="4786741" y="2170087"/>
                <a:ext cx="117765" cy="11775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167" extrusionOk="0">
                    <a:moveTo>
                      <a:pt x="1583" y="1"/>
                    </a:moveTo>
                    <a:cubicBezTo>
                      <a:pt x="708" y="1"/>
                      <a:pt x="1" y="709"/>
                      <a:pt x="1" y="1583"/>
                    </a:cubicBezTo>
                    <a:cubicBezTo>
                      <a:pt x="1" y="2457"/>
                      <a:pt x="708" y="3167"/>
                      <a:pt x="1583" y="3167"/>
                    </a:cubicBezTo>
                    <a:cubicBezTo>
                      <a:pt x="2457" y="3167"/>
                      <a:pt x="3166" y="2457"/>
                      <a:pt x="3166" y="1583"/>
                    </a:cubicBezTo>
                    <a:cubicBezTo>
                      <a:pt x="3166" y="709"/>
                      <a:pt x="2457" y="1"/>
                      <a:pt x="1583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73" name="Google Shape;4673;p73"/>
            <p:cNvGrpSpPr/>
            <p:nvPr/>
          </p:nvGrpSpPr>
          <p:grpSpPr>
            <a:xfrm>
              <a:off x="4204684" y="2104422"/>
              <a:ext cx="342957" cy="311664"/>
              <a:chOff x="4204684" y="2104422"/>
              <a:chExt cx="342957" cy="311664"/>
            </a:xfrm>
          </p:grpSpPr>
          <p:sp>
            <p:nvSpPr>
              <p:cNvPr id="4674" name="Google Shape;4674;p73"/>
              <p:cNvSpPr/>
              <p:nvPr/>
            </p:nvSpPr>
            <p:spPr>
              <a:xfrm>
                <a:off x="4235882" y="2104422"/>
                <a:ext cx="311759" cy="311664"/>
              </a:xfrm>
              <a:custGeom>
                <a:avLst/>
                <a:gdLst/>
                <a:ahLst/>
                <a:cxnLst/>
                <a:rect l="l" t="t" r="r" b="b"/>
                <a:pathLst>
                  <a:path w="8384" h="8382" extrusionOk="0">
                    <a:moveTo>
                      <a:pt x="8384" y="1"/>
                    </a:moveTo>
                    <a:cubicBezTo>
                      <a:pt x="6179" y="45"/>
                      <a:pt x="4076" y="942"/>
                      <a:pt x="2516" y="2502"/>
                    </a:cubicBezTo>
                    <a:cubicBezTo>
                      <a:pt x="2808" y="3110"/>
                      <a:pt x="2766" y="3825"/>
                      <a:pt x="2406" y="4396"/>
                    </a:cubicBezTo>
                    <a:cubicBezTo>
                      <a:pt x="2047" y="4966"/>
                      <a:pt x="1419" y="5312"/>
                      <a:pt x="745" y="5312"/>
                    </a:cubicBezTo>
                    <a:cubicBezTo>
                      <a:pt x="710" y="5312"/>
                      <a:pt x="675" y="5312"/>
                      <a:pt x="641" y="5311"/>
                    </a:cubicBezTo>
                    <a:cubicBezTo>
                      <a:pt x="239" y="6286"/>
                      <a:pt x="23" y="7327"/>
                      <a:pt x="1" y="8382"/>
                    </a:cubicBezTo>
                    <a:lnTo>
                      <a:pt x="5194" y="8382"/>
                    </a:lnTo>
                    <a:cubicBezTo>
                      <a:pt x="5290" y="6662"/>
                      <a:pt x="6664" y="5290"/>
                      <a:pt x="8384" y="5194"/>
                    </a:cubicBezTo>
                    <a:lnTo>
                      <a:pt x="838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75" name="Google Shape;4675;p73"/>
              <p:cNvSpPr/>
              <p:nvPr/>
            </p:nvSpPr>
            <p:spPr>
              <a:xfrm>
                <a:off x="4204684" y="2170087"/>
                <a:ext cx="117839" cy="117757"/>
              </a:xfrm>
              <a:custGeom>
                <a:avLst/>
                <a:gdLst/>
                <a:ahLst/>
                <a:cxnLst/>
                <a:rect l="l" t="t" r="r" b="b"/>
                <a:pathLst>
                  <a:path w="3169" h="3167" extrusionOk="0">
                    <a:moveTo>
                      <a:pt x="1584" y="1"/>
                    </a:moveTo>
                    <a:cubicBezTo>
                      <a:pt x="710" y="1"/>
                      <a:pt x="1" y="709"/>
                      <a:pt x="1" y="1583"/>
                    </a:cubicBezTo>
                    <a:cubicBezTo>
                      <a:pt x="1" y="2457"/>
                      <a:pt x="710" y="3167"/>
                      <a:pt x="1584" y="3167"/>
                    </a:cubicBezTo>
                    <a:cubicBezTo>
                      <a:pt x="2459" y="3167"/>
                      <a:pt x="3168" y="2457"/>
                      <a:pt x="3168" y="1583"/>
                    </a:cubicBezTo>
                    <a:cubicBezTo>
                      <a:pt x="3168" y="709"/>
                      <a:pt x="2459" y="1"/>
                      <a:pt x="1584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676" name="Google Shape;4676;p73"/>
          <p:cNvGrpSpPr/>
          <p:nvPr/>
        </p:nvGrpSpPr>
        <p:grpSpPr>
          <a:xfrm>
            <a:off x="7362063" y="1295069"/>
            <a:ext cx="880788" cy="918489"/>
            <a:chOff x="5830645" y="1267368"/>
            <a:chExt cx="530340" cy="553040"/>
          </a:xfrm>
        </p:grpSpPr>
        <p:sp>
          <p:nvSpPr>
            <p:cNvPr id="4677" name="Google Shape;4677;p73"/>
            <p:cNvSpPr/>
            <p:nvPr/>
          </p:nvSpPr>
          <p:spPr>
            <a:xfrm>
              <a:off x="5994669" y="1442730"/>
              <a:ext cx="202317" cy="202342"/>
            </a:xfrm>
            <a:custGeom>
              <a:avLst/>
              <a:gdLst/>
              <a:ahLst/>
              <a:cxnLst/>
              <a:rect l="l" t="t" r="r" b="b"/>
              <a:pathLst>
                <a:path w="7941" h="7942" extrusionOk="0">
                  <a:moveTo>
                    <a:pt x="3971" y="319"/>
                  </a:moveTo>
                  <a:cubicBezTo>
                    <a:pt x="5984" y="319"/>
                    <a:pt x="7623" y="1957"/>
                    <a:pt x="7623" y="3971"/>
                  </a:cubicBezTo>
                  <a:cubicBezTo>
                    <a:pt x="7623" y="5984"/>
                    <a:pt x="5985" y="7624"/>
                    <a:pt x="3971" y="7624"/>
                  </a:cubicBezTo>
                  <a:cubicBezTo>
                    <a:pt x="1956" y="7624"/>
                    <a:pt x="318" y="5984"/>
                    <a:pt x="318" y="3971"/>
                  </a:cubicBezTo>
                  <a:cubicBezTo>
                    <a:pt x="318" y="1957"/>
                    <a:pt x="1956" y="319"/>
                    <a:pt x="3971" y="319"/>
                  </a:cubicBezTo>
                  <a:close/>
                  <a:moveTo>
                    <a:pt x="3971" y="0"/>
                  </a:moveTo>
                  <a:cubicBezTo>
                    <a:pt x="1782" y="0"/>
                    <a:pt x="1" y="1782"/>
                    <a:pt x="1" y="3971"/>
                  </a:cubicBezTo>
                  <a:cubicBezTo>
                    <a:pt x="1" y="6159"/>
                    <a:pt x="1782" y="7941"/>
                    <a:pt x="3971" y="7941"/>
                  </a:cubicBezTo>
                  <a:cubicBezTo>
                    <a:pt x="6160" y="7941"/>
                    <a:pt x="7940" y="6159"/>
                    <a:pt x="7940" y="3971"/>
                  </a:cubicBezTo>
                  <a:cubicBezTo>
                    <a:pt x="7940" y="1782"/>
                    <a:pt x="6160" y="0"/>
                    <a:pt x="3971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678" name="Google Shape;4678;p73"/>
            <p:cNvGrpSpPr/>
            <p:nvPr/>
          </p:nvGrpSpPr>
          <p:grpSpPr>
            <a:xfrm>
              <a:off x="5830645" y="1267368"/>
              <a:ext cx="259743" cy="269909"/>
              <a:chOff x="5830645" y="1267368"/>
              <a:chExt cx="259743" cy="269909"/>
            </a:xfrm>
          </p:grpSpPr>
          <p:sp>
            <p:nvSpPr>
              <p:cNvPr id="4679" name="Google Shape;4679;p73"/>
              <p:cNvSpPr/>
              <p:nvPr/>
            </p:nvSpPr>
            <p:spPr>
              <a:xfrm>
                <a:off x="5830645" y="1304897"/>
                <a:ext cx="259743" cy="232380"/>
              </a:xfrm>
              <a:custGeom>
                <a:avLst/>
                <a:gdLst/>
                <a:ahLst/>
                <a:cxnLst/>
                <a:rect l="l" t="t" r="r" b="b"/>
                <a:pathLst>
                  <a:path w="10195" h="9121" extrusionOk="0">
                    <a:moveTo>
                      <a:pt x="7470" y="1"/>
                    </a:moveTo>
                    <a:cubicBezTo>
                      <a:pt x="7469" y="1"/>
                      <a:pt x="7468" y="1"/>
                      <a:pt x="7467" y="1"/>
                    </a:cubicBezTo>
                    <a:lnTo>
                      <a:pt x="7044" y="1"/>
                    </a:lnTo>
                    <a:cubicBezTo>
                      <a:pt x="7044" y="1075"/>
                      <a:pt x="6172" y="1946"/>
                      <a:pt x="5097" y="1946"/>
                    </a:cubicBezTo>
                    <a:cubicBezTo>
                      <a:pt x="4021" y="1946"/>
                      <a:pt x="3150" y="1075"/>
                      <a:pt x="3150" y="1"/>
                    </a:cubicBezTo>
                    <a:lnTo>
                      <a:pt x="0" y="1"/>
                    </a:lnTo>
                    <a:lnTo>
                      <a:pt x="0" y="6393"/>
                    </a:lnTo>
                    <a:cubicBezTo>
                      <a:pt x="0" y="7900"/>
                      <a:pt x="1220" y="9120"/>
                      <a:pt x="2727" y="9120"/>
                    </a:cubicBezTo>
                    <a:lnTo>
                      <a:pt x="6018" y="9120"/>
                    </a:lnTo>
                    <a:cubicBezTo>
                      <a:pt x="6148" y="6883"/>
                      <a:pt x="7951" y="5095"/>
                      <a:pt x="10194" y="4987"/>
                    </a:cubicBezTo>
                    <a:lnTo>
                      <a:pt x="10194" y="2726"/>
                    </a:lnTo>
                    <a:cubicBezTo>
                      <a:pt x="10194" y="1222"/>
                      <a:pt x="8974" y="1"/>
                      <a:pt x="7470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80" name="Google Shape;4680;p73"/>
              <p:cNvSpPr/>
              <p:nvPr/>
            </p:nvSpPr>
            <p:spPr>
              <a:xfrm>
                <a:off x="5922950" y="1267368"/>
                <a:ext cx="75057" cy="75057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2946" extrusionOk="0">
                    <a:moveTo>
                      <a:pt x="1474" y="1"/>
                    </a:moveTo>
                    <a:cubicBezTo>
                      <a:pt x="661" y="1"/>
                      <a:pt x="1" y="660"/>
                      <a:pt x="1" y="1472"/>
                    </a:cubicBezTo>
                    <a:cubicBezTo>
                      <a:pt x="1" y="2286"/>
                      <a:pt x="661" y="2945"/>
                      <a:pt x="1474" y="2945"/>
                    </a:cubicBezTo>
                    <a:cubicBezTo>
                      <a:pt x="2288" y="2945"/>
                      <a:pt x="2946" y="2286"/>
                      <a:pt x="2946" y="1472"/>
                    </a:cubicBezTo>
                    <a:cubicBezTo>
                      <a:pt x="2946" y="660"/>
                      <a:pt x="2288" y="1"/>
                      <a:pt x="1474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81" name="Google Shape;4681;p73"/>
            <p:cNvGrpSpPr/>
            <p:nvPr/>
          </p:nvGrpSpPr>
          <p:grpSpPr>
            <a:xfrm>
              <a:off x="6101293" y="1267368"/>
              <a:ext cx="259692" cy="269909"/>
              <a:chOff x="6101293" y="1267368"/>
              <a:chExt cx="259692" cy="269909"/>
            </a:xfrm>
          </p:grpSpPr>
          <p:sp>
            <p:nvSpPr>
              <p:cNvPr id="4682" name="Google Shape;4682;p73"/>
              <p:cNvSpPr/>
              <p:nvPr/>
            </p:nvSpPr>
            <p:spPr>
              <a:xfrm>
                <a:off x="6101293" y="1304897"/>
                <a:ext cx="259692" cy="232380"/>
              </a:xfrm>
              <a:custGeom>
                <a:avLst/>
                <a:gdLst/>
                <a:ahLst/>
                <a:cxnLst/>
                <a:rect l="l" t="t" r="r" b="b"/>
                <a:pathLst>
                  <a:path w="10193" h="9121" extrusionOk="0">
                    <a:moveTo>
                      <a:pt x="2726" y="1"/>
                    </a:moveTo>
                    <a:cubicBezTo>
                      <a:pt x="1220" y="1"/>
                      <a:pt x="0" y="1221"/>
                      <a:pt x="0" y="2726"/>
                    </a:cubicBezTo>
                    <a:lnTo>
                      <a:pt x="0" y="4987"/>
                    </a:lnTo>
                    <a:cubicBezTo>
                      <a:pt x="2244" y="5095"/>
                      <a:pt x="4045" y="6883"/>
                      <a:pt x="4177" y="9120"/>
                    </a:cubicBezTo>
                    <a:lnTo>
                      <a:pt x="7467" y="9120"/>
                    </a:lnTo>
                    <a:cubicBezTo>
                      <a:pt x="8973" y="9120"/>
                      <a:pt x="10193" y="7900"/>
                      <a:pt x="10193" y="6393"/>
                    </a:cubicBezTo>
                    <a:lnTo>
                      <a:pt x="10193" y="1"/>
                    </a:lnTo>
                    <a:lnTo>
                      <a:pt x="7043" y="1"/>
                    </a:lnTo>
                    <a:cubicBezTo>
                      <a:pt x="7043" y="1075"/>
                      <a:pt x="6172" y="1946"/>
                      <a:pt x="5097" y="1946"/>
                    </a:cubicBezTo>
                    <a:cubicBezTo>
                      <a:pt x="4021" y="1946"/>
                      <a:pt x="3150" y="1075"/>
                      <a:pt x="3150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83" name="Google Shape;4683;p73"/>
              <p:cNvSpPr/>
              <p:nvPr/>
            </p:nvSpPr>
            <p:spPr>
              <a:xfrm>
                <a:off x="6193623" y="1267368"/>
                <a:ext cx="75031" cy="75057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2946" extrusionOk="0">
                    <a:moveTo>
                      <a:pt x="1473" y="1"/>
                    </a:moveTo>
                    <a:cubicBezTo>
                      <a:pt x="660" y="1"/>
                      <a:pt x="0" y="660"/>
                      <a:pt x="0" y="1472"/>
                    </a:cubicBezTo>
                    <a:cubicBezTo>
                      <a:pt x="0" y="2286"/>
                      <a:pt x="660" y="2945"/>
                      <a:pt x="1473" y="2945"/>
                    </a:cubicBezTo>
                    <a:cubicBezTo>
                      <a:pt x="2285" y="2945"/>
                      <a:pt x="2945" y="2286"/>
                      <a:pt x="2945" y="1472"/>
                    </a:cubicBezTo>
                    <a:cubicBezTo>
                      <a:pt x="2945" y="660"/>
                      <a:pt x="2285" y="1"/>
                      <a:pt x="1473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84" name="Google Shape;4684;p73"/>
            <p:cNvGrpSpPr/>
            <p:nvPr/>
          </p:nvGrpSpPr>
          <p:grpSpPr>
            <a:xfrm>
              <a:off x="5830645" y="1550500"/>
              <a:ext cx="259692" cy="269909"/>
              <a:chOff x="5830645" y="1550500"/>
              <a:chExt cx="259692" cy="269909"/>
            </a:xfrm>
          </p:grpSpPr>
          <p:sp>
            <p:nvSpPr>
              <p:cNvPr id="4685" name="Google Shape;4685;p73"/>
              <p:cNvSpPr/>
              <p:nvPr/>
            </p:nvSpPr>
            <p:spPr>
              <a:xfrm>
                <a:off x="5830645" y="1550500"/>
                <a:ext cx="259692" cy="232406"/>
              </a:xfrm>
              <a:custGeom>
                <a:avLst/>
                <a:gdLst/>
                <a:ahLst/>
                <a:cxnLst/>
                <a:rect l="l" t="t" r="r" b="b"/>
                <a:pathLst>
                  <a:path w="10193" h="9122" extrusionOk="0">
                    <a:moveTo>
                      <a:pt x="2727" y="1"/>
                    </a:moveTo>
                    <a:cubicBezTo>
                      <a:pt x="1220" y="1"/>
                      <a:pt x="0" y="1223"/>
                      <a:pt x="0" y="2728"/>
                    </a:cubicBezTo>
                    <a:lnTo>
                      <a:pt x="0" y="9122"/>
                    </a:lnTo>
                    <a:lnTo>
                      <a:pt x="3150" y="9122"/>
                    </a:lnTo>
                    <a:cubicBezTo>
                      <a:pt x="3150" y="8046"/>
                      <a:pt x="4021" y="7175"/>
                      <a:pt x="5097" y="7175"/>
                    </a:cubicBezTo>
                    <a:cubicBezTo>
                      <a:pt x="6172" y="7175"/>
                      <a:pt x="7044" y="8046"/>
                      <a:pt x="7044" y="9122"/>
                    </a:cubicBezTo>
                    <a:lnTo>
                      <a:pt x="7467" y="9122"/>
                    </a:lnTo>
                    <a:cubicBezTo>
                      <a:pt x="8972" y="9122"/>
                      <a:pt x="10192" y="7900"/>
                      <a:pt x="10192" y="6395"/>
                    </a:cubicBezTo>
                    <a:lnTo>
                      <a:pt x="10192" y="4135"/>
                    </a:lnTo>
                    <a:cubicBezTo>
                      <a:pt x="7951" y="4028"/>
                      <a:pt x="6148" y="2239"/>
                      <a:pt x="6018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86" name="Google Shape;4686;p73"/>
              <p:cNvSpPr/>
              <p:nvPr/>
            </p:nvSpPr>
            <p:spPr>
              <a:xfrm>
                <a:off x="5922950" y="1745352"/>
                <a:ext cx="75057" cy="75057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2946" extrusionOk="0">
                    <a:moveTo>
                      <a:pt x="1474" y="1"/>
                    </a:moveTo>
                    <a:cubicBezTo>
                      <a:pt x="661" y="1"/>
                      <a:pt x="1" y="660"/>
                      <a:pt x="1" y="1474"/>
                    </a:cubicBezTo>
                    <a:cubicBezTo>
                      <a:pt x="1" y="2287"/>
                      <a:pt x="661" y="2946"/>
                      <a:pt x="1474" y="2946"/>
                    </a:cubicBezTo>
                    <a:cubicBezTo>
                      <a:pt x="2288" y="2946"/>
                      <a:pt x="2946" y="2287"/>
                      <a:pt x="2946" y="1474"/>
                    </a:cubicBezTo>
                    <a:cubicBezTo>
                      <a:pt x="2946" y="660"/>
                      <a:pt x="2288" y="1"/>
                      <a:pt x="1474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87" name="Google Shape;4687;p73"/>
            <p:cNvGrpSpPr/>
            <p:nvPr/>
          </p:nvGrpSpPr>
          <p:grpSpPr>
            <a:xfrm>
              <a:off x="6101293" y="1550500"/>
              <a:ext cx="259692" cy="269909"/>
              <a:chOff x="6101293" y="1550500"/>
              <a:chExt cx="259692" cy="269909"/>
            </a:xfrm>
          </p:grpSpPr>
          <p:sp>
            <p:nvSpPr>
              <p:cNvPr id="4688" name="Google Shape;4688;p73"/>
              <p:cNvSpPr/>
              <p:nvPr/>
            </p:nvSpPr>
            <p:spPr>
              <a:xfrm>
                <a:off x="6101293" y="1550500"/>
                <a:ext cx="259692" cy="232406"/>
              </a:xfrm>
              <a:custGeom>
                <a:avLst/>
                <a:gdLst/>
                <a:ahLst/>
                <a:cxnLst/>
                <a:rect l="l" t="t" r="r" b="b"/>
                <a:pathLst>
                  <a:path w="10193" h="9122" extrusionOk="0">
                    <a:moveTo>
                      <a:pt x="4177" y="1"/>
                    </a:moveTo>
                    <a:cubicBezTo>
                      <a:pt x="4045" y="2239"/>
                      <a:pt x="2244" y="4027"/>
                      <a:pt x="0" y="4135"/>
                    </a:cubicBezTo>
                    <a:lnTo>
                      <a:pt x="0" y="6395"/>
                    </a:lnTo>
                    <a:cubicBezTo>
                      <a:pt x="0" y="7902"/>
                      <a:pt x="1220" y="9122"/>
                      <a:pt x="2726" y="9122"/>
                    </a:cubicBezTo>
                    <a:lnTo>
                      <a:pt x="3148" y="9122"/>
                    </a:lnTo>
                    <a:cubicBezTo>
                      <a:pt x="3148" y="8046"/>
                      <a:pt x="4020" y="7175"/>
                      <a:pt x="5096" y="7175"/>
                    </a:cubicBezTo>
                    <a:cubicBezTo>
                      <a:pt x="6170" y="7175"/>
                      <a:pt x="7043" y="8046"/>
                      <a:pt x="7043" y="9122"/>
                    </a:cubicBezTo>
                    <a:lnTo>
                      <a:pt x="10193" y="9122"/>
                    </a:lnTo>
                    <a:lnTo>
                      <a:pt x="10193" y="2728"/>
                    </a:lnTo>
                    <a:cubicBezTo>
                      <a:pt x="10193" y="1223"/>
                      <a:pt x="8973" y="2"/>
                      <a:pt x="7467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89" name="Google Shape;4689;p73"/>
              <p:cNvSpPr/>
              <p:nvPr/>
            </p:nvSpPr>
            <p:spPr>
              <a:xfrm>
                <a:off x="6193623" y="1745352"/>
                <a:ext cx="75031" cy="75057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2946" extrusionOk="0">
                    <a:moveTo>
                      <a:pt x="1473" y="1"/>
                    </a:moveTo>
                    <a:cubicBezTo>
                      <a:pt x="660" y="1"/>
                      <a:pt x="0" y="660"/>
                      <a:pt x="0" y="1474"/>
                    </a:cubicBezTo>
                    <a:cubicBezTo>
                      <a:pt x="0" y="2287"/>
                      <a:pt x="660" y="2946"/>
                      <a:pt x="1473" y="2946"/>
                    </a:cubicBezTo>
                    <a:cubicBezTo>
                      <a:pt x="2285" y="2946"/>
                      <a:pt x="2945" y="2287"/>
                      <a:pt x="2945" y="1474"/>
                    </a:cubicBezTo>
                    <a:cubicBezTo>
                      <a:pt x="2945" y="660"/>
                      <a:pt x="2285" y="1"/>
                      <a:pt x="1473" y="1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690" name="Google Shape;4690;p73"/>
          <p:cNvGrpSpPr/>
          <p:nvPr/>
        </p:nvGrpSpPr>
        <p:grpSpPr>
          <a:xfrm>
            <a:off x="964933" y="2482347"/>
            <a:ext cx="929539" cy="906099"/>
            <a:chOff x="2679875" y="2361475"/>
            <a:chExt cx="780425" cy="760575"/>
          </a:xfrm>
        </p:grpSpPr>
        <p:sp>
          <p:nvSpPr>
            <p:cNvPr id="4691" name="Google Shape;4691;p73"/>
            <p:cNvSpPr/>
            <p:nvPr/>
          </p:nvSpPr>
          <p:spPr>
            <a:xfrm>
              <a:off x="2812050" y="2361475"/>
              <a:ext cx="516050" cy="266400"/>
            </a:xfrm>
            <a:custGeom>
              <a:avLst/>
              <a:gdLst/>
              <a:ahLst/>
              <a:cxnLst/>
              <a:rect l="l" t="t" r="r" b="b"/>
              <a:pathLst>
                <a:path w="20642" h="10656" extrusionOk="0">
                  <a:moveTo>
                    <a:pt x="10321" y="0"/>
                  </a:moveTo>
                  <a:cubicBezTo>
                    <a:pt x="4630" y="0"/>
                    <a:pt x="1" y="4630"/>
                    <a:pt x="1" y="10321"/>
                  </a:cubicBezTo>
                  <a:cubicBezTo>
                    <a:pt x="1" y="10385"/>
                    <a:pt x="2" y="10450"/>
                    <a:pt x="4" y="10514"/>
                  </a:cubicBezTo>
                  <a:cubicBezTo>
                    <a:pt x="1580" y="9686"/>
                    <a:pt x="3307" y="9273"/>
                    <a:pt x="5033" y="9273"/>
                  </a:cubicBezTo>
                  <a:cubicBezTo>
                    <a:pt x="6858" y="9273"/>
                    <a:pt x="8681" y="9735"/>
                    <a:pt x="10321" y="10655"/>
                  </a:cubicBezTo>
                  <a:cubicBezTo>
                    <a:pt x="11962" y="9735"/>
                    <a:pt x="13786" y="9273"/>
                    <a:pt x="15610" y="9273"/>
                  </a:cubicBezTo>
                  <a:cubicBezTo>
                    <a:pt x="17337" y="9273"/>
                    <a:pt x="19065" y="9686"/>
                    <a:pt x="20640" y="10514"/>
                  </a:cubicBezTo>
                  <a:cubicBezTo>
                    <a:pt x="20640" y="10450"/>
                    <a:pt x="20642" y="10385"/>
                    <a:pt x="20642" y="10321"/>
                  </a:cubicBezTo>
                  <a:cubicBezTo>
                    <a:pt x="20642" y="4630"/>
                    <a:pt x="16012" y="0"/>
                    <a:pt x="1032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92" name="Google Shape;4692;p73"/>
            <p:cNvSpPr/>
            <p:nvPr/>
          </p:nvSpPr>
          <p:spPr>
            <a:xfrm>
              <a:off x="3082750" y="2645625"/>
              <a:ext cx="377550" cy="476425"/>
            </a:xfrm>
            <a:custGeom>
              <a:avLst/>
              <a:gdLst/>
              <a:ahLst/>
              <a:cxnLst/>
              <a:rect l="l" t="t" r="r" b="b"/>
              <a:pathLst>
                <a:path w="15102" h="19057" extrusionOk="0">
                  <a:moveTo>
                    <a:pt x="10272" y="0"/>
                  </a:moveTo>
                  <a:cubicBezTo>
                    <a:pt x="9934" y="3512"/>
                    <a:pt x="7912" y="6539"/>
                    <a:pt x="5024" y="8262"/>
                  </a:cubicBezTo>
                  <a:cubicBezTo>
                    <a:pt x="5031" y="8418"/>
                    <a:pt x="5036" y="8577"/>
                    <a:pt x="5036" y="8736"/>
                  </a:cubicBezTo>
                  <a:cubicBezTo>
                    <a:pt x="5036" y="12577"/>
                    <a:pt x="3024" y="15957"/>
                    <a:pt x="1" y="17879"/>
                  </a:cubicBezTo>
                  <a:cubicBezTo>
                    <a:pt x="1471" y="18653"/>
                    <a:pt x="3109" y="19056"/>
                    <a:pt x="4771" y="19056"/>
                  </a:cubicBezTo>
                  <a:cubicBezTo>
                    <a:pt x="4774" y="19056"/>
                    <a:pt x="4778" y="19056"/>
                    <a:pt x="4781" y="19056"/>
                  </a:cubicBezTo>
                  <a:cubicBezTo>
                    <a:pt x="10472" y="19056"/>
                    <a:pt x="15102" y="14427"/>
                    <a:pt x="15102" y="8736"/>
                  </a:cubicBezTo>
                  <a:cubicBezTo>
                    <a:pt x="15102" y="5062"/>
                    <a:pt x="13170" y="1831"/>
                    <a:pt x="1027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93" name="Google Shape;4693;p73"/>
            <p:cNvSpPr/>
            <p:nvPr/>
          </p:nvSpPr>
          <p:spPr>
            <a:xfrm>
              <a:off x="3082750" y="2605975"/>
              <a:ext cx="244675" cy="231900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4781" y="1"/>
                  </a:moveTo>
                  <a:cubicBezTo>
                    <a:pt x="3141" y="1"/>
                    <a:pt x="1499" y="393"/>
                    <a:pt x="1" y="1178"/>
                  </a:cubicBezTo>
                  <a:cubicBezTo>
                    <a:pt x="2747" y="2923"/>
                    <a:pt x="4656" y="5871"/>
                    <a:pt x="4984" y="9276"/>
                  </a:cubicBezTo>
                  <a:cubicBezTo>
                    <a:pt x="7683" y="7574"/>
                    <a:pt x="9542" y="4656"/>
                    <a:pt x="9787" y="1300"/>
                  </a:cubicBezTo>
                  <a:cubicBezTo>
                    <a:pt x="8232" y="434"/>
                    <a:pt x="6507" y="1"/>
                    <a:pt x="4781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94" name="Google Shape;4694;p73"/>
            <p:cNvSpPr/>
            <p:nvPr/>
          </p:nvSpPr>
          <p:spPr>
            <a:xfrm>
              <a:off x="2679875" y="2645625"/>
              <a:ext cx="377575" cy="476425"/>
            </a:xfrm>
            <a:custGeom>
              <a:avLst/>
              <a:gdLst/>
              <a:ahLst/>
              <a:cxnLst/>
              <a:rect l="l" t="t" r="r" b="b"/>
              <a:pathLst>
                <a:path w="15103" h="19057" extrusionOk="0">
                  <a:moveTo>
                    <a:pt x="4831" y="0"/>
                  </a:moveTo>
                  <a:cubicBezTo>
                    <a:pt x="1931" y="1831"/>
                    <a:pt x="0" y="5062"/>
                    <a:pt x="0" y="8736"/>
                  </a:cubicBezTo>
                  <a:cubicBezTo>
                    <a:pt x="0" y="14427"/>
                    <a:pt x="4631" y="19056"/>
                    <a:pt x="10321" y="19056"/>
                  </a:cubicBezTo>
                  <a:cubicBezTo>
                    <a:pt x="10324" y="19056"/>
                    <a:pt x="10327" y="19056"/>
                    <a:pt x="10331" y="19056"/>
                  </a:cubicBezTo>
                  <a:cubicBezTo>
                    <a:pt x="11993" y="19056"/>
                    <a:pt x="13630" y="18653"/>
                    <a:pt x="15102" y="17879"/>
                  </a:cubicBezTo>
                  <a:cubicBezTo>
                    <a:pt x="12077" y="15957"/>
                    <a:pt x="10068" y="12577"/>
                    <a:pt x="10068" y="8736"/>
                  </a:cubicBezTo>
                  <a:cubicBezTo>
                    <a:pt x="10068" y="8577"/>
                    <a:pt x="10071" y="8418"/>
                    <a:pt x="10079" y="8262"/>
                  </a:cubicBezTo>
                  <a:cubicBezTo>
                    <a:pt x="7192" y="6540"/>
                    <a:pt x="5169" y="3512"/>
                    <a:pt x="483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95" name="Google Shape;4695;p73"/>
            <p:cNvSpPr/>
            <p:nvPr/>
          </p:nvSpPr>
          <p:spPr>
            <a:xfrm>
              <a:off x="2812775" y="2605975"/>
              <a:ext cx="244675" cy="231900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5005" y="1"/>
                  </a:moveTo>
                  <a:cubicBezTo>
                    <a:pt x="3280" y="1"/>
                    <a:pt x="1555" y="434"/>
                    <a:pt x="1" y="1300"/>
                  </a:cubicBezTo>
                  <a:cubicBezTo>
                    <a:pt x="246" y="4658"/>
                    <a:pt x="2103" y="7574"/>
                    <a:pt x="4801" y="9276"/>
                  </a:cubicBezTo>
                  <a:cubicBezTo>
                    <a:pt x="5130" y="5871"/>
                    <a:pt x="7040" y="2923"/>
                    <a:pt x="9786" y="1178"/>
                  </a:cubicBezTo>
                  <a:cubicBezTo>
                    <a:pt x="8288" y="393"/>
                    <a:pt x="6646" y="1"/>
                    <a:pt x="500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96" name="Google Shape;4696;p73"/>
            <p:cNvSpPr/>
            <p:nvPr/>
          </p:nvSpPr>
          <p:spPr>
            <a:xfrm>
              <a:off x="2944250" y="2859150"/>
              <a:ext cx="251675" cy="226375"/>
            </a:xfrm>
            <a:custGeom>
              <a:avLst/>
              <a:gdLst/>
              <a:ahLst/>
              <a:cxnLst/>
              <a:rect l="l" t="t" r="r" b="b"/>
              <a:pathLst>
                <a:path w="10067" h="9055" extrusionOk="0">
                  <a:moveTo>
                    <a:pt x="4" y="1"/>
                  </a:moveTo>
                  <a:cubicBezTo>
                    <a:pt x="2" y="65"/>
                    <a:pt x="0" y="130"/>
                    <a:pt x="0" y="195"/>
                  </a:cubicBezTo>
                  <a:cubicBezTo>
                    <a:pt x="0" y="3954"/>
                    <a:pt x="2023" y="7250"/>
                    <a:pt x="5033" y="9055"/>
                  </a:cubicBezTo>
                  <a:cubicBezTo>
                    <a:pt x="8045" y="7250"/>
                    <a:pt x="10066" y="3954"/>
                    <a:pt x="10066" y="195"/>
                  </a:cubicBezTo>
                  <a:cubicBezTo>
                    <a:pt x="10066" y="130"/>
                    <a:pt x="10066" y="65"/>
                    <a:pt x="10065" y="1"/>
                  </a:cubicBezTo>
                  <a:cubicBezTo>
                    <a:pt x="8490" y="829"/>
                    <a:pt x="6762" y="1243"/>
                    <a:pt x="5034" y="1243"/>
                  </a:cubicBezTo>
                  <a:cubicBezTo>
                    <a:pt x="3306" y="1243"/>
                    <a:pt x="1578" y="829"/>
                    <a:pt x="4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697" name="Google Shape;4697;p73"/>
          <p:cNvGrpSpPr/>
          <p:nvPr/>
        </p:nvGrpSpPr>
        <p:grpSpPr>
          <a:xfrm>
            <a:off x="4163813" y="1295137"/>
            <a:ext cx="981105" cy="912729"/>
            <a:chOff x="3351965" y="1148808"/>
            <a:chExt cx="750770" cy="698375"/>
          </a:xfrm>
        </p:grpSpPr>
        <p:grpSp>
          <p:nvGrpSpPr>
            <p:cNvPr id="4698" name="Google Shape;4698;p73"/>
            <p:cNvGrpSpPr/>
            <p:nvPr/>
          </p:nvGrpSpPr>
          <p:grpSpPr>
            <a:xfrm>
              <a:off x="3586796" y="1148808"/>
              <a:ext cx="294857" cy="286830"/>
              <a:chOff x="3750225" y="1774000"/>
              <a:chExt cx="149575" cy="145525"/>
            </a:xfrm>
          </p:grpSpPr>
          <p:sp>
            <p:nvSpPr>
              <p:cNvPr id="4699" name="Google Shape;4699;p73"/>
              <p:cNvSpPr/>
              <p:nvPr/>
            </p:nvSpPr>
            <p:spPr>
              <a:xfrm>
                <a:off x="3750225" y="1774000"/>
                <a:ext cx="149575" cy="145525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5821" extrusionOk="0">
                    <a:moveTo>
                      <a:pt x="2652" y="1"/>
                    </a:moveTo>
                    <a:cubicBezTo>
                      <a:pt x="1473" y="1"/>
                      <a:pt x="333" y="843"/>
                      <a:pt x="176" y="2200"/>
                    </a:cubicBezTo>
                    <a:cubicBezTo>
                      <a:pt x="1" y="3763"/>
                      <a:pt x="1259" y="4955"/>
                      <a:pt x="2643" y="4955"/>
                    </a:cubicBezTo>
                    <a:cubicBezTo>
                      <a:pt x="3079" y="4955"/>
                      <a:pt x="3528" y="4836"/>
                      <a:pt x="3948" y="4573"/>
                    </a:cubicBezTo>
                    <a:lnTo>
                      <a:pt x="5203" y="5821"/>
                    </a:lnTo>
                    <a:lnTo>
                      <a:pt x="5982" y="5035"/>
                    </a:lnTo>
                    <a:lnTo>
                      <a:pt x="4735" y="3787"/>
                    </a:lnTo>
                    <a:cubicBezTo>
                      <a:pt x="5340" y="2813"/>
                      <a:pt x="5196" y="1544"/>
                      <a:pt x="4388" y="729"/>
                    </a:cubicBezTo>
                    <a:cubicBezTo>
                      <a:pt x="3888" y="228"/>
                      <a:pt x="3265" y="1"/>
                      <a:pt x="2652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00" name="Google Shape;4700;p73"/>
              <p:cNvSpPr/>
              <p:nvPr/>
            </p:nvSpPr>
            <p:spPr>
              <a:xfrm>
                <a:off x="3776075" y="1794931"/>
                <a:ext cx="82600" cy="78800"/>
              </a:xfrm>
              <a:custGeom>
                <a:avLst/>
                <a:gdLst/>
                <a:ahLst/>
                <a:cxnLst/>
                <a:rect l="l" t="t" r="r" b="b"/>
                <a:pathLst>
                  <a:path w="3304" h="3152" extrusionOk="0">
                    <a:moveTo>
                      <a:pt x="1658" y="1"/>
                    </a:moveTo>
                    <a:cubicBezTo>
                      <a:pt x="853" y="1"/>
                      <a:pt x="162" y="612"/>
                      <a:pt x="87" y="1428"/>
                    </a:cubicBezTo>
                    <a:cubicBezTo>
                      <a:pt x="1" y="2294"/>
                      <a:pt x="635" y="3058"/>
                      <a:pt x="1501" y="3145"/>
                    </a:cubicBezTo>
                    <a:cubicBezTo>
                      <a:pt x="1550" y="3149"/>
                      <a:pt x="1598" y="3151"/>
                      <a:pt x="1647" y="3151"/>
                    </a:cubicBezTo>
                    <a:cubicBezTo>
                      <a:pt x="2451" y="3151"/>
                      <a:pt x="3142" y="2540"/>
                      <a:pt x="3217" y="1724"/>
                    </a:cubicBezTo>
                    <a:cubicBezTo>
                      <a:pt x="3304" y="858"/>
                      <a:pt x="2669" y="94"/>
                      <a:pt x="1804" y="7"/>
                    </a:cubicBezTo>
                    <a:cubicBezTo>
                      <a:pt x="1755" y="3"/>
                      <a:pt x="1706" y="1"/>
                      <a:pt x="1658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1" name="Google Shape;4701;p73"/>
            <p:cNvGrpSpPr/>
            <p:nvPr/>
          </p:nvGrpSpPr>
          <p:grpSpPr>
            <a:xfrm>
              <a:off x="3779245" y="1375768"/>
              <a:ext cx="323490" cy="286978"/>
              <a:chOff x="3847850" y="1889150"/>
              <a:chExt cx="164100" cy="145600"/>
            </a:xfrm>
          </p:grpSpPr>
          <p:sp>
            <p:nvSpPr>
              <p:cNvPr id="4702" name="Google Shape;4702;p73"/>
              <p:cNvSpPr/>
              <p:nvPr/>
            </p:nvSpPr>
            <p:spPr>
              <a:xfrm>
                <a:off x="3847850" y="1889150"/>
                <a:ext cx="164100" cy="145600"/>
              </a:xfrm>
              <a:custGeom>
                <a:avLst/>
                <a:gdLst/>
                <a:ahLst/>
                <a:cxnLst/>
                <a:rect l="l" t="t" r="r" b="b"/>
                <a:pathLst>
                  <a:path w="6564" h="5824" extrusionOk="0">
                    <a:moveTo>
                      <a:pt x="3329" y="0"/>
                    </a:moveTo>
                    <a:cubicBezTo>
                      <a:pt x="1439" y="0"/>
                      <a:pt x="206" y="2117"/>
                      <a:pt x="1255" y="3790"/>
                    </a:cubicBezTo>
                    <a:lnTo>
                      <a:pt x="0" y="5038"/>
                    </a:lnTo>
                    <a:lnTo>
                      <a:pt x="786" y="5824"/>
                    </a:lnTo>
                    <a:lnTo>
                      <a:pt x="2034" y="4569"/>
                    </a:lnTo>
                    <a:cubicBezTo>
                      <a:pt x="2441" y="4823"/>
                      <a:pt x="2897" y="4947"/>
                      <a:pt x="3350" y="4947"/>
                    </a:cubicBezTo>
                    <a:cubicBezTo>
                      <a:pt x="3989" y="4947"/>
                      <a:pt x="4622" y="4700"/>
                      <a:pt x="5099" y="4223"/>
                    </a:cubicBezTo>
                    <a:cubicBezTo>
                      <a:pt x="6563" y="2758"/>
                      <a:pt x="5683" y="248"/>
                      <a:pt x="3628" y="18"/>
                    </a:cubicBezTo>
                    <a:cubicBezTo>
                      <a:pt x="3527" y="6"/>
                      <a:pt x="3427" y="0"/>
                      <a:pt x="3329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03" name="Google Shape;4703;p73"/>
              <p:cNvSpPr/>
              <p:nvPr/>
            </p:nvSpPr>
            <p:spPr>
              <a:xfrm>
                <a:off x="3887875" y="1912456"/>
                <a:ext cx="89450" cy="78700"/>
              </a:xfrm>
              <a:custGeom>
                <a:avLst/>
                <a:gdLst/>
                <a:ahLst/>
                <a:cxnLst/>
                <a:rect l="l" t="t" r="r" b="b"/>
                <a:pathLst>
                  <a:path w="3578" h="3148" extrusionOk="0">
                    <a:moveTo>
                      <a:pt x="1788" y="0"/>
                    </a:moveTo>
                    <a:cubicBezTo>
                      <a:pt x="1172" y="0"/>
                      <a:pt x="587" y="366"/>
                      <a:pt x="332" y="968"/>
                    </a:cubicBezTo>
                    <a:cubicBezTo>
                      <a:pt x="0" y="1769"/>
                      <a:pt x="383" y="2692"/>
                      <a:pt x="1183" y="3024"/>
                    </a:cubicBezTo>
                    <a:cubicBezTo>
                      <a:pt x="1382" y="3108"/>
                      <a:pt x="1588" y="3147"/>
                      <a:pt x="1790" y="3147"/>
                    </a:cubicBezTo>
                    <a:cubicBezTo>
                      <a:pt x="2405" y="3147"/>
                      <a:pt x="2989" y="2782"/>
                      <a:pt x="3239" y="2180"/>
                    </a:cubicBezTo>
                    <a:cubicBezTo>
                      <a:pt x="3578" y="1379"/>
                      <a:pt x="3195" y="456"/>
                      <a:pt x="2395" y="124"/>
                    </a:cubicBezTo>
                    <a:cubicBezTo>
                      <a:pt x="2196" y="40"/>
                      <a:pt x="1990" y="0"/>
                      <a:pt x="1788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4" name="Google Shape;4704;p73"/>
            <p:cNvGrpSpPr/>
            <p:nvPr/>
          </p:nvGrpSpPr>
          <p:grpSpPr>
            <a:xfrm>
              <a:off x="3351965" y="1330435"/>
              <a:ext cx="295449" cy="285401"/>
              <a:chOff x="3631100" y="1866150"/>
              <a:chExt cx="149875" cy="144800"/>
            </a:xfrm>
          </p:grpSpPr>
          <p:sp>
            <p:nvSpPr>
              <p:cNvPr id="4705" name="Google Shape;4705;p73"/>
              <p:cNvSpPr/>
              <p:nvPr/>
            </p:nvSpPr>
            <p:spPr>
              <a:xfrm>
                <a:off x="3631100" y="1866150"/>
                <a:ext cx="149875" cy="144800"/>
              </a:xfrm>
              <a:custGeom>
                <a:avLst/>
                <a:gdLst/>
                <a:ahLst/>
                <a:cxnLst/>
                <a:rect l="l" t="t" r="r" b="b"/>
                <a:pathLst>
                  <a:path w="5995" h="5792" extrusionOk="0">
                    <a:moveTo>
                      <a:pt x="5251" y="0"/>
                    </a:moveTo>
                    <a:lnTo>
                      <a:pt x="4025" y="1226"/>
                    </a:lnTo>
                    <a:cubicBezTo>
                      <a:pt x="3619" y="974"/>
                      <a:pt x="3165" y="852"/>
                      <a:pt x="2716" y="852"/>
                    </a:cubicBezTo>
                    <a:cubicBezTo>
                      <a:pt x="1986" y="852"/>
                      <a:pt x="1267" y="1174"/>
                      <a:pt x="780" y="1782"/>
                    </a:cubicBezTo>
                    <a:cubicBezTo>
                      <a:pt x="1" y="2770"/>
                      <a:pt x="80" y="4183"/>
                      <a:pt x="967" y="5070"/>
                    </a:cubicBezTo>
                    <a:cubicBezTo>
                      <a:pt x="1449" y="5548"/>
                      <a:pt x="2082" y="5792"/>
                      <a:pt x="2716" y="5792"/>
                    </a:cubicBezTo>
                    <a:cubicBezTo>
                      <a:pt x="3259" y="5792"/>
                      <a:pt x="3804" y="5613"/>
                      <a:pt x="4256" y="5251"/>
                    </a:cubicBezTo>
                    <a:cubicBezTo>
                      <a:pt x="5237" y="4472"/>
                      <a:pt x="5475" y="3073"/>
                      <a:pt x="4811" y="2012"/>
                    </a:cubicBezTo>
                    <a:lnTo>
                      <a:pt x="5994" y="822"/>
                    </a:lnTo>
                    <a:cubicBezTo>
                      <a:pt x="5872" y="736"/>
                      <a:pt x="5756" y="642"/>
                      <a:pt x="5655" y="541"/>
                    </a:cubicBezTo>
                    <a:cubicBezTo>
                      <a:pt x="5497" y="382"/>
                      <a:pt x="5360" y="202"/>
                      <a:pt x="5251" y="0"/>
                    </a:cubicBezTo>
                    <a:close/>
                  </a:path>
                </a:pathLst>
              </a:custGeom>
              <a:solidFill>
                <a:srgbClr val="37495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06" name="Google Shape;4706;p73"/>
              <p:cNvSpPr/>
              <p:nvPr/>
            </p:nvSpPr>
            <p:spPr>
              <a:xfrm>
                <a:off x="3654725" y="1907806"/>
                <a:ext cx="86575" cy="78800"/>
              </a:xfrm>
              <a:custGeom>
                <a:avLst/>
                <a:gdLst/>
                <a:ahLst/>
                <a:cxnLst/>
                <a:rect l="l" t="t" r="r" b="b"/>
                <a:pathLst>
                  <a:path w="3463" h="3152" extrusionOk="0">
                    <a:moveTo>
                      <a:pt x="1733" y="0"/>
                    </a:moveTo>
                    <a:cubicBezTo>
                      <a:pt x="1018" y="0"/>
                      <a:pt x="375" y="490"/>
                      <a:pt x="203" y="1212"/>
                    </a:cubicBezTo>
                    <a:cubicBezTo>
                      <a:pt x="1" y="2056"/>
                      <a:pt x="520" y="2907"/>
                      <a:pt x="1371" y="3109"/>
                    </a:cubicBezTo>
                    <a:cubicBezTo>
                      <a:pt x="1493" y="3138"/>
                      <a:pt x="1615" y="3152"/>
                      <a:pt x="1735" y="3152"/>
                    </a:cubicBezTo>
                    <a:cubicBezTo>
                      <a:pt x="2447" y="3152"/>
                      <a:pt x="3094" y="2662"/>
                      <a:pt x="3261" y="1940"/>
                    </a:cubicBezTo>
                    <a:cubicBezTo>
                      <a:pt x="3463" y="1096"/>
                      <a:pt x="2943" y="245"/>
                      <a:pt x="2099" y="43"/>
                    </a:cubicBezTo>
                    <a:cubicBezTo>
                      <a:pt x="1976" y="14"/>
                      <a:pt x="1854" y="0"/>
                      <a:pt x="173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7" name="Google Shape;4707;p73"/>
            <p:cNvGrpSpPr/>
            <p:nvPr/>
          </p:nvGrpSpPr>
          <p:grpSpPr>
            <a:xfrm>
              <a:off x="3548208" y="1560352"/>
              <a:ext cx="294808" cy="286830"/>
              <a:chOff x="3730650" y="1982800"/>
              <a:chExt cx="149550" cy="145525"/>
            </a:xfrm>
          </p:grpSpPr>
          <p:sp>
            <p:nvSpPr>
              <p:cNvPr id="4708" name="Google Shape;4708;p73"/>
              <p:cNvSpPr/>
              <p:nvPr/>
            </p:nvSpPr>
            <p:spPr>
              <a:xfrm>
                <a:off x="3730650" y="1982800"/>
                <a:ext cx="149550" cy="145525"/>
              </a:xfrm>
              <a:custGeom>
                <a:avLst/>
                <a:gdLst/>
                <a:ahLst/>
                <a:cxnLst/>
                <a:rect l="l" t="t" r="r" b="b"/>
                <a:pathLst>
                  <a:path w="5982" h="5821" extrusionOk="0">
                    <a:moveTo>
                      <a:pt x="786" y="0"/>
                    </a:moveTo>
                    <a:lnTo>
                      <a:pt x="0" y="787"/>
                    </a:lnTo>
                    <a:lnTo>
                      <a:pt x="1255" y="2034"/>
                    </a:lnTo>
                    <a:cubicBezTo>
                      <a:pt x="642" y="3008"/>
                      <a:pt x="786" y="4277"/>
                      <a:pt x="1601" y="5092"/>
                    </a:cubicBezTo>
                    <a:cubicBezTo>
                      <a:pt x="2102" y="5593"/>
                      <a:pt x="2724" y="5821"/>
                      <a:pt x="3335" y="5821"/>
                    </a:cubicBezTo>
                    <a:cubicBezTo>
                      <a:pt x="4512" y="5821"/>
                      <a:pt x="5649" y="4979"/>
                      <a:pt x="5806" y="3621"/>
                    </a:cubicBezTo>
                    <a:cubicBezTo>
                      <a:pt x="5981" y="2058"/>
                      <a:pt x="4723" y="867"/>
                      <a:pt x="3339" y="867"/>
                    </a:cubicBezTo>
                    <a:cubicBezTo>
                      <a:pt x="2903" y="867"/>
                      <a:pt x="2454" y="985"/>
                      <a:pt x="2034" y="1248"/>
                    </a:cubicBezTo>
                    <a:lnTo>
                      <a:pt x="786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09" name="Google Shape;4709;p73"/>
              <p:cNvSpPr/>
              <p:nvPr/>
            </p:nvSpPr>
            <p:spPr>
              <a:xfrm>
                <a:off x="3771925" y="2027231"/>
                <a:ext cx="86575" cy="78750"/>
              </a:xfrm>
              <a:custGeom>
                <a:avLst/>
                <a:gdLst/>
                <a:ahLst/>
                <a:cxnLst/>
                <a:rect l="l" t="t" r="r" b="b"/>
                <a:pathLst>
                  <a:path w="3463" h="3150" extrusionOk="0">
                    <a:moveTo>
                      <a:pt x="1740" y="0"/>
                    </a:moveTo>
                    <a:cubicBezTo>
                      <a:pt x="1022" y="0"/>
                      <a:pt x="376" y="485"/>
                      <a:pt x="203" y="1209"/>
                    </a:cubicBezTo>
                    <a:cubicBezTo>
                      <a:pt x="1" y="2060"/>
                      <a:pt x="527" y="2904"/>
                      <a:pt x="1371" y="3106"/>
                    </a:cubicBezTo>
                    <a:cubicBezTo>
                      <a:pt x="1493" y="3135"/>
                      <a:pt x="1615" y="3149"/>
                      <a:pt x="1735" y="3149"/>
                    </a:cubicBezTo>
                    <a:cubicBezTo>
                      <a:pt x="2447" y="3149"/>
                      <a:pt x="3095" y="2660"/>
                      <a:pt x="3268" y="1938"/>
                    </a:cubicBezTo>
                    <a:cubicBezTo>
                      <a:pt x="3463" y="1094"/>
                      <a:pt x="2943" y="243"/>
                      <a:pt x="2099" y="41"/>
                    </a:cubicBezTo>
                    <a:cubicBezTo>
                      <a:pt x="1979" y="13"/>
                      <a:pt x="1858" y="0"/>
                      <a:pt x="1740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710" name="Google Shape;4710;p73"/>
          <p:cNvGrpSpPr/>
          <p:nvPr/>
        </p:nvGrpSpPr>
        <p:grpSpPr>
          <a:xfrm>
            <a:off x="10166017" y="1295075"/>
            <a:ext cx="1072753" cy="903727"/>
            <a:chOff x="7636443" y="1204988"/>
            <a:chExt cx="804565" cy="677795"/>
          </a:xfrm>
        </p:grpSpPr>
        <p:grpSp>
          <p:nvGrpSpPr>
            <p:cNvPr id="4711" name="Google Shape;4711;p73"/>
            <p:cNvGrpSpPr/>
            <p:nvPr/>
          </p:nvGrpSpPr>
          <p:grpSpPr>
            <a:xfrm>
              <a:off x="7636443" y="1509705"/>
              <a:ext cx="804565" cy="373078"/>
              <a:chOff x="7636443" y="1509705"/>
              <a:chExt cx="804565" cy="373078"/>
            </a:xfrm>
          </p:grpSpPr>
          <p:sp>
            <p:nvSpPr>
              <p:cNvPr id="4712" name="Google Shape;4712;p73"/>
              <p:cNvSpPr/>
              <p:nvPr/>
            </p:nvSpPr>
            <p:spPr>
              <a:xfrm>
                <a:off x="7636443" y="1509705"/>
                <a:ext cx="749840" cy="373078"/>
              </a:xfrm>
              <a:custGeom>
                <a:avLst/>
                <a:gdLst/>
                <a:ahLst/>
                <a:cxnLst/>
                <a:rect l="l" t="t" r="r" b="b"/>
                <a:pathLst>
                  <a:path w="20764" h="10331" extrusionOk="0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13" name="Google Shape;4713;p73"/>
              <p:cNvSpPr/>
              <p:nvPr/>
            </p:nvSpPr>
            <p:spPr>
              <a:xfrm>
                <a:off x="8398251" y="1667375"/>
                <a:ext cx="42757" cy="3636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1007" extrusionOk="0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14" name="Google Shape;4714;p73"/>
            <p:cNvGrpSpPr/>
            <p:nvPr/>
          </p:nvGrpSpPr>
          <p:grpSpPr>
            <a:xfrm>
              <a:off x="7636443" y="1408133"/>
              <a:ext cx="804565" cy="373078"/>
              <a:chOff x="7636443" y="1408133"/>
              <a:chExt cx="804565" cy="373078"/>
            </a:xfrm>
          </p:grpSpPr>
          <p:sp>
            <p:nvSpPr>
              <p:cNvPr id="4715" name="Google Shape;4715;p73"/>
              <p:cNvSpPr/>
              <p:nvPr/>
            </p:nvSpPr>
            <p:spPr>
              <a:xfrm>
                <a:off x="7636443" y="1408133"/>
                <a:ext cx="749840" cy="373078"/>
              </a:xfrm>
              <a:custGeom>
                <a:avLst/>
                <a:gdLst/>
                <a:ahLst/>
                <a:cxnLst/>
                <a:rect l="l" t="t" r="r" b="b"/>
                <a:pathLst>
                  <a:path w="20764" h="10331" extrusionOk="0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16" name="Google Shape;4716;p73"/>
              <p:cNvSpPr/>
              <p:nvPr/>
            </p:nvSpPr>
            <p:spPr>
              <a:xfrm>
                <a:off x="8398251" y="1565802"/>
                <a:ext cx="42757" cy="3636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1007" extrusionOk="0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17" name="Google Shape;4717;p73"/>
            <p:cNvGrpSpPr/>
            <p:nvPr/>
          </p:nvGrpSpPr>
          <p:grpSpPr>
            <a:xfrm>
              <a:off x="7636443" y="1306560"/>
              <a:ext cx="804565" cy="373078"/>
              <a:chOff x="7636443" y="1306560"/>
              <a:chExt cx="804565" cy="373078"/>
            </a:xfrm>
          </p:grpSpPr>
          <p:sp>
            <p:nvSpPr>
              <p:cNvPr id="4718" name="Google Shape;4718;p73"/>
              <p:cNvSpPr/>
              <p:nvPr/>
            </p:nvSpPr>
            <p:spPr>
              <a:xfrm>
                <a:off x="7636443" y="1306560"/>
                <a:ext cx="749840" cy="373078"/>
              </a:xfrm>
              <a:custGeom>
                <a:avLst/>
                <a:gdLst/>
                <a:ahLst/>
                <a:cxnLst/>
                <a:rect l="l" t="t" r="r" b="b"/>
                <a:pathLst>
                  <a:path w="20764" h="10331" extrusionOk="0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19" name="Google Shape;4719;p73"/>
              <p:cNvSpPr/>
              <p:nvPr/>
            </p:nvSpPr>
            <p:spPr>
              <a:xfrm>
                <a:off x="8398251" y="1464230"/>
                <a:ext cx="42757" cy="3636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1007" extrusionOk="0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20" name="Google Shape;4720;p73"/>
            <p:cNvGrpSpPr/>
            <p:nvPr/>
          </p:nvGrpSpPr>
          <p:grpSpPr>
            <a:xfrm>
              <a:off x="7636443" y="1204988"/>
              <a:ext cx="804565" cy="373078"/>
              <a:chOff x="7636443" y="1204988"/>
              <a:chExt cx="804565" cy="373078"/>
            </a:xfrm>
          </p:grpSpPr>
          <p:sp>
            <p:nvSpPr>
              <p:cNvPr id="4721" name="Google Shape;4721;p73"/>
              <p:cNvSpPr/>
              <p:nvPr/>
            </p:nvSpPr>
            <p:spPr>
              <a:xfrm>
                <a:off x="7636443" y="1204988"/>
                <a:ext cx="749840" cy="373078"/>
              </a:xfrm>
              <a:custGeom>
                <a:avLst/>
                <a:gdLst/>
                <a:ahLst/>
                <a:cxnLst/>
                <a:rect l="l" t="t" r="r" b="b"/>
                <a:pathLst>
                  <a:path w="20764" h="10331" extrusionOk="0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22" name="Google Shape;4722;p73"/>
              <p:cNvSpPr/>
              <p:nvPr/>
            </p:nvSpPr>
            <p:spPr>
              <a:xfrm>
                <a:off x="8398251" y="1362658"/>
                <a:ext cx="42757" cy="3636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1007" extrusionOk="0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723" name="Google Shape;4723;p73"/>
          <p:cNvGrpSpPr/>
          <p:nvPr/>
        </p:nvGrpSpPr>
        <p:grpSpPr>
          <a:xfrm>
            <a:off x="6617812" y="2504961"/>
            <a:ext cx="881785" cy="881584"/>
            <a:chOff x="3990000" y="975400"/>
            <a:chExt cx="3934200" cy="3933300"/>
          </a:xfrm>
        </p:grpSpPr>
        <p:sp>
          <p:nvSpPr>
            <p:cNvPr id="4724" name="Google Shape;4724;p73"/>
            <p:cNvSpPr/>
            <p:nvPr/>
          </p:nvSpPr>
          <p:spPr>
            <a:xfrm>
              <a:off x="3990000" y="975400"/>
              <a:ext cx="3934200" cy="3933300"/>
            </a:xfrm>
            <a:prstGeom prst="ellipse">
              <a:avLst/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25" name="Google Shape;4725;p73"/>
            <p:cNvSpPr/>
            <p:nvPr/>
          </p:nvSpPr>
          <p:spPr>
            <a:xfrm>
              <a:off x="4346550" y="1331800"/>
              <a:ext cx="3221100" cy="3220500"/>
            </a:xfrm>
            <a:prstGeom prst="ellipse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26" name="Google Shape;4726;p73"/>
            <p:cNvSpPr/>
            <p:nvPr/>
          </p:nvSpPr>
          <p:spPr>
            <a:xfrm>
              <a:off x="4786800" y="1771750"/>
              <a:ext cx="2340600" cy="2340600"/>
            </a:xfrm>
            <a:prstGeom prst="ellipse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27" name="Google Shape;4727;p73"/>
            <p:cNvSpPr/>
            <p:nvPr/>
          </p:nvSpPr>
          <p:spPr>
            <a:xfrm>
              <a:off x="5218650" y="2203450"/>
              <a:ext cx="1476900" cy="14772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728" name="Google Shape;4728;p73"/>
          <p:cNvGrpSpPr/>
          <p:nvPr/>
        </p:nvGrpSpPr>
        <p:grpSpPr>
          <a:xfrm>
            <a:off x="8809342" y="2476480"/>
            <a:ext cx="1158508" cy="912321"/>
            <a:chOff x="6598259" y="2078634"/>
            <a:chExt cx="868881" cy="684241"/>
          </a:xfrm>
        </p:grpSpPr>
        <p:sp>
          <p:nvSpPr>
            <p:cNvPr id="4729" name="Google Shape;4729;p73"/>
            <p:cNvSpPr/>
            <p:nvPr/>
          </p:nvSpPr>
          <p:spPr>
            <a:xfrm>
              <a:off x="7165957" y="2159753"/>
              <a:ext cx="286185" cy="107120"/>
            </a:xfrm>
            <a:custGeom>
              <a:avLst/>
              <a:gdLst/>
              <a:ahLst/>
              <a:cxnLst/>
              <a:rect l="l" t="t" r="r" b="b"/>
              <a:pathLst>
                <a:path w="48506" h="18156" extrusionOk="0">
                  <a:moveTo>
                    <a:pt x="1" y="1"/>
                  </a:moveTo>
                  <a:lnTo>
                    <a:pt x="1" y="18156"/>
                  </a:lnTo>
                  <a:lnTo>
                    <a:pt x="48506" y="18156"/>
                  </a:lnTo>
                  <a:lnTo>
                    <a:pt x="48506" y="1"/>
                  </a:lnTo>
                  <a:close/>
                </a:path>
              </a:pathLst>
            </a:custGeom>
            <a:solidFill>
              <a:srgbClr val="B3C3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30" name="Google Shape;4730;p73"/>
            <p:cNvSpPr/>
            <p:nvPr/>
          </p:nvSpPr>
          <p:spPr>
            <a:xfrm>
              <a:off x="7085764" y="2536793"/>
              <a:ext cx="349475" cy="107120"/>
            </a:xfrm>
            <a:custGeom>
              <a:avLst/>
              <a:gdLst/>
              <a:ahLst/>
              <a:cxnLst/>
              <a:rect l="l" t="t" r="r" b="b"/>
              <a:pathLst>
                <a:path w="59233" h="18156" extrusionOk="0">
                  <a:moveTo>
                    <a:pt x="1" y="1"/>
                  </a:moveTo>
                  <a:lnTo>
                    <a:pt x="1" y="18156"/>
                  </a:lnTo>
                  <a:lnTo>
                    <a:pt x="59233" y="18156"/>
                  </a:lnTo>
                  <a:lnTo>
                    <a:pt x="59233" y="1"/>
                  </a:lnTo>
                  <a:close/>
                </a:path>
              </a:pathLst>
            </a:custGeom>
            <a:solidFill>
              <a:srgbClr val="374F6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31" name="Google Shape;4731;p73"/>
            <p:cNvSpPr/>
            <p:nvPr/>
          </p:nvSpPr>
          <p:spPr>
            <a:xfrm>
              <a:off x="6598259" y="2195183"/>
              <a:ext cx="271241" cy="107120"/>
            </a:xfrm>
            <a:custGeom>
              <a:avLst/>
              <a:gdLst/>
              <a:ahLst/>
              <a:cxnLst/>
              <a:rect l="l" t="t" r="r" b="b"/>
              <a:pathLst>
                <a:path w="45973" h="18156" extrusionOk="0">
                  <a:moveTo>
                    <a:pt x="1" y="0"/>
                  </a:moveTo>
                  <a:lnTo>
                    <a:pt x="1" y="18156"/>
                  </a:lnTo>
                  <a:lnTo>
                    <a:pt x="45972" y="18156"/>
                  </a:lnTo>
                  <a:lnTo>
                    <a:pt x="45972" y="0"/>
                  </a:lnTo>
                  <a:close/>
                </a:path>
              </a:pathLst>
            </a:custGeom>
            <a:solidFill>
              <a:srgbClr val="8FA1A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32" name="Google Shape;4732;p73"/>
            <p:cNvSpPr/>
            <p:nvPr/>
          </p:nvSpPr>
          <p:spPr>
            <a:xfrm>
              <a:off x="6604064" y="2370778"/>
              <a:ext cx="358696" cy="107126"/>
            </a:xfrm>
            <a:custGeom>
              <a:avLst/>
              <a:gdLst/>
              <a:ahLst/>
              <a:cxnLst/>
              <a:rect l="l" t="t" r="r" b="b"/>
              <a:pathLst>
                <a:path w="60796" h="18157" extrusionOk="0">
                  <a:moveTo>
                    <a:pt x="0" y="1"/>
                  </a:moveTo>
                  <a:lnTo>
                    <a:pt x="0" y="18156"/>
                  </a:lnTo>
                  <a:lnTo>
                    <a:pt x="60796" y="18156"/>
                  </a:lnTo>
                  <a:lnTo>
                    <a:pt x="60796" y="1"/>
                  </a:lnTo>
                  <a:close/>
                </a:path>
              </a:pathLst>
            </a:custGeom>
            <a:solidFill>
              <a:srgbClr val="C9D4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33" name="Google Shape;4733;p73"/>
            <p:cNvSpPr/>
            <p:nvPr/>
          </p:nvSpPr>
          <p:spPr>
            <a:xfrm>
              <a:off x="6645158" y="2545743"/>
              <a:ext cx="358696" cy="109044"/>
            </a:xfrm>
            <a:custGeom>
              <a:avLst/>
              <a:gdLst/>
              <a:ahLst/>
              <a:cxnLst/>
              <a:rect l="l" t="t" r="r" b="b"/>
              <a:pathLst>
                <a:path w="60796" h="18482" extrusionOk="0">
                  <a:moveTo>
                    <a:pt x="1" y="0"/>
                  </a:moveTo>
                  <a:lnTo>
                    <a:pt x="1" y="18482"/>
                  </a:lnTo>
                  <a:lnTo>
                    <a:pt x="60796" y="18482"/>
                  </a:lnTo>
                  <a:lnTo>
                    <a:pt x="60796" y="0"/>
                  </a:ln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34" name="Google Shape;4734;p73"/>
            <p:cNvSpPr/>
            <p:nvPr/>
          </p:nvSpPr>
          <p:spPr>
            <a:xfrm>
              <a:off x="7155838" y="2352960"/>
              <a:ext cx="311302" cy="107120"/>
            </a:xfrm>
            <a:custGeom>
              <a:avLst/>
              <a:gdLst/>
              <a:ahLst/>
              <a:cxnLst/>
              <a:rect l="l" t="t" r="r" b="b"/>
              <a:pathLst>
                <a:path w="52763" h="18156" extrusionOk="0">
                  <a:moveTo>
                    <a:pt x="0" y="0"/>
                  </a:moveTo>
                  <a:lnTo>
                    <a:pt x="0" y="18155"/>
                  </a:lnTo>
                  <a:lnTo>
                    <a:pt x="52763" y="18155"/>
                  </a:lnTo>
                  <a:lnTo>
                    <a:pt x="52763" y="0"/>
                  </a:lnTo>
                  <a:close/>
                </a:path>
              </a:pathLst>
            </a:custGeom>
            <a:solidFill>
              <a:srgbClr val="4F677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735" name="Google Shape;4735;p73"/>
            <p:cNvGrpSpPr/>
            <p:nvPr/>
          </p:nvGrpSpPr>
          <p:grpSpPr>
            <a:xfrm>
              <a:off x="6808175" y="2078634"/>
              <a:ext cx="452229" cy="684241"/>
              <a:chOff x="6808175" y="2078634"/>
              <a:chExt cx="452229" cy="684241"/>
            </a:xfrm>
          </p:grpSpPr>
          <p:sp>
            <p:nvSpPr>
              <p:cNvPr id="4736" name="Google Shape;4736;p73"/>
              <p:cNvSpPr/>
              <p:nvPr/>
            </p:nvSpPr>
            <p:spPr>
              <a:xfrm>
                <a:off x="7165957" y="2159753"/>
                <a:ext cx="94447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16008" h="18156" extrusionOk="0">
                    <a:moveTo>
                      <a:pt x="1" y="1"/>
                    </a:moveTo>
                    <a:lnTo>
                      <a:pt x="1" y="18156"/>
                    </a:lnTo>
                    <a:lnTo>
                      <a:pt x="16007" y="18156"/>
                    </a:lnTo>
                    <a:cubicBezTo>
                      <a:pt x="15291" y="11568"/>
                      <a:pt x="12904" y="5350"/>
                      <a:pt x="9054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37" name="Google Shape;4737;p73"/>
              <p:cNvSpPr/>
              <p:nvPr/>
            </p:nvSpPr>
            <p:spPr>
              <a:xfrm>
                <a:off x="7085764" y="2536793"/>
                <a:ext cx="61100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10356" h="18156" extrusionOk="0">
                    <a:moveTo>
                      <a:pt x="1" y="1"/>
                    </a:moveTo>
                    <a:lnTo>
                      <a:pt x="1" y="18156"/>
                    </a:lnTo>
                    <a:lnTo>
                      <a:pt x="5804" y="18156"/>
                    </a:lnTo>
                    <a:cubicBezTo>
                      <a:pt x="5810" y="18084"/>
                      <a:pt x="5813" y="18013"/>
                      <a:pt x="5813" y="17941"/>
                    </a:cubicBezTo>
                    <a:cubicBezTo>
                      <a:pt x="5815" y="17225"/>
                      <a:pt x="5579" y="16528"/>
                      <a:pt x="5146" y="15958"/>
                    </a:cubicBezTo>
                    <a:cubicBezTo>
                      <a:pt x="5764" y="15144"/>
                      <a:pt x="5967" y="14089"/>
                      <a:pt x="5696" y="13103"/>
                    </a:cubicBezTo>
                    <a:cubicBezTo>
                      <a:pt x="6334" y="11805"/>
                      <a:pt x="6339" y="10352"/>
                      <a:pt x="6343" y="9017"/>
                    </a:cubicBezTo>
                    <a:lnTo>
                      <a:pt x="6343" y="8907"/>
                    </a:lnTo>
                    <a:cubicBezTo>
                      <a:pt x="6346" y="8040"/>
                      <a:pt x="6573" y="6922"/>
                      <a:pt x="6952" y="5914"/>
                    </a:cubicBezTo>
                    <a:cubicBezTo>
                      <a:pt x="7745" y="3797"/>
                      <a:pt x="8890" y="1817"/>
                      <a:pt x="10355" y="1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38" name="Google Shape;4738;p73"/>
              <p:cNvSpPr/>
              <p:nvPr/>
            </p:nvSpPr>
            <p:spPr>
              <a:xfrm>
                <a:off x="6808175" y="2195183"/>
                <a:ext cx="61325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10394" h="18156" extrusionOk="0">
                    <a:moveTo>
                      <a:pt x="3660" y="0"/>
                    </a:moveTo>
                    <a:cubicBezTo>
                      <a:pt x="1279" y="5051"/>
                      <a:pt x="19" y="10605"/>
                      <a:pt x="14" y="16353"/>
                    </a:cubicBezTo>
                    <a:cubicBezTo>
                      <a:pt x="11" y="16529"/>
                      <a:pt x="0" y="17161"/>
                      <a:pt x="51" y="18156"/>
                    </a:cubicBezTo>
                    <a:lnTo>
                      <a:pt x="10393" y="18156"/>
                    </a:lnTo>
                    <a:lnTo>
                      <a:pt x="10393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39" name="Google Shape;4739;p73"/>
              <p:cNvSpPr/>
              <p:nvPr/>
            </p:nvSpPr>
            <p:spPr>
              <a:xfrm>
                <a:off x="6820441" y="2370778"/>
                <a:ext cx="142320" cy="107126"/>
              </a:xfrm>
              <a:custGeom>
                <a:avLst/>
                <a:gdLst/>
                <a:ahLst/>
                <a:cxnLst/>
                <a:rect l="l" t="t" r="r" b="b"/>
                <a:pathLst>
                  <a:path w="24122" h="18157" extrusionOk="0">
                    <a:moveTo>
                      <a:pt x="0" y="1"/>
                    </a:moveTo>
                    <a:cubicBezTo>
                      <a:pt x="1532" y="5312"/>
                      <a:pt x="4200" y="11690"/>
                      <a:pt x="8823" y="18156"/>
                    </a:cubicBezTo>
                    <a:lnTo>
                      <a:pt x="24122" y="18156"/>
                    </a:lnTo>
                    <a:lnTo>
                      <a:pt x="24122" y="1"/>
                    </a:ln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40" name="Google Shape;4740;p73"/>
              <p:cNvSpPr/>
              <p:nvPr/>
            </p:nvSpPr>
            <p:spPr>
              <a:xfrm>
                <a:off x="6929774" y="2545743"/>
                <a:ext cx="74092" cy="109044"/>
              </a:xfrm>
              <a:custGeom>
                <a:avLst/>
                <a:gdLst/>
                <a:ahLst/>
                <a:cxnLst/>
                <a:rect l="l" t="t" r="r" b="b"/>
                <a:pathLst>
                  <a:path w="12558" h="18482" extrusionOk="0">
                    <a:moveTo>
                      <a:pt x="0" y="0"/>
                    </a:moveTo>
                    <a:cubicBezTo>
                      <a:pt x="938" y="1387"/>
                      <a:pt x="1707" y="2855"/>
                      <a:pt x="2285" y="4397"/>
                    </a:cubicBezTo>
                    <a:cubicBezTo>
                      <a:pt x="2664" y="5405"/>
                      <a:pt x="2891" y="6523"/>
                      <a:pt x="2895" y="7390"/>
                    </a:cubicBezTo>
                    <a:lnTo>
                      <a:pt x="2895" y="7500"/>
                    </a:lnTo>
                    <a:cubicBezTo>
                      <a:pt x="2898" y="8835"/>
                      <a:pt x="2904" y="10288"/>
                      <a:pt x="3541" y="11586"/>
                    </a:cubicBezTo>
                    <a:cubicBezTo>
                      <a:pt x="3270" y="12572"/>
                      <a:pt x="3473" y="13627"/>
                      <a:pt x="4092" y="14441"/>
                    </a:cubicBezTo>
                    <a:cubicBezTo>
                      <a:pt x="3202" y="15613"/>
                      <a:pt x="3202" y="17235"/>
                      <a:pt x="4092" y="18407"/>
                    </a:cubicBezTo>
                    <a:cubicBezTo>
                      <a:pt x="4072" y="18431"/>
                      <a:pt x="4057" y="18457"/>
                      <a:pt x="4039" y="18482"/>
                    </a:cubicBezTo>
                    <a:lnTo>
                      <a:pt x="12558" y="18482"/>
                    </a:lnTo>
                    <a:lnTo>
                      <a:pt x="12558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41" name="Google Shape;4741;p73"/>
              <p:cNvSpPr/>
              <p:nvPr/>
            </p:nvSpPr>
            <p:spPr>
              <a:xfrm>
                <a:off x="7155838" y="2352960"/>
                <a:ext cx="98377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16674" h="18156" extrusionOk="0">
                    <a:moveTo>
                      <a:pt x="0" y="0"/>
                    </a:moveTo>
                    <a:lnTo>
                      <a:pt x="0" y="18155"/>
                    </a:lnTo>
                    <a:lnTo>
                      <a:pt x="9101" y="18155"/>
                    </a:lnTo>
                    <a:cubicBezTo>
                      <a:pt x="13299" y="11475"/>
                      <a:pt x="15509" y="5056"/>
                      <a:pt x="16674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742" name="Google Shape;4742;p73"/>
              <p:cNvGrpSpPr/>
              <p:nvPr/>
            </p:nvGrpSpPr>
            <p:grpSpPr>
              <a:xfrm>
                <a:off x="6821586" y="2078634"/>
                <a:ext cx="426871" cy="684241"/>
                <a:chOff x="6821586" y="2078634"/>
                <a:chExt cx="426871" cy="684241"/>
              </a:xfrm>
            </p:grpSpPr>
            <p:grpSp>
              <p:nvGrpSpPr>
                <p:cNvPr id="4743" name="Google Shape;4743;p73"/>
                <p:cNvGrpSpPr/>
                <p:nvPr/>
              </p:nvGrpSpPr>
              <p:grpSpPr>
                <a:xfrm>
                  <a:off x="6821586" y="2078634"/>
                  <a:ext cx="426871" cy="684241"/>
                  <a:chOff x="6821586" y="2078634"/>
                  <a:chExt cx="426871" cy="684241"/>
                </a:xfrm>
              </p:grpSpPr>
              <p:sp>
                <p:nvSpPr>
                  <p:cNvPr id="4744" name="Google Shape;4744;p73"/>
                  <p:cNvSpPr/>
                  <p:nvPr/>
                </p:nvSpPr>
                <p:spPr>
                  <a:xfrm>
                    <a:off x="6990036" y="2693797"/>
                    <a:ext cx="89963" cy="690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48" h="11708" extrusionOk="0">
                        <a:moveTo>
                          <a:pt x="1" y="0"/>
                        </a:moveTo>
                        <a:lnTo>
                          <a:pt x="1" y="4083"/>
                        </a:lnTo>
                        <a:cubicBezTo>
                          <a:pt x="1" y="8276"/>
                          <a:pt x="3430" y="11707"/>
                          <a:pt x="7623" y="11707"/>
                        </a:cubicBezTo>
                        <a:cubicBezTo>
                          <a:pt x="11816" y="11707"/>
                          <a:pt x="15247" y="8276"/>
                          <a:pt x="15247" y="4083"/>
                        </a:cubicBezTo>
                        <a:lnTo>
                          <a:pt x="15247" y="0"/>
                        </a:ln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45" name="Google Shape;4745;p73"/>
                  <p:cNvSpPr/>
                  <p:nvPr/>
                </p:nvSpPr>
                <p:spPr>
                  <a:xfrm>
                    <a:off x="6968649" y="2671926"/>
                    <a:ext cx="132738" cy="727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2324" extrusionOk="0">
                        <a:moveTo>
                          <a:pt x="1" y="0"/>
                        </a:moveTo>
                        <a:lnTo>
                          <a:pt x="1" y="2864"/>
                        </a:lnTo>
                        <a:cubicBezTo>
                          <a:pt x="1" y="8528"/>
                          <a:pt x="10476" y="12324"/>
                          <a:pt x="11248" y="12324"/>
                        </a:cubicBezTo>
                        <a:cubicBezTo>
                          <a:pt x="12022" y="12324"/>
                          <a:pt x="22498" y="7684"/>
                          <a:pt x="22498" y="2864"/>
                        </a:cubicBezTo>
                        <a:lnTo>
                          <a:pt x="22498" y="0"/>
                        </a:ln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46" name="Google Shape;4746;p73"/>
                  <p:cNvSpPr/>
                  <p:nvPr/>
                </p:nvSpPr>
                <p:spPr>
                  <a:xfrm>
                    <a:off x="6968649" y="2679891"/>
                    <a:ext cx="132738" cy="64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0974" extrusionOk="0">
                        <a:moveTo>
                          <a:pt x="1" y="1"/>
                        </a:moveTo>
                        <a:lnTo>
                          <a:pt x="1" y="1514"/>
                        </a:lnTo>
                        <a:cubicBezTo>
                          <a:pt x="1" y="7178"/>
                          <a:pt x="10476" y="10974"/>
                          <a:pt x="11248" y="10974"/>
                        </a:cubicBezTo>
                        <a:cubicBezTo>
                          <a:pt x="12022" y="10974"/>
                          <a:pt x="22498" y="6335"/>
                          <a:pt x="22498" y="1514"/>
                        </a:cubicBezTo>
                        <a:lnTo>
                          <a:pt x="22498" y="1"/>
                        </a:lnTo>
                        <a:cubicBezTo>
                          <a:pt x="22498" y="4821"/>
                          <a:pt x="12022" y="9459"/>
                          <a:pt x="11248" y="9459"/>
                        </a:cubicBezTo>
                        <a:cubicBezTo>
                          <a:pt x="10476" y="9459"/>
                          <a:pt x="1" y="5665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47" name="Google Shape;4747;p73"/>
                  <p:cNvSpPr/>
                  <p:nvPr/>
                </p:nvSpPr>
                <p:spPr>
                  <a:xfrm>
                    <a:off x="6969091" y="2693467"/>
                    <a:ext cx="131729" cy="117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27" h="1994" extrusionOk="0">
                        <a:moveTo>
                          <a:pt x="52" y="1"/>
                        </a:moveTo>
                        <a:cubicBezTo>
                          <a:pt x="34" y="1"/>
                          <a:pt x="18" y="4"/>
                          <a:pt x="1" y="4"/>
                        </a:cubicBezTo>
                        <a:cubicBezTo>
                          <a:pt x="122" y="701"/>
                          <a:pt x="392" y="1367"/>
                          <a:pt x="778" y="1994"/>
                        </a:cubicBezTo>
                        <a:lnTo>
                          <a:pt x="21362" y="1994"/>
                        </a:lnTo>
                        <a:cubicBezTo>
                          <a:pt x="21834" y="1347"/>
                          <a:pt x="22173" y="680"/>
                          <a:pt x="22326" y="2"/>
                        </a:cubicBezTo>
                        <a:cubicBezTo>
                          <a:pt x="22316" y="2"/>
                          <a:pt x="22307" y="1"/>
                          <a:pt x="22297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48" name="Google Shape;4748;p73"/>
                  <p:cNvSpPr/>
                  <p:nvPr/>
                </p:nvSpPr>
                <p:spPr>
                  <a:xfrm>
                    <a:off x="6821586" y="2078634"/>
                    <a:ext cx="426871" cy="5446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351" h="92321" extrusionOk="0">
                        <a:moveTo>
                          <a:pt x="36174" y="1"/>
                        </a:moveTo>
                        <a:cubicBezTo>
                          <a:pt x="16216" y="1"/>
                          <a:pt x="37" y="16180"/>
                          <a:pt x="37" y="36140"/>
                        </a:cubicBezTo>
                        <a:cubicBezTo>
                          <a:pt x="37" y="36140"/>
                          <a:pt x="0" y="37141"/>
                          <a:pt x="140" y="38891"/>
                        </a:cubicBezTo>
                        <a:cubicBezTo>
                          <a:pt x="143" y="38928"/>
                          <a:pt x="147" y="38965"/>
                          <a:pt x="149" y="39003"/>
                        </a:cubicBezTo>
                        <a:cubicBezTo>
                          <a:pt x="164" y="39192"/>
                          <a:pt x="182" y="39386"/>
                          <a:pt x="201" y="39590"/>
                        </a:cubicBezTo>
                        <a:cubicBezTo>
                          <a:pt x="222" y="39817"/>
                          <a:pt x="246" y="40044"/>
                          <a:pt x="273" y="40271"/>
                        </a:cubicBezTo>
                        <a:cubicBezTo>
                          <a:pt x="281" y="40354"/>
                          <a:pt x="292" y="40436"/>
                          <a:pt x="301" y="40521"/>
                        </a:cubicBezTo>
                        <a:cubicBezTo>
                          <a:pt x="313" y="40621"/>
                          <a:pt x="325" y="40722"/>
                          <a:pt x="337" y="40822"/>
                        </a:cubicBezTo>
                        <a:cubicBezTo>
                          <a:pt x="1211" y="47845"/>
                          <a:pt x="4544" y="61615"/>
                          <a:pt x="17111" y="74112"/>
                        </a:cubicBezTo>
                        <a:cubicBezTo>
                          <a:pt x="19581" y="76568"/>
                          <a:pt x="21548" y="79501"/>
                          <a:pt x="22771" y="82763"/>
                        </a:cubicBezTo>
                        <a:cubicBezTo>
                          <a:pt x="23307" y="84192"/>
                          <a:pt x="23522" y="85567"/>
                          <a:pt x="23526" y="86552"/>
                        </a:cubicBezTo>
                        <a:cubicBezTo>
                          <a:pt x="23540" y="90527"/>
                          <a:pt x="23421" y="92321"/>
                          <a:pt x="36174" y="92321"/>
                        </a:cubicBezTo>
                        <a:cubicBezTo>
                          <a:pt x="48929" y="92321"/>
                          <a:pt x="48811" y="90527"/>
                          <a:pt x="48825" y="86552"/>
                        </a:cubicBezTo>
                        <a:cubicBezTo>
                          <a:pt x="48828" y="85567"/>
                          <a:pt x="49043" y="84192"/>
                          <a:pt x="49579" y="82763"/>
                        </a:cubicBezTo>
                        <a:cubicBezTo>
                          <a:pt x="50802" y="79501"/>
                          <a:pt x="52769" y="76568"/>
                          <a:pt x="55240" y="74112"/>
                        </a:cubicBezTo>
                        <a:cubicBezTo>
                          <a:pt x="67806" y="61615"/>
                          <a:pt x="71138" y="47845"/>
                          <a:pt x="72011" y="40822"/>
                        </a:cubicBezTo>
                        <a:cubicBezTo>
                          <a:pt x="72025" y="40722"/>
                          <a:pt x="72038" y="40621"/>
                          <a:pt x="72050" y="40521"/>
                        </a:cubicBezTo>
                        <a:cubicBezTo>
                          <a:pt x="72059" y="40436"/>
                          <a:pt x="72069" y="40354"/>
                          <a:pt x="72078" y="40271"/>
                        </a:cubicBezTo>
                        <a:cubicBezTo>
                          <a:pt x="72104" y="40044"/>
                          <a:pt x="72127" y="39817"/>
                          <a:pt x="72149" y="39590"/>
                        </a:cubicBezTo>
                        <a:cubicBezTo>
                          <a:pt x="72169" y="39386"/>
                          <a:pt x="72186" y="39192"/>
                          <a:pt x="72202" y="39003"/>
                        </a:cubicBezTo>
                        <a:cubicBezTo>
                          <a:pt x="72205" y="38966"/>
                          <a:pt x="72207" y="38928"/>
                          <a:pt x="72211" y="38891"/>
                        </a:cubicBezTo>
                        <a:cubicBezTo>
                          <a:pt x="72350" y="37141"/>
                          <a:pt x="72314" y="36140"/>
                          <a:pt x="72314" y="36140"/>
                        </a:cubicBezTo>
                        <a:cubicBezTo>
                          <a:pt x="72314" y="16180"/>
                          <a:pt x="56134" y="1"/>
                          <a:pt x="36174" y="1"/>
                        </a:cubicBezTo>
                        <a:close/>
                      </a:path>
                    </a:pathLst>
                  </a:custGeom>
                  <a:solidFill>
                    <a:srgbClr val="FEFEFE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49" name="Google Shape;4749;p73"/>
                  <p:cNvSpPr/>
                  <p:nvPr/>
                </p:nvSpPr>
                <p:spPr>
                  <a:xfrm>
                    <a:off x="6984514" y="2448953"/>
                    <a:ext cx="101008" cy="1644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20" h="27866" extrusionOk="0">
                        <a:moveTo>
                          <a:pt x="1" y="0"/>
                        </a:moveTo>
                        <a:lnTo>
                          <a:pt x="4920" y="27866"/>
                        </a:lnTo>
                        <a:lnTo>
                          <a:pt x="12200" y="27866"/>
                        </a:lnTo>
                        <a:lnTo>
                          <a:pt x="17120" y="0"/>
                        </a:lnTo>
                        <a:close/>
                      </a:path>
                    </a:pathLst>
                  </a:custGeom>
                  <a:solidFill>
                    <a:srgbClr val="EDF1F3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0" name="Google Shape;4750;p73"/>
                  <p:cNvSpPr/>
                  <p:nvPr/>
                </p:nvSpPr>
                <p:spPr>
                  <a:xfrm>
                    <a:off x="6984514" y="2448953"/>
                    <a:ext cx="101008" cy="1409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20" h="23892" extrusionOk="0">
                        <a:moveTo>
                          <a:pt x="1" y="0"/>
                        </a:moveTo>
                        <a:lnTo>
                          <a:pt x="4218" y="23891"/>
                        </a:lnTo>
                        <a:lnTo>
                          <a:pt x="12902" y="23891"/>
                        </a:lnTo>
                        <a:lnTo>
                          <a:pt x="17120" y="0"/>
                        </a:ln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1" name="Google Shape;4751;p73"/>
                  <p:cNvSpPr/>
                  <p:nvPr/>
                </p:nvSpPr>
                <p:spPr>
                  <a:xfrm>
                    <a:off x="7012451" y="2607162"/>
                    <a:ext cx="45141" cy="6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1" h="1051" extrusionOk="0">
                        <a:moveTo>
                          <a:pt x="0" y="1"/>
                        </a:moveTo>
                        <a:lnTo>
                          <a:pt x="185" y="1051"/>
                        </a:lnTo>
                        <a:lnTo>
                          <a:pt x="7465" y="1051"/>
                        </a:lnTo>
                        <a:lnTo>
                          <a:pt x="7650" y="1"/>
                        </a:ln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2" name="Google Shape;4752;p73"/>
                  <p:cNvSpPr/>
                  <p:nvPr/>
                </p:nvSpPr>
                <p:spPr>
                  <a:xfrm>
                    <a:off x="6968649" y="2664244"/>
                    <a:ext cx="132738" cy="251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4271" extrusionOk="0">
                        <a:moveTo>
                          <a:pt x="93" y="1"/>
                        </a:moveTo>
                        <a:cubicBezTo>
                          <a:pt x="43" y="1"/>
                          <a:pt x="1" y="43"/>
                          <a:pt x="1" y="95"/>
                        </a:cubicBezTo>
                        <a:lnTo>
                          <a:pt x="1" y="4176"/>
                        </a:lnTo>
                        <a:cubicBezTo>
                          <a:pt x="1" y="4229"/>
                          <a:pt x="43" y="4270"/>
                          <a:pt x="93" y="4270"/>
                        </a:cubicBezTo>
                        <a:lnTo>
                          <a:pt x="22405" y="4270"/>
                        </a:lnTo>
                        <a:cubicBezTo>
                          <a:pt x="22456" y="4270"/>
                          <a:pt x="22498" y="4229"/>
                          <a:pt x="22498" y="4176"/>
                        </a:cubicBezTo>
                        <a:lnTo>
                          <a:pt x="22498" y="95"/>
                        </a:lnTo>
                        <a:cubicBezTo>
                          <a:pt x="22498" y="43"/>
                          <a:pt x="22456" y="1"/>
                          <a:pt x="22405" y="1"/>
                        </a:cubicBez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3" name="Google Shape;4753;p73"/>
                  <p:cNvSpPr/>
                  <p:nvPr/>
                </p:nvSpPr>
                <p:spPr>
                  <a:xfrm>
                    <a:off x="6968649" y="2667389"/>
                    <a:ext cx="132738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996" extrusionOk="0">
                        <a:moveTo>
                          <a:pt x="22185" y="1"/>
                        </a:moveTo>
                        <a:lnTo>
                          <a:pt x="314" y="2"/>
                        </a:lnTo>
                        <a:cubicBezTo>
                          <a:pt x="113" y="247"/>
                          <a:pt x="3" y="556"/>
                          <a:pt x="1" y="874"/>
                        </a:cubicBezTo>
                        <a:lnTo>
                          <a:pt x="1" y="1880"/>
                        </a:lnTo>
                        <a:cubicBezTo>
                          <a:pt x="1" y="1915"/>
                          <a:pt x="8" y="1948"/>
                          <a:pt x="11" y="1983"/>
                        </a:cubicBezTo>
                        <a:cubicBezTo>
                          <a:pt x="48" y="1990"/>
                          <a:pt x="88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0" y="1994"/>
                          <a:pt x="22449" y="1990"/>
                          <a:pt x="22487" y="1983"/>
                        </a:cubicBezTo>
                        <a:cubicBezTo>
                          <a:pt x="22491" y="1948"/>
                          <a:pt x="22498" y="1915"/>
                          <a:pt x="22498" y="1880"/>
                        </a:cubicBezTo>
                        <a:lnTo>
                          <a:pt x="22498" y="872"/>
                        </a:lnTo>
                        <a:cubicBezTo>
                          <a:pt x="22496" y="554"/>
                          <a:pt x="22386" y="247"/>
                          <a:pt x="22185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4" name="Google Shape;4754;p73"/>
                  <p:cNvSpPr/>
                  <p:nvPr/>
                </p:nvSpPr>
                <p:spPr>
                  <a:xfrm>
                    <a:off x="6963510" y="2683549"/>
                    <a:ext cx="143022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41" h="1996" extrusionOk="0">
                        <a:moveTo>
                          <a:pt x="46" y="1"/>
                        </a:moveTo>
                        <a:cubicBezTo>
                          <a:pt x="19" y="1"/>
                          <a:pt x="0" y="22"/>
                          <a:pt x="0" y="46"/>
                        </a:cubicBezTo>
                        <a:lnTo>
                          <a:pt x="0" y="1951"/>
                        </a:lnTo>
                        <a:cubicBezTo>
                          <a:pt x="0" y="1975"/>
                          <a:pt x="19" y="1996"/>
                          <a:pt x="46" y="1996"/>
                        </a:cubicBezTo>
                        <a:lnTo>
                          <a:pt x="24195" y="1996"/>
                        </a:lnTo>
                        <a:cubicBezTo>
                          <a:pt x="24219" y="1996"/>
                          <a:pt x="24240" y="1975"/>
                          <a:pt x="24240" y="1951"/>
                        </a:cubicBezTo>
                        <a:lnTo>
                          <a:pt x="24240" y="46"/>
                        </a:lnTo>
                        <a:cubicBezTo>
                          <a:pt x="24240" y="22"/>
                          <a:pt x="24219" y="1"/>
                          <a:pt x="24195" y="1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5" name="Google Shape;4755;p73"/>
                  <p:cNvSpPr/>
                  <p:nvPr/>
                </p:nvSpPr>
                <p:spPr>
                  <a:xfrm>
                    <a:off x="6968649" y="2642639"/>
                    <a:ext cx="132738" cy="251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4271" extrusionOk="0">
                        <a:moveTo>
                          <a:pt x="93" y="1"/>
                        </a:moveTo>
                        <a:cubicBezTo>
                          <a:pt x="43" y="1"/>
                          <a:pt x="1" y="43"/>
                          <a:pt x="1" y="95"/>
                        </a:cubicBezTo>
                        <a:lnTo>
                          <a:pt x="1" y="4176"/>
                        </a:lnTo>
                        <a:cubicBezTo>
                          <a:pt x="1" y="4229"/>
                          <a:pt x="43" y="4271"/>
                          <a:pt x="93" y="4271"/>
                        </a:cubicBezTo>
                        <a:lnTo>
                          <a:pt x="22405" y="4271"/>
                        </a:lnTo>
                        <a:cubicBezTo>
                          <a:pt x="22456" y="4271"/>
                          <a:pt x="22498" y="4229"/>
                          <a:pt x="22498" y="4176"/>
                        </a:cubicBezTo>
                        <a:lnTo>
                          <a:pt x="22498" y="95"/>
                        </a:lnTo>
                        <a:cubicBezTo>
                          <a:pt x="22498" y="43"/>
                          <a:pt x="22456" y="1"/>
                          <a:pt x="22405" y="1"/>
                        </a:cubicBez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6" name="Google Shape;4756;p73"/>
                  <p:cNvSpPr/>
                  <p:nvPr/>
                </p:nvSpPr>
                <p:spPr>
                  <a:xfrm>
                    <a:off x="6968649" y="2643990"/>
                    <a:ext cx="132738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996" extrusionOk="0">
                        <a:moveTo>
                          <a:pt x="642" y="1"/>
                        </a:moveTo>
                        <a:cubicBezTo>
                          <a:pt x="242" y="259"/>
                          <a:pt x="1" y="701"/>
                          <a:pt x="1" y="1177"/>
                        </a:cubicBezTo>
                        <a:lnTo>
                          <a:pt x="1" y="1984"/>
                        </a:lnTo>
                        <a:cubicBezTo>
                          <a:pt x="41" y="1991"/>
                          <a:pt x="83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4" y="1994"/>
                          <a:pt x="22456" y="1991"/>
                          <a:pt x="22498" y="1984"/>
                        </a:cubicBezTo>
                        <a:lnTo>
                          <a:pt x="22498" y="1177"/>
                        </a:lnTo>
                        <a:cubicBezTo>
                          <a:pt x="22496" y="701"/>
                          <a:pt x="22255" y="259"/>
                          <a:pt x="21856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7" name="Google Shape;4757;p73"/>
                  <p:cNvSpPr/>
                  <p:nvPr/>
                </p:nvSpPr>
                <p:spPr>
                  <a:xfrm>
                    <a:off x="6963510" y="2660156"/>
                    <a:ext cx="143022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41" h="1996" extrusionOk="0">
                        <a:moveTo>
                          <a:pt x="998" y="0"/>
                        </a:moveTo>
                        <a:cubicBezTo>
                          <a:pt x="447" y="2"/>
                          <a:pt x="2" y="447"/>
                          <a:pt x="0" y="998"/>
                        </a:cubicBezTo>
                        <a:cubicBezTo>
                          <a:pt x="2" y="1548"/>
                          <a:pt x="447" y="1993"/>
                          <a:pt x="998" y="1995"/>
                        </a:cubicBezTo>
                        <a:lnTo>
                          <a:pt x="23243" y="1995"/>
                        </a:lnTo>
                        <a:cubicBezTo>
                          <a:pt x="23793" y="1993"/>
                          <a:pt x="24239" y="1548"/>
                          <a:pt x="24240" y="998"/>
                        </a:cubicBezTo>
                        <a:cubicBezTo>
                          <a:pt x="24239" y="447"/>
                          <a:pt x="23793" y="2"/>
                          <a:pt x="23243" y="0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8" name="Google Shape;4758;p73"/>
                  <p:cNvSpPr/>
                  <p:nvPr/>
                </p:nvSpPr>
                <p:spPr>
                  <a:xfrm>
                    <a:off x="6968649" y="2617451"/>
                    <a:ext cx="132738" cy="25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4270" extrusionOk="0">
                        <a:moveTo>
                          <a:pt x="93" y="0"/>
                        </a:moveTo>
                        <a:cubicBezTo>
                          <a:pt x="43" y="0"/>
                          <a:pt x="1" y="42"/>
                          <a:pt x="1" y="94"/>
                        </a:cubicBezTo>
                        <a:lnTo>
                          <a:pt x="1" y="4176"/>
                        </a:lnTo>
                        <a:cubicBezTo>
                          <a:pt x="1" y="4228"/>
                          <a:pt x="43" y="4270"/>
                          <a:pt x="93" y="4270"/>
                        </a:cubicBezTo>
                        <a:lnTo>
                          <a:pt x="22405" y="4270"/>
                        </a:lnTo>
                        <a:cubicBezTo>
                          <a:pt x="22456" y="4270"/>
                          <a:pt x="22498" y="4228"/>
                          <a:pt x="22498" y="4176"/>
                        </a:cubicBezTo>
                        <a:lnTo>
                          <a:pt x="22498" y="94"/>
                        </a:lnTo>
                        <a:cubicBezTo>
                          <a:pt x="22498" y="42"/>
                          <a:pt x="22456" y="0"/>
                          <a:pt x="22405" y="0"/>
                        </a:cubicBez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9" name="Google Shape;4759;p73"/>
                  <p:cNvSpPr/>
                  <p:nvPr/>
                </p:nvSpPr>
                <p:spPr>
                  <a:xfrm>
                    <a:off x="6968649" y="2620590"/>
                    <a:ext cx="132738" cy="117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98" h="1997" extrusionOk="0">
                        <a:moveTo>
                          <a:pt x="314" y="1"/>
                        </a:moveTo>
                        <a:cubicBezTo>
                          <a:pt x="113" y="247"/>
                          <a:pt x="3" y="555"/>
                          <a:pt x="1" y="873"/>
                        </a:cubicBezTo>
                        <a:lnTo>
                          <a:pt x="1" y="1982"/>
                        </a:lnTo>
                        <a:cubicBezTo>
                          <a:pt x="41" y="1989"/>
                          <a:pt x="83" y="1994"/>
                          <a:pt x="127" y="1996"/>
                        </a:cubicBezTo>
                        <a:lnTo>
                          <a:pt x="22372" y="1996"/>
                        </a:lnTo>
                        <a:cubicBezTo>
                          <a:pt x="22414" y="1994"/>
                          <a:pt x="22456" y="1989"/>
                          <a:pt x="22498" y="1982"/>
                        </a:cubicBezTo>
                        <a:lnTo>
                          <a:pt x="22498" y="873"/>
                        </a:lnTo>
                        <a:cubicBezTo>
                          <a:pt x="22496" y="555"/>
                          <a:pt x="22386" y="247"/>
                          <a:pt x="22185" y="1"/>
                        </a:cubicBezTo>
                        <a:close/>
                      </a:path>
                    </a:pathLst>
                  </a:custGeom>
                  <a:solidFill>
                    <a:srgbClr val="D6DBE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0" name="Google Shape;4760;p73"/>
                  <p:cNvSpPr/>
                  <p:nvPr/>
                </p:nvSpPr>
                <p:spPr>
                  <a:xfrm>
                    <a:off x="6963510" y="2613357"/>
                    <a:ext cx="143022" cy="117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41" h="1994" extrusionOk="0">
                        <a:moveTo>
                          <a:pt x="998" y="1"/>
                        </a:moveTo>
                        <a:cubicBezTo>
                          <a:pt x="447" y="2"/>
                          <a:pt x="2" y="448"/>
                          <a:pt x="0" y="996"/>
                        </a:cubicBezTo>
                        <a:cubicBezTo>
                          <a:pt x="2" y="1547"/>
                          <a:pt x="447" y="1992"/>
                          <a:pt x="998" y="1994"/>
                        </a:cubicBezTo>
                        <a:lnTo>
                          <a:pt x="23243" y="1994"/>
                        </a:lnTo>
                        <a:cubicBezTo>
                          <a:pt x="23793" y="1992"/>
                          <a:pt x="24239" y="1547"/>
                          <a:pt x="24240" y="996"/>
                        </a:cubicBezTo>
                        <a:cubicBezTo>
                          <a:pt x="24239" y="448"/>
                          <a:pt x="23793" y="2"/>
                          <a:pt x="23243" y="1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1" name="Google Shape;4761;p73"/>
                  <p:cNvSpPr/>
                  <p:nvPr/>
                </p:nvSpPr>
                <p:spPr>
                  <a:xfrm>
                    <a:off x="6850372" y="2107302"/>
                    <a:ext cx="369293" cy="477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92" h="80915" extrusionOk="0">
                        <a:moveTo>
                          <a:pt x="31297" y="0"/>
                        </a:moveTo>
                        <a:cubicBezTo>
                          <a:pt x="14049" y="0"/>
                          <a:pt x="16" y="14032"/>
                          <a:pt x="16" y="31281"/>
                        </a:cubicBezTo>
                        <a:lnTo>
                          <a:pt x="16" y="31387"/>
                        </a:lnTo>
                        <a:lnTo>
                          <a:pt x="13" y="31445"/>
                        </a:lnTo>
                        <a:cubicBezTo>
                          <a:pt x="11" y="31548"/>
                          <a:pt x="1" y="32341"/>
                          <a:pt x="104" y="33646"/>
                        </a:cubicBezTo>
                        <a:lnTo>
                          <a:pt x="104" y="33657"/>
                        </a:lnTo>
                        <a:lnTo>
                          <a:pt x="104" y="33667"/>
                        </a:lnTo>
                        <a:lnTo>
                          <a:pt x="105" y="33683"/>
                        </a:lnTo>
                        <a:lnTo>
                          <a:pt x="111" y="33746"/>
                        </a:lnTo>
                        <a:cubicBezTo>
                          <a:pt x="125" y="33912"/>
                          <a:pt x="139" y="34083"/>
                          <a:pt x="156" y="34265"/>
                        </a:cubicBezTo>
                        <a:cubicBezTo>
                          <a:pt x="175" y="34469"/>
                          <a:pt x="198" y="34667"/>
                          <a:pt x="219" y="34862"/>
                        </a:cubicBezTo>
                        <a:lnTo>
                          <a:pt x="245" y="35093"/>
                        </a:lnTo>
                        <a:lnTo>
                          <a:pt x="257" y="35191"/>
                        </a:lnTo>
                        <a:cubicBezTo>
                          <a:pt x="264" y="35241"/>
                          <a:pt x="270" y="35290"/>
                          <a:pt x="277" y="35341"/>
                        </a:cubicBezTo>
                        <a:lnTo>
                          <a:pt x="278" y="35353"/>
                        </a:lnTo>
                        <a:lnTo>
                          <a:pt x="278" y="35364"/>
                        </a:lnTo>
                        <a:cubicBezTo>
                          <a:pt x="1082" y="41822"/>
                          <a:pt x="4150" y="54364"/>
                          <a:pt x="15656" y="65807"/>
                        </a:cubicBezTo>
                        <a:cubicBezTo>
                          <a:pt x="18711" y="68844"/>
                          <a:pt x="20993" y="72340"/>
                          <a:pt x="22440" y="76197"/>
                        </a:cubicBezTo>
                        <a:cubicBezTo>
                          <a:pt x="22707" y="76910"/>
                          <a:pt x="22927" y="77638"/>
                          <a:pt x="23098" y="78379"/>
                        </a:cubicBezTo>
                        <a:cubicBezTo>
                          <a:pt x="23441" y="79855"/>
                          <a:pt x="24733" y="80914"/>
                          <a:pt x="26250" y="80914"/>
                        </a:cubicBezTo>
                        <a:lnTo>
                          <a:pt x="36339" y="80914"/>
                        </a:lnTo>
                        <a:cubicBezTo>
                          <a:pt x="37855" y="80914"/>
                          <a:pt x="39148" y="79855"/>
                          <a:pt x="39491" y="78379"/>
                        </a:cubicBezTo>
                        <a:cubicBezTo>
                          <a:pt x="39662" y="77638"/>
                          <a:pt x="39882" y="76910"/>
                          <a:pt x="40149" y="76197"/>
                        </a:cubicBezTo>
                        <a:cubicBezTo>
                          <a:pt x="41596" y="72340"/>
                          <a:pt x="43879" y="68844"/>
                          <a:pt x="46933" y="65807"/>
                        </a:cubicBezTo>
                        <a:cubicBezTo>
                          <a:pt x="58441" y="54364"/>
                          <a:pt x="61509" y="41822"/>
                          <a:pt x="62312" y="35364"/>
                        </a:cubicBezTo>
                        <a:lnTo>
                          <a:pt x="62314" y="35351"/>
                        </a:lnTo>
                        <a:lnTo>
                          <a:pt x="62314" y="35341"/>
                        </a:lnTo>
                        <a:cubicBezTo>
                          <a:pt x="62321" y="35290"/>
                          <a:pt x="62326" y="35240"/>
                          <a:pt x="62333" y="35191"/>
                        </a:cubicBezTo>
                        <a:lnTo>
                          <a:pt x="62346" y="35091"/>
                        </a:lnTo>
                        <a:lnTo>
                          <a:pt x="62370" y="34871"/>
                        </a:lnTo>
                        <a:cubicBezTo>
                          <a:pt x="62393" y="34667"/>
                          <a:pt x="62414" y="34469"/>
                          <a:pt x="62433" y="34272"/>
                        </a:cubicBezTo>
                        <a:cubicBezTo>
                          <a:pt x="62452" y="34083"/>
                          <a:pt x="62466" y="33912"/>
                          <a:pt x="62480" y="33746"/>
                        </a:cubicBezTo>
                        <a:lnTo>
                          <a:pt x="62485" y="33681"/>
                        </a:lnTo>
                        <a:lnTo>
                          <a:pt x="62487" y="33662"/>
                        </a:lnTo>
                        <a:cubicBezTo>
                          <a:pt x="62592" y="32338"/>
                          <a:pt x="62581" y="31543"/>
                          <a:pt x="62580" y="31443"/>
                        </a:cubicBezTo>
                        <a:lnTo>
                          <a:pt x="62574" y="31345"/>
                        </a:lnTo>
                        <a:lnTo>
                          <a:pt x="62576" y="31281"/>
                        </a:lnTo>
                        <a:cubicBezTo>
                          <a:pt x="62576" y="14032"/>
                          <a:pt x="48544" y="0"/>
                          <a:pt x="31297" y="0"/>
                        </a:cubicBezTo>
                        <a:close/>
                      </a:path>
                    </a:pathLst>
                  </a:custGeom>
                  <a:solidFill>
                    <a:srgbClr val="F3F5F7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2" name="Google Shape;4762;p73"/>
                  <p:cNvSpPr/>
                  <p:nvPr/>
                </p:nvSpPr>
                <p:spPr>
                  <a:xfrm>
                    <a:off x="6963510" y="2636756"/>
                    <a:ext cx="143022" cy="117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241" h="1996" extrusionOk="0">
                        <a:moveTo>
                          <a:pt x="998" y="0"/>
                        </a:moveTo>
                        <a:cubicBezTo>
                          <a:pt x="447" y="2"/>
                          <a:pt x="2" y="448"/>
                          <a:pt x="0" y="998"/>
                        </a:cubicBezTo>
                        <a:cubicBezTo>
                          <a:pt x="2" y="1548"/>
                          <a:pt x="447" y="1994"/>
                          <a:pt x="998" y="1995"/>
                        </a:cubicBezTo>
                        <a:lnTo>
                          <a:pt x="23243" y="1995"/>
                        </a:lnTo>
                        <a:cubicBezTo>
                          <a:pt x="23793" y="1994"/>
                          <a:pt x="24239" y="1548"/>
                          <a:pt x="24240" y="998"/>
                        </a:cubicBezTo>
                        <a:cubicBezTo>
                          <a:pt x="24239" y="448"/>
                          <a:pt x="23793" y="2"/>
                          <a:pt x="23243" y="0"/>
                        </a:cubicBezTo>
                        <a:close/>
                      </a:path>
                    </a:pathLst>
                  </a:custGeom>
                  <a:solidFill>
                    <a:srgbClr val="EEF0F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763" name="Google Shape;4763;p73"/>
                <p:cNvSpPr/>
                <p:nvPr/>
              </p:nvSpPr>
              <p:spPr>
                <a:xfrm>
                  <a:off x="7046588" y="2275942"/>
                  <a:ext cx="173076" cy="113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5" h="19304" extrusionOk="0">
                      <a:moveTo>
                        <a:pt x="0" y="0"/>
                      </a:moveTo>
                      <a:lnTo>
                        <a:pt x="0" y="19303"/>
                      </a:lnTo>
                      <a:lnTo>
                        <a:pt x="25725" y="19303"/>
                      </a:lnTo>
                      <a:cubicBezTo>
                        <a:pt x="27782" y="14272"/>
                        <a:pt x="28673" y="9841"/>
                        <a:pt x="29054" y="6781"/>
                      </a:cubicBezTo>
                      <a:lnTo>
                        <a:pt x="29055" y="6770"/>
                      </a:lnTo>
                      <a:lnTo>
                        <a:pt x="29057" y="6758"/>
                      </a:lnTo>
                      <a:cubicBezTo>
                        <a:pt x="29064" y="6707"/>
                        <a:pt x="29069" y="6657"/>
                        <a:pt x="29075" y="6608"/>
                      </a:cubicBezTo>
                      <a:lnTo>
                        <a:pt x="29087" y="6508"/>
                      </a:lnTo>
                      <a:lnTo>
                        <a:pt x="29113" y="6288"/>
                      </a:lnTo>
                      <a:cubicBezTo>
                        <a:pt x="29136" y="6084"/>
                        <a:pt x="29157" y="5886"/>
                        <a:pt x="29176" y="5689"/>
                      </a:cubicBezTo>
                      <a:cubicBezTo>
                        <a:pt x="29193" y="5500"/>
                        <a:pt x="29209" y="5329"/>
                        <a:pt x="29221" y="5163"/>
                      </a:cubicBezTo>
                      <a:lnTo>
                        <a:pt x="29227" y="5098"/>
                      </a:lnTo>
                      <a:lnTo>
                        <a:pt x="29228" y="5079"/>
                      </a:lnTo>
                      <a:cubicBezTo>
                        <a:pt x="29335" y="3755"/>
                        <a:pt x="29323" y="2960"/>
                        <a:pt x="29321" y="2860"/>
                      </a:cubicBezTo>
                      <a:lnTo>
                        <a:pt x="29316" y="2762"/>
                      </a:lnTo>
                      <a:lnTo>
                        <a:pt x="29317" y="2698"/>
                      </a:lnTo>
                      <a:cubicBezTo>
                        <a:pt x="29317" y="1789"/>
                        <a:pt x="29277" y="890"/>
                        <a:pt x="29200" y="0"/>
                      </a:cubicBezTo>
                      <a:close/>
                    </a:path>
                  </a:pathLst>
                </a:custGeom>
                <a:solidFill>
                  <a:srgbClr val="4F677B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4" name="Google Shape;4764;p73"/>
                <p:cNvSpPr/>
                <p:nvPr/>
              </p:nvSpPr>
              <p:spPr>
                <a:xfrm>
                  <a:off x="7046588" y="2107680"/>
                  <a:ext cx="168811" cy="145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12" h="24598" extrusionOk="0">
                      <a:moveTo>
                        <a:pt x="0" y="1"/>
                      </a:moveTo>
                      <a:lnTo>
                        <a:pt x="0" y="24597"/>
                      </a:lnTo>
                      <a:lnTo>
                        <a:pt x="28612" y="24597"/>
                      </a:lnTo>
                      <a:cubicBezTo>
                        <a:pt x="25701" y="11138"/>
                        <a:pt x="14102" y="876"/>
                        <a:pt x="0" y="1"/>
                      </a:cubicBezTo>
                      <a:close/>
                    </a:path>
                  </a:pathLst>
                </a:custGeom>
                <a:solidFill>
                  <a:srgbClr val="B3C3CE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5" name="Google Shape;4765;p73"/>
                <p:cNvSpPr/>
                <p:nvPr/>
              </p:nvSpPr>
              <p:spPr>
                <a:xfrm>
                  <a:off x="6850372" y="2275942"/>
                  <a:ext cx="173082" cy="113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6" h="19304" extrusionOk="0">
                      <a:moveTo>
                        <a:pt x="133" y="0"/>
                      </a:moveTo>
                      <a:cubicBezTo>
                        <a:pt x="58" y="890"/>
                        <a:pt x="16" y="1789"/>
                        <a:pt x="16" y="2698"/>
                      </a:cubicBezTo>
                      <a:lnTo>
                        <a:pt x="16" y="2804"/>
                      </a:lnTo>
                      <a:lnTo>
                        <a:pt x="13" y="2862"/>
                      </a:lnTo>
                      <a:cubicBezTo>
                        <a:pt x="11" y="2965"/>
                        <a:pt x="1" y="3758"/>
                        <a:pt x="104" y="5065"/>
                      </a:cubicBezTo>
                      <a:lnTo>
                        <a:pt x="104" y="5075"/>
                      </a:lnTo>
                      <a:lnTo>
                        <a:pt x="104" y="5086"/>
                      </a:lnTo>
                      <a:lnTo>
                        <a:pt x="105" y="5100"/>
                      </a:lnTo>
                      <a:lnTo>
                        <a:pt x="111" y="5163"/>
                      </a:lnTo>
                      <a:cubicBezTo>
                        <a:pt x="125" y="5329"/>
                        <a:pt x="139" y="5500"/>
                        <a:pt x="156" y="5682"/>
                      </a:cubicBezTo>
                      <a:cubicBezTo>
                        <a:pt x="175" y="5886"/>
                        <a:pt x="198" y="6084"/>
                        <a:pt x="219" y="6279"/>
                      </a:cubicBezTo>
                      <a:lnTo>
                        <a:pt x="245" y="6510"/>
                      </a:lnTo>
                      <a:lnTo>
                        <a:pt x="257" y="6608"/>
                      </a:lnTo>
                      <a:cubicBezTo>
                        <a:pt x="264" y="6658"/>
                        <a:pt x="270" y="6709"/>
                        <a:pt x="277" y="6758"/>
                      </a:cubicBezTo>
                      <a:lnTo>
                        <a:pt x="278" y="6770"/>
                      </a:lnTo>
                      <a:lnTo>
                        <a:pt x="278" y="6781"/>
                      </a:lnTo>
                      <a:cubicBezTo>
                        <a:pt x="661" y="9843"/>
                        <a:pt x="1552" y="14272"/>
                        <a:pt x="3608" y="19303"/>
                      </a:cubicBezTo>
                      <a:lnTo>
                        <a:pt x="29333" y="19303"/>
                      </a:lnTo>
                      <a:lnTo>
                        <a:pt x="29335" y="0"/>
                      </a:lnTo>
                      <a:close/>
                    </a:path>
                  </a:pathLst>
                </a:custGeom>
                <a:solidFill>
                  <a:srgbClr val="C9D4DC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6" name="Google Shape;4766;p73"/>
                <p:cNvSpPr/>
                <p:nvPr/>
              </p:nvSpPr>
              <p:spPr>
                <a:xfrm>
                  <a:off x="6882243" y="2412957"/>
                  <a:ext cx="141211" cy="171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34" h="29109" extrusionOk="0">
                      <a:moveTo>
                        <a:pt x="0" y="1"/>
                      </a:moveTo>
                      <a:cubicBezTo>
                        <a:pt x="2303" y="4529"/>
                        <a:pt x="5584" y="9356"/>
                        <a:pt x="10256" y="14001"/>
                      </a:cubicBezTo>
                      <a:cubicBezTo>
                        <a:pt x="13309" y="17038"/>
                        <a:pt x="15593" y="20534"/>
                        <a:pt x="17039" y="24391"/>
                      </a:cubicBezTo>
                      <a:cubicBezTo>
                        <a:pt x="17307" y="25104"/>
                        <a:pt x="17527" y="25832"/>
                        <a:pt x="17698" y="26573"/>
                      </a:cubicBezTo>
                      <a:cubicBezTo>
                        <a:pt x="18040" y="28049"/>
                        <a:pt x="19333" y="29108"/>
                        <a:pt x="20850" y="29108"/>
                      </a:cubicBezTo>
                      <a:lnTo>
                        <a:pt x="23933" y="29108"/>
                      </a:lnTo>
                      <a:lnTo>
                        <a:pt x="23933" y="1"/>
                      </a:lnTo>
                      <a:close/>
                    </a:path>
                  </a:pathLst>
                </a:custGeom>
                <a:solidFill>
                  <a:srgbClr val="DBE3E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7" name="Google Shape;4767;p73"/>
                <p:cNvSpPr/>
                <p:nvPr/>
              </p:nvSpPr>
              <p:spPr>
                <a:xfrm>
                  <a:off x="6854637" y="2107680"/>
                  <a:ext cx="168817" cy="145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13" h="24598" extrusionOk="0">
                      <a:moveTo>
                        <a:pt x="28612" y="1"/>
                      </a:moveTo>
                      <a:cubicBezTo>
                        <a:pt x="14512" y="876"/>
                        <a:pt x="2911" y="11138"/>
                        <a:pt x="1" y="24597"/>
                      </a:cubicBezTo>
                      <a:lnTo>
                        <a:pt x="28612" y="24597"/>
                      </a:lnTo>
                      <a:lnTo>
                        <a:pt x="28612" y="1"/>
                      </a:lnTo>
                      <a:close/>
                    </a:path>
                  </a:pathLst>
                </a:custGeom>
                <a:solidFill>
                  <a:srgbClr val="8FA1A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8" name="Google Shape;4768;p73"/>
                <p:cNvSpPr/>
                <p:nvPr/>
              </p:nvSpPr>
              <p:spPr>
                <a:xfrm>
                  <a:off x="7046588" y="2412957"/>
                  <a:ext cx="141205" cy="171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33" h="29109" extrusionOk="0">
                      <a:moveTo>
                        <a:pt x="0" y="1"/>
                      </a:moveTo>
                      <a:lnTo>
                        <a:pt x="0" y="29108"/>
                      </a:lnTo>
                      <a:lnTo>
                        <a:pt x="3084" y="29108"/>
                      </a:lnTo>
                      <a:cubicBezTo>
                        <a:pt x="4600" y="29108"/>
                        <a:pt x="5893" y="28049"/>
                        <a:pt x="6235" y="26573"/>
                      </a:cubicBezTo>
                      <a:cubicBezTo>
                        <a:pt x="6407" y="25832"/>
                        <a:pt x="6627" y="25104"/>
                        <a:pt x="6894" y="24391"/>
                      </a:cubicBezTo>
                      <a:cubicBezTo>
                        <a:pt x="8341" y="20534"/>
                        <a:pt x="10622" y="17038"/>
                        <a:pt x="13678" y="14001"/>
                      </a:cubicBezTo>
                      <a:cubicBezTo>
                        <a:pt x="18349" y="9356"/>
                        <a:pt x="21630" y="4529"/>
                        <a:pt x="23933" y="1"/>
                      </a:cubicBezTo>
                      <a:close/>
                    </a:path>
                  </a:pathLst>
                </a:custGeom>
                <a:solidFill>
                  <a:srgbClr val="374F6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769" name="Google Shape;4769;p73"/>
          <p:cNvGrpSpPr/>
          <p:nvPr/>
        </p:nvGrpSpPr>
        <p:grpSpPr>
          <a:xfrm>
            <a:off x="7706897" y="2483957"/>
            <a:ext cx="895144" cy="895144"/>
            <a:chOff x="6535625" y="760425"/>
            <a:chExt cx="1665900" cy="1665900"/>
          </a:xfrm>
        </p:grpSpPr>
        <p:sp>
          <p:nvSpPr>
            <p:cNvPr id="4770" name="Google Shape;4770;p73"/>
            <p:cNvSpPr/>
            <p:nvPr/>
          </p:nvSpPr>
          <p:spPr>
            <a:xfrm>
              <a:off x="6535625" y="760425"/>
              <a:ext cx="1665900" cy="16659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71" name="Google Shape;4771;p73"/>
            <p:cNvSpPr/>
            <p:nvPr/>
          </p:nvSpPr>
          <p:spPr>
            <a:xfrm>
              <a:off x="6713675" y="1116525"/>
              <a:ext cx="1309800" cy="1309800"/>
            </a:xfrm>
            <a:prstGeom prst="ellipse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72" name="Google Shape;4772;p73"/>
            <p:cNvSpPr/>
            <p:nvPr/>
          </p:nvSpPr>
          <p:spPr>
            <a:xfrm>
              <a:off x="6831275" y="1351725"/>
              <a:ext cx="1074600" cy="1074600"/>
            </a:xfrm>
            <a:prstGeom prst="ellipse">
              <a:avLst/>
            </a:pr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73" name="Google Shape;4773;p73"/>
            <p:cNvSpPr/>
            <p:nvPr/>
          </p:nvSpPr>
          <p:spPr>
            <a:xfrm>
              <a:off x="6942425" y="1574025"/>
              <a:ext cx="852300" cy="852300"/>
            </a:xfrm>
            <a:prstGeom prst="ellipse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774" name="Google Shape;4774;p73"/>
          <p:cNvGrpSpPr/>
          <p:nvPr/>
        </p:nvGrpSpPr>
        <p:grpSpPr>
          <a:xfrm>
            <a:off x="955986" y="4708491"/>
            <a:ext cx="1787719" cy="854440"/>
            <a:chOff x="238125" y="1151100"/>
            <a:chExt cx="7139450" cy="3412300"/>
          </a:xfrm>
        </p:grpSpPr>
        <p:sp>
          <p:nvSpPr>
            <p:cNvPr id="4775" name="Google Shape;4775;p73"/>
            <p:cNvSpPr/>
            <p:nvPr/>
          </p:nvSpPr>
          <p:spPr>
            <a:xfrm>
              <a:off x="3468350" y="4223875"/>
              <a:ext cx="679000" cy="339525"/>
            </a:xfrm>
            <a:custGeom>
              <a:avLst/>
              <a:gdLst/>
              <a:ahLst/>
              <a:cxnLst/>
              <a:rect l="l" t="t" r="r" b="b"/>
              <a:pathLst>
                <a:path w="27160" h="13581" extrusionOk="0">
                  <a:moveTo>
                    <a:pt x="13580" y="1"/>
                  </a:moveTo>
                  <a:cubicBezTo>
                    <a:pt x="6083" y="1"/>
                    <a:pt x="0" y="6077"/>
                    <a:pt x="0" y="13580"/>
                  </a:cubicBezTo>
                  <a:lnTo>
                    <a:pt x="27159" y="13580"/>
                  </a:lnTo>
                  <a:cubicBezTo>
                    <a:pt x="27159" y="6077"/>
                    <a:pt x="21083" y="1"/>
                    <a:pt x="13580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76" name="Google Shape;4776;p73"/>
            <p:cNvSpPr/>
            <p:nvPr/>
          </p:nvSpPr>
          <p:spPr>
            <a:xfrm>
              <a:off x="3730250" y="3276125"/>
              <a:ext cx="147275" cy="956575"/>
            </a:xfrm>
            <a:custGeom>
              <a:avLst/>
              <a:gdLst/>
              <a:ahLst/>
              <a:cxnLst/>
              <a:rect l="l" t="t" r="r" b="b"/>
              <a:pathLst>
                <a:path w="5891" h="38263" extrusionOk="0">
                  <a:moveTo>
                    <a:pt x="3276" y="0"/>
                  </a:moveTo>
                  <a:lnTo>
                    <a:pt x="0" y="38263"/>
                  </a:lnTo>
                  <a:lnTo>
                    <a:pt x="5890" y="38194"/>
                  </a:lnTo>
                  <a:lnTo>
                    <a:pt x="3276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77" name="Google Shape;4777;p73"/>
            <p:cNvSpPr/>
            <p:nvPr/>
          </p:nvSpPr>
          <p:spPr>
            <a:xfrm>
              <a:off x="3796275" y="3875600"/>
              <a:ext cx="839350" cy="630550"/>
            </a:xfrm>
            <a:custGeom>
              <a:avLst/>
              <a:gdLst/>
              <a:ahLst/>
              <a:cxnLst/>
              <a:rect l="l" t="t" r="r" b="b"/>
              <a:pathLst>
                <a:path w="33574" h="25222" extrusionOk="0">
                  <a:moveTo>
                    <a:pt x="32291" y="1"/>
                  </a:moveTo>
                  <a:lnTo>
                    <a:pt x="1" y="23463"/>
                  </a:lnTo>
                  <a:lnTo>
                    <a:pt x="1277" y="25222"/>
                  </a:lnTo>
                  <a:lnTo>
                    <a:pt x="33574" y="1759"/>
                  </a:lnTo>
                  <a:lnTo>
                    <a:pt x="32291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78" name="Google Shape;4778;p73"/>
            <p:cNvSpPr/>
            <p:nvPr/>
          </p:nvSpPr>
          <p:spPr>
            <a:xfrm>
              <a:off x="6240475" y="3130600"/>
              <a:ext cx="1137100" cy="1432800"/>
            </a:xfrm>
            <a:custGeom>
              <a:avLst/>
              <a:gdLst/>
              <a:ahLst/>
              <a:cxnLst/>
              <a:rect l="l" t="t" r="r" b="b"/>
              <a:pathLst>
                <a:path w="45484" h="57312" extrusionOk="0">
                  <a:moveTo>
                    <a:pt x="30704" y="0"/>
                  </a:moveTo>
                  <a:lnTo>
                    <a:pt x="0" y="13745"/>
                  </a:lnTo>
                  <a:cubicBezTo>
                    <a:pt x="6979" y="27270"/>
                    <a:pt x="11042" y="42111"/>
                    <a:pt x="11917" y="57311"/>
                  </a:cubicBezTo>
                  <a:lnTo>
                    <a:pt x="45484" y="57311"/>
                  </a:lnTo>
                  <a:cubicBezTo>
                    <a:pt x="44594" y="37118"/>
                    <a:pt x="39525" y="17683"/>
                    <a:pt x="3070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79" name="Google Shape;4779;p73"/>
            <p:cNvSpPr/>
            <p:nvPr/>
          </p:nvSpPr>
          <p:spPr>
            <a:xfrm>
              <a:off x="5243900" y="1696775"/>
              <a:ext cx="1764175" cy="1777475"/>
            </a:xfrm>
            <a:custGeom>
              <a:avLst/>
              <a:gdLst/>
              <a:ahLst/>
              <a:cxnLst/>
              <a:rect l="l" t="t" r="r" b="b"/>
              <a:pathLst>
                <a:path w="70567" h="71099" extrusionOk="0">
                  <a:moveTo>
                    <a:pt x="18573" y="1"/>
                  </a:moveTo>
                  <a:lnTo>
                    <a:pt x="0" y="28008"/>
                  </a:lnTo>
                  <a:cubicBezTo>
                    <a:pt x="16938" y="38505"/>
                    <a:pt x="30711" y="53395"/>
                    <a:pt x="39863" y="71098"/>
                  </a:cubicBezTo>
                  <a:lnTo>
                    <a:pt x="70567" y="57353"/>
                  </a:lnTo>
                  <a:cubicBezTo>
                    <a:pt x="63753" y="43719"/>
                    <a:pt x="54712" y="31125"/>
                    <a:pt x="43629" y="20042"/>
                  </a:cubicBezTo>
                  <a:cubicBezTo>
                    <a:pt x="36049" y="12449"/>
                    <a:pt x="27642" y="5725"/>
                    <a:pt x="18573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80" name="Google Shape;4780;p73"/>
            <p:cNvSpPr/>
            <p:nvPr/>
          </p:nvSpPr>
          <p:spPr>
            <a:xfrm>
              <a:off x="3812150" y="1151100"/>
              <a:ext cx="1896075" cy="1245900"/>
            </a:xfrm>
            <a:custGeom>
              <a:avLst/>
              <a:gdLst/>
              <a:ahLst/>
              <a:cxnLst/>
              <a:rect l="l" t="t" r="r" b="b"/>
              <a:pathLst>
                <a:path w="75843" h="49836" extrusionOk="0">
                  <a:moveTo>
                    <a:pt x="0" y="0"/>
                  </a:moveTo>
                  <a:lnTo>
                    <a:pt x="0" y="33518"/>
                  </a:lnTo>
                  <a:cubicBezTo>
                    <a:pt x="20987" y="33552"/>
                    <a:pt x="40615" y="39518"/>
                    <a:pt x="57270" y="49835"/>
                  </a:cubicBezTo>
                  <a:lnTo>
                    <a:pt x="75843" y="21828"/>
                  </a:lnTo>
                  <a:cubicBezTo>
                    <a:pt x="53339" y="7641"/>
                    <a:pt x="27256" y="28"/>
                    <a:pt x="0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81" name="Google Shape;4781;p73"/>
            <p:cNvSpPr/>
            <p:nvPr/>
          </p:nvSpPr>
          <p:spPr>
            <a:xfrm>
              <a:off x="1910550" y="1151100"/>
              <a:ext cx="1901625" cy="1244175"/>
            </a:xfrm>
            <a:custGeom>
              <a:avLst/>
              <a:gdLst/>
              <a:ahLst/>
              <a:cxnLst/>
              <a:rect l="l" t="t" r="r" b="b"/>
              <a:pathLst>
                <a:path w="76065" h="49767" extrusionOk="0">
                  <a:moveTo>
                    <a:pt x="75892" y="0"/>
                  </a:moveTo>
                  <a:cubicBezTo>
                    <a:pt x="48629" y="0"/>
                    <a:pt x="22525" y="7579"/>
                    <a:pt x="1" y="21745"/>
                  </a:cubicBezTo>
                  <a:lnTo>
                    <a:pt x="18574" y="49766"/>
                  </a:lnTo>
                  <a:cubicBezTo>
                    <a:pt x="35250" y="39463"/>
                    <a:pt x="54898" y="33518"/>
                    <a:pt x="75892" y="33518"/>
                  </a:cubicBezTo>
                  <a:lnTo>
                    <a:pt x="76064" y="33518"/>
                  </a:lnTo>
                  <a:lnTo>
                    <a:pt x="76064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82" name="Google Shape;4782;p73"/>
            <p:cNvSpPr/>
            <p:nvPr/>
          </p:nvSpPr>
          <p:spPr>
            <a:xfrm>
              <a:off x="608475" y="1694725"/>
              <a:ext cx="1766425" cy="1778150"/>
            </a:xfrm>
            <a:custGeom>
              <a:avLst/>
              <a:gdLst/>
              <a:ahLst/>
              <a:cxnLst/>
              <a:rect l="l" t="t" r="r" b="b"/>
              <a:pathLst>
                <a:path w="70657" h="71126" extrusionOk="0">
                  <a:moveTo>
                    <a:pt x="52084" y="0"/>
                  </a:moveTo>
                  <a:cubicBezTo>
                    <a:pt x="42959" y="5745"/>
                    <a:pt x="34518" y="12490"/>
                    <a:pt x="26904" y="20124"/>
                  </a:cubicBezTo>
                  <a:cubicBezTo>
                    <a:pt x="15828" y="31194"/>
                    <a:pt x="6800" y="43759"/>
                    <a:pt x="0" y="57373"/>
                  </a:cubicBezTo>
                  <a:lnTo>
                    <a:pt x="30704" y="71125"/>
                  </a:lnTo>
                  <a:cubicBezTo>
                    <a:pt x="39870" y="53401"/>
                    <a:pt x="53677" y="38504"/>
                    <a:pt x="70657" y="28021"/>
                  </a:cubicBezTo>
                  <a:lnTo>
                    <a:pt x="52084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83" name="Google Shape;4783;p73"/>
            <p:cNvSpPr/>
            <p:nvPr/>
          </p:nvSpPr>
          <p:spPr>
            <a:xfrm>
              <a:off x="238125" y="3129050"/>
              <a:ext cx="1137975" cy="1434175"/>
            </a:xfrm>
            <a:custGeom>
              <a:avLst/>
              <a:gdLst/>
              <a:ahLst/>
              <a:cxnLst/>
              <a:rect l="l" t="t" r="r" b="b"/>
              <a:pathLst>
                <a:path w="45519" h="57367" extrusionOk="0">
                  <a:moveTo>
                    <a:pt x="14814" y="0"/>
                  </a:moveTo>
                  <a:cubicBezTo>
                    <a:pt x="5966" y="17697"/>
                    <a:pt x="890" y="37152"/>
                    <a:pt x="0" y="57366"/>
                  </a:cubicBezTo>
                  <a:lnTo>
                    <a:pt x="33566" y="57366"/>
                  </a:lnTo>
                  <a:cubicBezTo>
                    <a:pt x="34442" y="42152"/>
                    <a:pt x="38511" y="27283"/>
                    <a:pt x="45518" y="13745"/>
                  </a:cubicBezTo>
                  <a:lnTo>
                    <a:pt x="14814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84" name="Google Shape;4784;p73"/>
            <p:cNvSpPr/>
            <p:nvPr/>
          </p:nvSpPr>
          <p:spPr>
            <a:xfrm>
              <a:off x="1924656" y="1941325"/>
              <a:ext cx="3773110" cy="1646329"/>
            </a:xfrm>
            <a:custGeom>
              <a:avLst/>
              <a:gdLst/>
              <a:ahLst/>
              <a:cxnLst/>
              <a:rect l="l" t="t" r="r" b="b"/>
              <a:pathLst>
                <a:path w="148183" h="64657" extrusionOk="0">
                  <a:moveTo>
                    <a:pt x="74043" y="1"/>
                  </a:moveTo>
                  <a:cubicBezTo>
                    <a:pt x="45518" y="1"/>
                    <a:pt x="19504" y="10966"/>
                    <a:pt x="0" y="28932"/>
                  </a:cubicBezTo>
                  <a:lnTo>
                    <a:pt x="35732" y="64657"/>
                  </a:lnTo>
                  <a:cubicBezTo>
                    <a:pt x="45553" y="54774"/>
                    <a:pt x="59167" y="48663"/>
                    <a:pt x="74208" y="48663"/>
                  </a:cubicBezTo>
                  <a:cubicBezTo>
                    <a:pt x="89215" y="48663"/>
                    <a:pt x="102788" y="54739"/>
                    <a:pt x="112623" y="64567"/>
                  </a:cubicBezTo>
                  <a:lnTo>
                    <a:pt x="148182" y="29008"/>
                  </a:lnTo>
                  <a:cubicBezTo>
                    <a:pt x="128671" y="11008"/>
                    <a:pt x="102623" y="1"/>
                    <a:pt x="74043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85" name="Google Shape;4785;p73"/>
            <p:cNvSpPr/>
            <p:nvPr/>
          </p:nvSpPr>
          <p:spPr>
            <a:xfrm>
              <a:off x="1028863" y="2678027"/>
              <a:ext cx="1805597" cy="1885320"/>
            </a:xfrm>
            <a:custGeom>
              <a:avLst/>
              <a:gdLst/>
              <a:ahLst/>
              <a:cxnLst/>
              <a:rect l="l" t="t" r="r" b="b"/>
              <a:pathLst>
                <a:path w="70912" h="74043" extrusionOk="0">
                  <a:moveTo>
                    <a:pt x="35180" y="0"/>
                  </a:moveTo>
                  <a:cubicBezTo>
                    <a:pt x="14925" y="18642"/>
                    <a:pt x="1697" y="44814"/>
                    <a:pt x="0" y="74042"/>
                  </a:cubicBezTo>
                  <a:lnTo>
                    <a:pt x="55077" y="74042"/>
                  </a:lnTo>
                  <a:cubicBezTo>
                    <a:pt x="55077" y="59084"/>
                    <a:pt x="61118" y="45545"/>
                    <a:pt x="70912" y="35725"/>
                  </a:cubicBezTo>
                  <a:lnTo>
                    <a:pt x="35180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86" name="Google Shape;4786;p73"/>
            <p:cNvSpPr/>
            <p:nvPr/>
          </p:nvSpPr>
          <p:spPr>
            <a:xfrm>
              <a:off x="4792190" y="2679937"/>
              <a:ext cx="1798951" cy="1883410"/>
            </a:xfrm>
            <a:custGeom>
              <a:avLst/>
              <a:gdLst/>
              <a:ahLst/>
              <a:cxnLst/>
              <a:rect l="l" t="t" r="r" b="b"/>
              <a:pathLst>
                <a:path w="70651" h="73968" extrusionOk="0">
                  <a:moveTo>
                    <a:pt x="35567" y="1"/>
                  </a:moveTo>
                  <a:lnTo>
                    <a:pt x="1" y="35560"/>
                  </a:lnTo>
                  <a:cubicBezTo>
                    <a:pt x="9836" y="45388"/>
                    <a:pt x="15912" y="58967"/>
                    <a:pt x="15912" y="73967"/>
                  </a:cubicBezTo>
                  <a:lnTo>
                    <a:pt x="70650" y="73967"/>
                  </a:lnTo>
                  <a:cubicBezTo>
                    <a:pt x="68954" y="44795"/>
                    <a:pt x="55767" y="18643"/>
                    <a:pt x="35567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787" name="Google Shape;4787;p73"/>
          <p:cNvGrpSpPr/>
          <p:nvPr/>
        </p:nvGrpSpPr>
        <p:grpSpPr>
          <a:xfrm>
            <a:off x="7445617" y="3646199"/>
            <a:ext cx="1313809" cy="781019"/>
            <a:chOff x="5145061" y="2881789"/>
            <a:chExt cx="1107641" cy="658458"/>
          </a:xfrm>
        </p:grpSpPr>
        <p:grpSp>
          <p:nvGrpSpPr>
            <p:cNvPr id="4788" name="Google Shape;4788;p73"/>
            <p:cNvGrpSpPr/>
            <p:nvPr/>
          </p:nvGrpSpPr>
          <p:grpSpPr>
            <a:xfrm>
              <a:off x="5722989" y="3244587"/>
              <a:ext cx="529713" cy="295659"/>
              <a:chOff x="5722989" y="3244587"/>
              <a:chExt cx="529713" cy="295659"/>
            </a:xfrm>
          </p:grpSpPr>
          <p:sp>
            <p:nvSpPr>
              <p:cNvPr id="4789" name="Google Shape;4789;p73"/>
              <p:cNvSpPr/>
              <p:nvPr/>
            </p:nvSpPr>
            <p:spPr>
              <a:xfrm>
                <a:off x="5722989" y="3244587"/>
                <a:ext cx="341346" cy="295659"/>
              </a:xfrm>
              <a:custGeom>
                <a:avLst/>
                <a:gdLst/>
                <a:ahLst/>
                <a:cxnLst/>
                <a:rect l="l" t="t" r="r" b="b"/>
                <a:pathLst>
                  <a:path w="2576195" h="2231390" extrusionOk="0">
                    <a:moveTo>
                      <a:pt x="1288021" y="0"/>
                    </a:moveTo>
                    <a:lnTo>
                      <a:pt x="0" y="2230932"/>
                    </a:lnTo>
                    <a:lnTo>
                      <a:pt x="2576042" y="2230932"/>
                    </a:lnTo>
                    <a:lnTo>
                      <a:pt x="1288021" y="0"/>
                    </a:ln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200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90" name="Google Shape;4790;p73"/>
              <p:cNvSpPr/>
              <p:nvPr/>
            </p:nvSpPr>
            <p:spPr>
              <a:xfrm>
                <a:off x="6035543" y="3298113"/>
                <a:ext cx="217159" cy="224928"/>
              </a:xfrm>
              <a:custGeom>
                <a:avLst/>
                <a:gdLst/>
                <a:ahLst/>
                <a:cxnLst/>
                <a:rect l="l" t="t" r="r" b="b"/>
                <a:pathLst>
                  <a:path w="1638934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2857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200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91" name="Google Shape;4791;p73"/>
            <p:cNvGrpSpPr/>
            <p:nvPr/>
          </p:nvGrpSpPr>
          <p:grpSpPr>
            <a:xfrm>
              <a:off x="5145061" y="3244587"/>
              <a:ext cx="536807" cy="295659"/>
              <a:chOff x="5145061" y="3244587"/>
              <a:chExt cx="536807" cy="295659"/>
            </a:xfrm>
          </p:grpSpPr>
          <p:sp>
            <p:nvSpPr>
              <p:cNvPr id="4792" name="Google Shape;4792;p73"/>
              <p:cNvSpPr/>
              <p:nvPr/>
            </p:nvSpPr>
            <p:spPr>
              <a:xfrm>
                <a:off x="5340522" y="3244587"/>
                <a:ext cx="341346" cy="295659"/>
              </a:xfrm>
              <a:custGeom>
                <a:avLst/>
                <a:gdLst/>
                <a:ahLst/>
                <a:cxnLst/>
                <a:rect l="l" t="t" r="r" b="b"/>
                <a:pathLst>
                  <a:path w="2576195" h="2231390" extrusionOk="0">
                    <a:moveTo>
                      <a:pt x="1288034" y="0"/>
                    </a:moveTo>
                    <a:lnTo>
                      <a:pt x="0" y="2230920"/>
                    </a:lnTo>
                    <a:lnTo>
                      <a:pt x="2576055" y="2230920"/>
                    </a:lnTo>
                    <a:lnTo>
                      <a:pt x="1288034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200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93" name="Google Shape;4793;p73"/>
              <p:cNvSpPr/>
              <p:nvPr/>
            </p:nvSpPr>
            <p:spPr>
              <a:xfrm flipH="1">
                <a:off x="5145061" y="3298599"/>
                <a:ext cx="217159" cy="224928"/>
              </a:xfrm>
              <a:custGeom>
                <a:avLst/>
                <a:gdLst/>
                <a:ahLst/>
                <a:cxnLst/>
                <a:rect l="l" t="t" r="r" b="b"/>
                <a:pathLst>
                  <a:path w="1638934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2857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200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94" name="Google Shape;4794;p73"/>
            <p:cNvGrpSpPr/>
            <p:nvPr/>
          </p:nvGrpSpPr>
          <p:grpSpPr>
            <a:xfrm>
              <a:off x="5341327" y="2898245"/>
              <a:ext cx="532309" cy="614891"/>
              <a:chOff x="5341327" y="2898245"/>
              <a:chExt cx="532309" cy="614891"/>
            </a:xfrm>
          </p:grpSpPr>
          <p:sp>
            <p:nvSpPr>
              <p:cNvPr id="4795" name="Google Shape;4795;p73"/>
              <p:cNvSpPr/>
              <p:nvPr/>
            </p:nvSpPr>
            <p:spPr>
              <a:xfrm>
                <a:off x="5532290" y="3217476"/>
                <a:ext cx="341346" cy="295659"/>
              </a:xfrm>
              <a:custGeom>
                <a:avLst/>
                <a:gdLst/>
                <a:ahLst/>
                <a:cxnLst/>
                <a:rect l="l" t="t" r="r" b="b"/>
                <a:pathLst>
                  <a:path w="2576195" h="2231390" extrusionOk="0">
                    <a:moveTo>
                      <a:pt x="2576042" y="0"/>
                    </a:moveTo>
                    <a:lnTo>
                      <a:pt x="0" y="0"/>
                    </a:lnTo>
                    <a:lnTo>
                      <a:pt x="1288021" y="2230920"/>
                    </a:lnTo>
                    <a:lnTo>
                      <a:pt x="2576042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200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96" name="Google Shape;4796;p73"/>
              <p:cNvSpPr/>
              <p:nvPr/>
            </p:nvSpPr>
            <p:spPr>
              <a:xfrm flipH="1">
                <a:off x="5341327" y="2898245"/>
                <a:ext cx="217159" cy="334508"/>
              </a:xfrm>
              <a:custGeom>
                <a:avLst/>
                <a:gdLst/>
                <a:ahLst/>
                <a:cxnLst/>
                <a:rect l="l" t="t" r="r" b="b"/>
                <a:pathLst>
                  <a:path w="1638934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2857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200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97" name="Google Shape;4797;p73"/>
            <p:cNvGrpSpPr/>
            <p:nvPr/>
          </p:nvGrpSpPr>
          <p:grpSpPr>
            <a:xfrm>
              <a:off x="5532290" y="2881789"/>
              <a:ext cx="620516" cy="305456"/>
              <a:chOff x="5532290" y="2881789"/>
              <a:chExt cx="620516" cy="305456"/>
            </a:xfrm>
          </p:grpSpPr>
          <p:sp>
            <p:nvSpPr>
              <p:cNvPr id="4798" name="Google Shape;4798;p73"/>
              <p:cNvSpPr/>
              <p:nvPr/>
            </p:nvSpPr>
            <p:spPr>
              <a:xfrm>
                <a:off x="5532290" y="2891586"/>
                <a:ext cx="341346" cy="295659"/>
              </a:xfrm>
              <a:custGeom>
                <a:avLst/>
                <a:gdLst/>
                <a:ahLst/>
                <a:cxnLst/>
                <a:rect l="l" t="t" r="r" b="b"/>
                <a:pathLst>
                  <a:path w="2576195" h="2231390" extrusionOk="0">
                    <a:moveTo>
                      <a:pt x="1288021" y="0"/>
                    </a:moveTo>
                    <a:lnTo>
                      <a:pt x="0" y="2230920"/>
                    </a:lnTo>
                    <a:lnTo>
                      <a:pt x="2576042" y="2230920"/>
                    </a:lnTo>
                    <a:lnTo>
                      <a:pt x="1288021" y="0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200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99" name="Google Shape;4799;p73"/>
              <p:cNvSpPr/>
              <p:nvPr/>
            </p:nvSpPr>
            <p:spPr>
              <a:xfrm>
                <a:off x="5837311" y="2881789"/>
                <a:ext cx="315495" cy="288369"/>
              </a:xfrm>
              <a:custGeom>
                <a:avLst/>
                <a:gdLst/>
                <a:ahLst/>
                <a:cxnLst/>
                <a:rect l="l" t="t" r="r" b="b"/>
                <a:pathLst>
                  <a:path w="1638934" h="2306954" extrusionOk="0">
                    <a:moveTo>
                      <a:pt x="1638680" y="0"/>
                    </a:moveTo>
                    <a:lnTo>
                      <a:pt x="697255" y="0"/>
                    </a:lnTo>
                    <a:lnTo>
                      <a:pt x="697255" y="2306535"/>
                    </a:lnTo>
                    <a:lnTo>
                      <a:pt x="0" y="2306535"/>
                    </a:lnTo>
                  </a:path>
                </a:pathLst>
              </a:custGeom>
              <a:noFill/>
              <a:ln w="2857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200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800" name="Google Shape;4800;p73"/>
          <p:cNvGrpSpPr/>
          <p:nvPr/>
        </p:nvGrpSpPr>
        <p:grpSpPr>
          <a:xfrm>
            <a:off x="10884180" y="4702277"/>
            <a:ext cx="358757" cy="860655"/>
            <a:chOff x="7026852" y="3311869"/>
            <a:chExt cx="434331" cy="1041954"/>
          </a:xfrm>
        </p:grpSpPr>
        <p:sp>
          <p:nvSpPr>
            <p:cNvPr id="4801" name="Google Shape;4801;p73"/>
            <p:cNvSpPr/>
            <p:nvPr/>
          </p:nvSpPr>
          <p:spPr>
            <a:xfrm>
              <a:off x="7026852" y="3311869"/>
              <a:ext cx="434331" cy="847405"/>
            </a:xfrm>
            <a:custGeom>
              <a:avLst/>
              <a:gdLst/>
              <a:ahLst/>
              <a:cxnLst/>
              <a:rect l="l" t="t" r="r" b="b"/>
              <a:pathLst>
                <a:path w="16734" h="32649" extrusionOk="0">
                  <a:moveTo>
                    <a:pt x="8369" y="0"/>
                  </a:moveTo>
                  <a:cubicBezTo>
                    <a:pt x="3747" y="0"/>
                    <a:pt x="1" y="3747"/>
                    <a:pt x="1" y="8366"/>
                  </a:cubicBezTo>
                  <a:lnTo>
                    <a:pt x="1" y="32649"/>
                  </a:lnTo>
                  <a:lnTo>
                    <a:pt x="16734" y="32649"/>
                  </a:lnTo>
                  <a:lnTo>
                    <a:pt x="16734" y="8366"/>
                  </a:lnTo>
                  <a:cubicBezTo>
                    <a:pt x="16734" y="3744"/>
                    <a:pt x="12987" y="0"/>
                    <a:pt x="8369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02" name="Google Shape;4802;p73"/>
            <p:cNvSpPr/>
            <p:nvPr/>
          </p:nvSpPr>
          <p:spPr>
            <a:xfrm>
              <a:off x="7082395" y="3359392"/>
              <a:ext cx="323321" cy="323321"/>
            </a:xfrm>
            <a:custGeom>
              <a:avLst/>
              <a:gdLst/>
              <a:ahLst/>
              <a:cxnLst/>
              <a:rect l="l" t="t" r="r" b="b"/>
              <a:pathLst>
                <a:path w="12457" h="12457" extrusionOk="0">
                  <a:moveTo>
                    <a:pt x="6229" y="1"/>
                  </a:moveTo>
                  <a:cubicBezTo>
                    <a:pt x="2788" y="1"/>
                    <a:pt x="1" y="2788"/>
                    <a:pt x="1" y="6229"/>
                  </a:cubicBezTo>
                  <a:cubicBezTo>
                    <a:pt x="1" y="9670"/>
                    <a:pt x="2788" y="12457"/>
                    <a:pt x="6229" y="12457"/>
                  </a:cubicBezTo>
                  <a:cubicBezTo>
                    <a:pt x="9666" y="12457"/>
                    <a:pt x="12457" y="9670"/>
                    <a:pt x="12457" y="6229"/>
                  </a:cubicBezTo>
                  <a:cubicBezTo>
                    <a:pt x="12457" y="2788"/>
                    <a:pt x="9666" y="1"/>
                    <a:pt x="6229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03" name="Google Shape;4803;p73"/>
            <p:cNvSpPr/>
            <p:nvPr/>
          </p:nvSpPr>
          <p:spPr>
            <a:xfrm>
              <a:off x="7026852" y="4159239"/>
              <a:ext cx="434331" cy="194585"/>
            </a:xfrm>
            <a:custGeom>
              <a:avLst/>
              <a:gdLst/>
              <a:ahLst/>
              <a:cxnLst/>
              <a:rect l="l" t="t" r="r" b="b"/>
              <a:pathLst>
                <a:path w="16734" h="7497" extrusionOk="0">
                  <a:moveTo>
                    <a:pt x="1" y="1"/>
                  </a:moveTo>
                  <a:lnTo>
                    <a:pt x="8369" y="7496"/>
                  </a:lnTo>
                  <a:lnTo>
                    <a:pt x="16734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804" name="Google Shape;4804;p73"/>
          <p:cNvGrpSpPr/>
          <p:nvPr/>
        </p:nvGrpSpPr>
        <p:grpSpPr>
          <a:xfrm>
            <a:off x="8239621" y="4754594"/>
            <a:ext cx="391843" cy="391781"/>
            <a:chOff x="4873519" y="3311869"/>
            <a:chExt cx="499374" cy="499296"/>
          </a:xfrm>
        </p:grpSpPr>
        <p:sp>
          <p:nvSpPr>
            <p:cNvPr id="4805" name="Google Shape;4805;p73"/>
            <p:cNvSpPr/>
            <p:nvPr/>
          </p:nvSpPr>
          <p:spPr>
            <a:xfrm>
              <a:off x="4873519" y="3311869"/>
              <a:ext cx="499374" cy="499296"/>
            </a:xfrm>
            <a:custGeom>
              <a:avLst/>
              <a:gdLst/>
              <a:ahLst/>
              <a:cxnLst/>
              <a:rect l="l" t="t" r="r" b="b"/>
              <a:pathLst>
                <a:path w="19240" h="19237" extrusionOk="0">
                  <a:moveTo>
                    <a:pt x="1" y="0"/>
                  </a:moveTo>
                  <a:lnTo>
                    <a:pt x="1" y="9618"/>
                  </a:lnTo>
                  <a:cubicBezTo>
                    <a:pt x="1" y="14929"/>
                    <a:pt x="4308" y="19236"/>
                    <a:pt x="9619" y="19236"/>
                  </a:cubicBezTo>
                  <a:cubicBezTo>
                    <a:pt x="14933" y="19236"/>
                    <a:pt x="19240" y="14929"/>
                    <a:pt x="19240" y="9618"/>
                  </a:cubicBezTo>
                  <a:cubicBezTo>
                    <a:pt x="19240" y="4307"/>
                    <a:pt x="14933" y="0"/>
                    <a:pt x="9619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06" name="Google Shape;4806;p73"/>
            <p:cNvSpPr/>
            <p:nvPr/>
          </p:nvSpPr>
          <p:spPr>
            <a:xfrm>
              <a:off x="4894620" y="3329830"/>
              <a:ext cx="202112" cy="182386"/>
            </a:xfrm>
            <a:custGeom>
              <a:avLst/>
              <a:gdLst/>
              <a:ahLst/>
              <a:cxnLst/>
              <a:rect l="l" t="t" r="r" b="b"/>
              <a:pathLst>
                <a:path w="7787" h="7027" extrusionOk="0">
                  <a:moveTo>
                    <a:pt x="0" y="1"/>
                  </a:moveTo>
                  <a:lnTo>
                    <a:pt x="0" y="7026"/>
                  </a:lnTo>
                  <a:lnTo>
                    <a:pt x="7787" y="1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807" name="Google Shape;4807;p73"/>
          <p:cNvGrpSpPr/>
          <p:nvPr/>
        </p:nvGrpSpPr>
        <p:grpSpPr>
          <a:xfrm>
            <a:off x="8239621" y="5171088"/>
            <a:ext cx="391843" cy="391843"/>
            <a:chOff x="4873519" y="3875839"/>
            <a:chExt cx="499374" cy="499374"/>
          </a:xfrm>
        </p:grpSpPr>
        <p:sp>
          <p:nvSpPr>
            <p:cNvPr id="4808" name="Google Shape;4808;p73"/>
            <p:cNvSpPr/>
            <p:nvPr/>
          </p:nvSpPr>
          <p:spPr>
            <a:xfrm>
              <a:off x="4873519" y="3875839"/>
              <a:ext cx="499374" cy="499374"/>
            </a:xfrm>
            <a:custGeom>
              <a:avLst/>
              <a:gdLst/>
              <a:ahLst/>
              <a:cxnLst/>
              <a:rect l="l" t="t" r="r" b="b"/>
              <a:pathLst>
                <a:path w="19240" h="19240" extrusionOk="0">
                  <a:moveTo>
                    <a:pt x="1" y="1"/>
                  </a:moveTo>
                  <a:lnTo>
                    <a:pt x="1" y="9619"/>
                  </a:lnTo>
                  <a:cubicBezTo>
                    <a:pt x="1" y="14930"/>
                    <a:pt x="4308" y="19240"/>
                    <a:pt x="9619" y="19240"/>
                  </a:cubicBezTo>
                  <a:cubicBezTo>
                    <a:pt x="14933" y="19240"/>
                    <a:pt x="19240" y="14933"/>
                    <a:pt x="19240" y="9619"/>
                  </a:cubicBezTo>
                  <a:lnTo>
                    <a:pt x="19240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09" name="Google Shape;4809;p73"/>
            <p:cNvSpPr/>
            <p:nvPr/>
          </p:nvSpPr>
          <p:spPr>
            <a:xfrm>
              <a:off x="4894620" y="3893826"/>
              <a:ext cx="202112" cy="182360"/>
            </a:xfrm>
            <a:custGeom>
              <a:avLst/>
              <a:gdLst/>
              <a:ahLst/>
              <a:cxnLst/>
              <a:rect l="l" t="t" r="r" b="b"/>
              <a:pathLst>
                <a:path w="7787" h="7026" extrusionOk="0">
                  <a:moveTo>
                    <a:pt x="0" y="0"/>
                  </a:moveTo>
                  <a:lnTo>
                    <a:pt x="0" y="7026"/>
                  </a:lnTo>
                  <a:lnTo>
                    <a:pt x="7787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810" name="Google Shape;4810;p73"/>
          <p:cNvGrpSpPr/>
          <p:nvPr/>
        </p:nvGrpSpPr>
        <p:grpSpPr>
          <a:xfrm>
            <a:off x="3213659" y="2467025"/>
            <a:ext cx="930805" cy="930944"/>
            <a:chOff x="2565073" y="2075876"/>
            <a:chExt cx="672482" cy="672518"/>
          </a:xfrm>
        </p:grpSpPr>
        <p:sp>
          <p:nvSpPr>
            <p:cNvPr id="4811" name="Google Shape;4811;p73"/>
            <p:cNvSpPr/>
            <p:nvPr/>
          </p:nvSpPr>
          <p:spPr>
            <a:xfrm>
              <a:off x="2642193" y="2530650"/>
              <a:ext cx="419588" cy="217743"/>
            </a:xfrm>
            <a:custGeom>
              <a:avLst/>
              <a:gdLst/>
              <a:ahLst/>
              <a:cxnLst/>
              <a:rect l="l" t="t" r="r" b="b"/>
              <a:pathLst>
                <a:path w="130611" h="67780" extrusionOk="0">
                  <a:moveTo>
                    <a:pt x="28498" y="0"/>
                  </a:moveTo>
                  <a:cubicBezTo>
                    <a:pt x="24484" y="0"/>
                    <a:pt x="20456" y="1023"/>
                    <a:pt x="16802" y="3132"/>
                  </a:cubicBezTo>
                  <a:lnTo>
                    <a:pt x="16191" y="3487"/>
                  </a:lnTo>
                  <a:cubicBezTo>
                    <a:pt x="1795" y="11796"/>
                    <a:pt x="1" y="31826"/>
                    <a:pt x="12628" y="42639"/>
                  </a:cubicBezTo>
                  <a:cubicBezTo>
                    <a:pt x="28340" y="56094"/>
                    <a:pt x="48088" y="64970"/>
                    <a:pt x="69808" y="67207"/>
                  </a:cubicBezTo>
                  <a:cubicBezTo>
                    <a:pt x="70015" y="67227"/>
                    <a:pt x="70217" y="67252"/>
                    <a:pt x="70419" y="67271"/>
                  </a:cubicBezTo>
                  <a:cubicBezTo>
                    <a:pt x="70804" y="67306"/>
                    <a:pt x="71188" y="67345"/>
                    <a:pt x="71572" y="67375"/>
                  </a:cubicBezTo>
                  <a:cubicBezTo>
                    <a:pt x="72080" y="67419"/>
                    <a:pt x="72588" y="67464"/>
                    <a:pt x="73100" y="67498"/>
                  </a:cubicBezTo>
                  <a:lnTo>
                    <a:pt x="73440" y="67523"/>
                  </a:lnTo>
                  <a:cubicBezTo>
                    <a:pt x="75877" y="67694"/>
                    <a:pt x="78323" y="67780"/>
                    <a:pt x="80773" y="67780"/>
                  </a:cubicBezTo>
                  <a:cubicBezTo>
                    <a:pt x="97672" y="67780"/>
                    <a:pt x="114788" y="63683"/>
                    <a:pt x="130611" y="55083"/>
                  </a:cubicBezTo>
                  <a:lnTo>
                    <a:pt x="106348" y="13068"/>
                  </a:lnTo>
                  <a:cubicBezTo>
                    <a:pt x="98422" y="17162"/>
                    <a:pt x="89641" y="19287"/>
                    <a:pt x="80747" y="19287"/>
                  </a:cubicBezTo>
                  <a:cubicBezTo>
                    <a:pt x="79675" y="19287"/>
                    <a:pt x="78601" y="19256"/>
                    <a:pt x="77526" y="19194"/>
                  </a:cubicBezTo>
                  <a:cubicBezTo>
                    <a:pt x="77220" y="19174"/>
                    <a:pt x="76910" y="19149"/>
                    <a:pt x="76599" y="19130"/>
                  </a:cubicBezTo>
                  <a:cubicBezTo>
                    <a:pt x="76072" y="19090"/>
                    <a:pt x="75545" y="19051"/>
                    <a:pt x="75017" y="18997"/>
                  </a:cubicBezTo>
                  <a:cubicBezTo>
                    <a:pt x="74943" y="18992"/>
                    <a:pt x="74865" y="18982"/>
                    <a:pt x="74791" y="18972"/>
                  </a:cubicBezTo>
                  <a:cubicBezTo>
                    <a:pt x="73347" y="18819"/>
                    <a:pt x="71908" y="18612"/>
                    <a:pt x="70478" y="18351"/>
                  </a:cubicBezTo>
                  <a:cubicBezTo>
                    <a:pt x="70409" y="18336"/>
                    <a:pt x="70340" y="18331"/>
                    <a:pt x="70266" y="18317"/>
                  </a:cubicBezTo>
                  <a:cubicBezTo>
                    <a:pt x="60646" y="16518"/>
                    <a:pt x="51666" y="12220"/>
                    <a:pt x="44224" y="5857"/>
                  </a:cubicBezTo>
                  <a:cubicBezTo>
                    <a:pt x="39725" y="2011"/>
                    <a:pt x="34125" y="0"/>
                    <a:pt x="28498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12" name="Google Shape;4812;p73"/>
            <p:cNvSpPr/>
            <p:nvPr/>
          </p:nvSpPr>
          <p:spPr>
            <a:xfrm>
              <a:off x="2910083" y="2420918"/>
              <a:ext cx="327379" cy="312727"/>
            </a:xfrm>
            <a:custGeom>
              <a:avLst/>
              <a:gdLst/>
              <a:ahLst/>
              <a:cxnLst/>
              <a:rect l="l" t="t" r="r" b="b"/>
              <a:pathLst>
                <a:path w="101908" h="97347" extrusionOk="0">
                  <a:moveTo>
                    <a:pt x="53377" y="1"/>
                  </a:moveTo>
                  <a:cubicBezTo>
                    <a:pt x="52884" y="9843"/>
                    <a:pt x="49823" y="19390"/>
                    <a:pt x="44495" y="27689"/>
                  </a:cubicBezTo>
                  <a:lnTo>
                    <a:pt x="44490" y="27684"/>
                  </a:lnTo>
                  <a:cubicBezTo>
                    <a:pt x="37847" y="37980"/>
                    <a:pt x="27936" y="45964"/>
                    <a:pt x="16216" y="50163"/>
                  </a:cubicBezTo>
                  <a:cubicBezTo>
                    <a:pt x="6521" y="53638"/>
                    <a:pt x="1" y="62746"/>
                    <a:pt x="1" y="73041"/>
                  </a:cubicBezTo>
                  <a:cubicBezTo>
                    <a:pt x="1" y="86873"/>
                    <a:pt x="11336" y="97347"/>
                    <a:pt x="24173" y="97347"/>
                  </a:cubicBezTo>
                  <a:cubicBezTo>
                    <a:pt x="26820" y="97347"/>
                    <a:pt x="29530" y="96902"/>
                    <a:pt x="32219" y="95949"/>
                  </a:cubicBezTo>
                  <a:cubicBezTo>
                    <a:pt x="49306" y="89897"/>
                    <a:pt x="64347" y="79537"/>
                    <a:pt x="76048" y="66171"/>
                  </a:cubicBezTo>
                  <a:cubicBezTo>
                    <a:pt x="76329" y="65870"/>
                    <a:pt x="76609" y="65570"/>
                    <a:pt x="76881" y="65254"/>
                  </a:cubicBezTo>
                  <a:cubicBezTo>
                    <a:pt x="92548" y="46905"/>
                    <a:pt x="101267" y="23751"/>
                    <a:pt x="10190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13" name="Google Shape;4813;p73"/>
            <p:cNvSpPr/>
            <p:nvPr/>
          </p:nvSpPr>
          <p:spPr>
            <a:xfrm>
              <a:off x="2999034" y="2125384"/>
              <a:ext cx="238522" cy="411351"/>
            </a:xfrm>
            <a:custGeom>
              <a:avLst/>
              <a:gdLst/>
              <a:ahLst/>
              <a:cxnLst/>
              <a:rect l="l" t="t" r="r" b="b"/>
              <a:pathLst>
                <a:path w="74248" h="128047" extrusionOk="0">
                  <a:moveTo>
                    <a:pt x="24273" y="0"/>
                  </a:moveTo>
                  <a:lnTo>
                    <a:pt x="0" y="42036"/>
                  </a:lnTo>
                  <a:cubicBezTo>
                    <a:pt x="7521" y="46866"/>
                    <a:pt x="13775" y="53430"/>
                    <a:pt x="18236" y="61173"/>
                  </a:cubicBezTo>
                  <a:cubicBezTo>
                    <a:pt x="18694" y="61966"/>
                    <a:pt x="19128" y="62765"/>
                    <a:pt x="19542" y="63573"/>
                  </a:cubicBezTo>
                  <a:cubicBezTo>
                    <a:pt x="19601" y="63696"/>
                    <a:pt x="19665" y="63829"/>
                    <a:pt x="19729" y="63953"/>
                  </a:cubicBezTo>
                  <a:cubicBezTo>
                    <a:pt x="19970" y="64426"/>
                    <a:pt x="20202" y="64904"/>
                    <a:pt x="20429" y="65382"/>
                  </a:cubicBezTo>
                  <a:cubicBezTo>
                    <a:pt x="20557" y="65658"/>
                    <a:pt x="20685" y="65929"/>
                    <a:pt x="20808" y="66210"/>
                  </a:cubicBezTo>
                  <a:cubicBezTo>
                    <a:pt x="21079" y="66806"/>
                    <a:pt x="21346" y="67408"/>
                    <a:pt x="21592" y="68014"/>
                  </a:cubicBezTo>
                  <a:cubicBezTo>
                    <a:pt x="21676" y="68226"/>
                    <a:pt x="21755" y="68433"/>
                    <a:pt x="21838" y="68645"/>
                  </a:cubicBezTo>
                  <a:cubicBezTo>
                    <a:pt x="22036" y="69142"/>
                    <a:pt x="22223" y="69645"/>
                    <a:pt x="22405" y="70148"/>
                  </a:cubicBezTo>
                  <a:cubicBezTo>
                    <a:pt x="25816" y="79561"/>
                    <a:pt x="26649" y="89714"/>
                    <a:pt x="24815" y="99561"/>
                  </a:cubicBezTo>
                  <a:cubicBezTo>
                    <a:pt x="22952" y="109586"/>
                    <a:pt x="27738" y="119679"/>
                    <a:pt x="36570" y="124780"/>
                  </a:cubicBezTo>
                  <a:cubicBezTo>
                    <a:pt x="40441" y="127014"/>
                    <a:pt x="44590" y="128047"/>
                    <a:pt x="48651" y="128047"/>
                  </a:cubicBezTo>
                  <a:cubicBezTo>
                    <a:pt x="59837" y="128047"/>
                    <a:pt x="70356" y="120215"/>
                    <a:pt x="72558" y="108102"/>
                  </a:cubicBezTo>
                  <a:cubicBezTo>
                    <a:pt x="73686" y="101887"/>
                    <a:pt x="74248" y="95579"/>
                    <a:pt x="74248" y="89261"/>
                  </a:cubicBezTo>
                  <a:cubicBezTo>
                    <a:pt x="74243" y="71168"/>
                    <a:pt x="69655" y="54150"/>
                    <a:pt x="61577" y="39305"/>
                  </a:cubicBezTo>
                  <a:lnTo>
                    <a:pt x="61557" y="39315"/>
                  </a:lnTo>
                  <a:cubicBezTo>
                    <a:pt x="61123" y="38517"/>
                    <a:pt x="60680" y="37723"/>
                    <a:pt x="60222" y="36930"/>
                  </a:cubicBezTo>
                  <a:cubicBezTo>
                    <a:pt x="51178" y="21262"/>
                    <a:pt x="38694" y="8818"/>
                    <a:pt x="24273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14" name="Google Shape;4814;p73"/>
            <p:cNvSpPr/>
            <p:nvPr/>
          </p:nvSpPr>
          <p:spPr>
            <a:xfrm>
              <a:off x="2740849" y="2075876"/>
              <a:ext cx="419604" cy="217734"/>
            </a:xfrm>
            <a:custGeom>
              <a:avLst/>
              <a:gdLst/>
              <a:ahLst/>
              <a:cxnLst/>
              <a:rect l="l" t="t" r="r" b="b"/>
              <a:pathLst>
                <a:path w="130616" h="67777" extrusionOk="0">
                  <a:moveTo>
                    <a:pt x="49853" y="1"/>
                  </a:moveTo>
                  <a:cubicBezTo>
                    <a:pt x="32949" y="1"/>
                    <a:pt x="15828" y="4093"/>
                    <a:pt x="0" y="12696"/>
                  </a:cubicBezTo>
                  <a:lnTo>
                    <a:pt x="24263" y="54711"/>
                  </a:lnTo>
                  <a:cubicBezTo>
                    <a:pt x="32189" y="50621"/>
                    <a:pt x="40970" y="48497"/>
                    <a:pt x="49860" y="48497"/>
                  </a:cubicBezTo>
                  <a:cubicBezTo>
                    <a:pt x="50932" y="48497"/>
                    <a:pt x="52006" y="48528"/>
                    <a:pt x="53080" y="48590"/>
                  </a:cubicBezTo>
                  <a:cubicBezTo>
                    <a:pt x="53391" y="48605"/>
                    <a:pt x="53701" y="48630"/>
                    <a:pt x="54012" y="48649"/>
                  </a:cubicBezTo>
                  <a:cubicBezTo>
                    <a:pt x="54539" y="48689"/>
                    <a:pt x="55066" y="48728"/>
                    <a:pt x="55594" y="48782"/>
                  </a:cubicBezTo>
                  <a:cubicBezTo>
                    <a:pt x="55668" y="48792"/>
                    <a:pt x="55746" y="48802"/>
                    <a:pt x="55820" y="48807"/>
                  </a:cubicBezTo>
                  <a:cubicBezTo>
                    <a:pt x="57264" y="48960"/>
                    <a:pt x="58704" y="49172"/>
                    <a:pt x="60133" y="49433"/>
                  </a:cubicBezTo>
                  <a:cubicBezTo>
                    <a:pt x="60202" y="49448"/>
                    <a:pt x="60271" y="49453"/>
                    <a:pt x="60345" y="49462"/>
                  </a:cubicBezTo>
                  <a:cubicBezTo>
                    <a:pt x="69965" y="51266"/>
                    <a:pt x="78945" y="55564"/>
                    <a:pt x="86387" y="61927"/>
                  </a:cubicBezTo>
                  <a:cubicBezTo>
                    <a:pt x="90886" y="65767"/>
                    <a:pt x="96484" y="67777"/>
                    <a:pt x="102111" y="67777"/>
                  </a:cubicBezTo>
                  <a:cubicBezTo>
                    <a:pt x="106125" y="67777"/>
                    <a:pt x="110154" y="66754"/>
                    <a:pt x="113809" y="64642"/>
                  </a:cubicBezTo>
                  <a:lnTo>
                    <a:pt x="114420" y="64292"/>
                  </a:lnTo>
                  <a:cubicBezTo>
                    <a:pt x="128816" y="55983"/>
                    <a:pt x="130615" y="35958"/>
                    <a:pt x="117988" y="25140"/>
                  </a:cubicBezTo>
                  <a:cubicBezTo>
                    <a:pt x="102271" y="11685"/>
                    <a:pt x="82523" y="2809"/>
                    <a:pt x="60803" y="572"/>
                  </a:cubicBezTo>
                  <a:cubicBezTo>
                    <a:pt x="60596" y="552"/>
                    <a:pt x="60394" y="532"/>
                    <a:pt x="60192" y="513"/>
                  </a:cubicBezTo>
                  <a:cubicBezTo>
                    <a:pt x="59808" y="473"/>
                    <a:pt x="59423" y="439"/>
                    <a:pt x="59039" y="404"/>
                  </a:cubicBezTo>
                  <a:cubicBezTo>
                    <a:pt x="58531" y="360"/>
                    <a:pt x="58023" y="320"/>
                    <a:pt x="57511" y="281"/>
                  </a:cubicBezTo>
                  <a:lnTo>
                    <a:pt x="57171" y="256"/>
                  </a:lnTo>
                  <a:cubicBezTo>
                    <a:pt x="54739" y="86"/>
                    <a:pt x="52298" y="1"/>
                    <a:pt x="4985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15" name="Google Shape;4815;p73"/>
            <p:cNvSpPr/>
            <p:nvPr/>
          </p:nvSpPr>
          <p:spPr>
            <a:xfrm>
              <a:off x="2565167" y="2090625"/>
              <a:ext cx="327379" cy="312740"/>
            </a:xfrm>
            <a:custGeom>
              <a:avLst/>
              <a:gdLst/>
              <a:ahLst/>
              <a:cxnLst/>
              <a:rect l="l" t="t" r="r" b="b"/>
              <a:pathLst>
                <a:path w="101908" h="97351" extrusionOk="0">
                  <a:moveTo>
                    <a:pt x="77732" y="1"/>
                  </a:moveTo>
                  <a:cubicBezTo>
                    <a:pt x="75086" y="1"/>
                    <a:pt x="72377" y="446"/>
                    <a:pt x="69690" y="1397"/>
                  </a:cubicBezTo>
                  <a:cubicBezTo>
                    <a:pt x="52607" y="7449"/>
                    <a:pt x="37561" y="17814"/>
                    <a:pt x="25865" y="31175"/>
                  </a:cubicBezTo>
                  <a:cubicBezTo>
                    <a:pt x="25580" y="31476"/>
                    <a:pt x="25299" y="31776"/>
                    <a:pt x="25028" y="32097"/>
                  </a:cubicBezTo>
                  <a:cubicBezTo>
                    <a:pt x="9365" y="50441"/>
                    <a:pt x="646" y="73600"/>
                    <a:pt x="1" y="97350"/>
                  </a:cubicBezTo>
                  <a:lnTo>
                    <a:pt x="48536" y="97350"/>
                  </a:lnTo>
                  <a:cubicBezTo>
                    <a:pt x="49024" y="87503"/>
                    <a:pt x="52085" y="77956"/>
                    <a:pt x="57413" y="69662"/>
                  </a:cubicBezTo>
                  <a:lnTo>
                    <a:pt x="57418" y="69662"/>
                  </a:lnTo>
                  <a:cubicBezTo>
                    <a:pt x="64061" y="59371"/>
                    <a:pt x="73977" y="51382"/>
                    <a:pt x="85697" y="47183"/>
                  </a:cubicBezTo>
                  <a:cubicBezTo>
                    <a:pt x="95382" y="43708"/>
                    <a:pt x="101907" y="34605"/>
                    <a:pt x="101907" y="24310"/>
                  </a:cubicBezTo>
                  <a:cubicBezTo>
                    <a:pt x="101907" y="10473"/>
                    <a:pt x="90570" y="1"/>
                    <a:pt x="77732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16" name="Google Shape;4816;p73"/>
            <p:cNvSpPr/>
            <p:nvPr/>
          </p:nvSpPr>
          <p:spPr>
            <a:xfrm>
              <a:off x="2565073" y="2287538"/>
              <a:ext cx="218572" cy="409555"/>
            </a:xfrm>
            <a:custGeom>
              <a:avLst/>
              <a:gdLst/>
              <a:ahLst/>
              <a:cxnLst/>
              <a:rect l="l" t="t" r="r" b="b"/>
              <a:pathLst>
                <a:path w="68038" h="127488" extrusionOk="0">
                  <a:moveTo>
                    <a:pt x="25598" y="0"/>
                  </a:moveTo>
                  <a:cubicBezTo>
                    <a:pt x="14413" y="0"/>
                    <a:pt x="3897" y="7831"/>
                    <a:pt x="1695" y="19943"/>
                  </a:cubicBezTo>
                  <a:cubicBezTo>
                    <a:pt x="567" y="26163"/>
                    <a:pt x="0" y="32466"/>
                    <a:pt x="5" y="38785"/>
                  </a:cubicBezTo>
                  <a:cubicBezTo>
                    <a:pt x="5" y="56877"/>
                    <a:pt x="4598" y="73900"/>
                    <a:pt x="12676" y="88745"/>
                  </a:cubicBezTo>
                  <a:lnTo>
                    <a:pt x="12696" y="88735"/>
                  </a:lnTo>
                  <a:cubicBezTo>
                    <a:pt x="13125" y="89533"/>
                    <a:pt x="13568" y="90327"/>
                    <a:pt x="14027" y="91120"/>
                  </a:cubicBezTo>
                  <a:cubicBezTo>
                    <a:pt x="22888" y="106463"/>
                    <a:pt x="35052" y="118705"/>
                    <a:pt x="49093" y="127488"/>
                  </a:cubicBezTo>
                  <a:cubicBezTo>
                    <a:pt x="44721" y="124742"/>
                    <a:pt x="40552" y="121677"/>
                    <a:pt x="36634" y="118316"/>
                  </a:cubicBezTo>
                  <a:cubicBezTo>
                    <a:pt x="24002" y="107503"/>
                    <a:pt x="25801" y="87473"/>
                    <a:pt x="40197" y="79164"/>
                  </a:cubicBezTo>
                  <a:lnTo>
                    <a:pt x="40808" y="78809"/>
                  </a:lnTo>
                  <a:cubicBezTo>
                    <a:pt x="44459" y="76702"/>
                    <a:pt x="48483" y="75681"/>
                    <a:pt x="52492" y="75681"/>
                  </a:cubicBezTo>
                  <a:cubicBezTo>
                    <a:pt x="58042" y="75681"/>
                    <a:pt x="63566" y="77637"/>
                    <a:pt x="68038" y="81377"/>
                  </a:cubicBezTo>
                  <a:cubicBezTo>
                    <a:pt x="63238" y="77256"/>
                    <a:pt x="59172" y="72353"/>
                    <a:pt x="56017" y="66877"/>
                  </a:cubicBezTo>
                  <a:cubicBezTo>
                    <a:pt x="55559" y="66083"/>
                    <a:pt x="55120" y="65280"/>
                    <a:pt x="54706" y="64472"/>
                  </a:cubicBezTo>
                  <a:cubicBezTo>
                    <a:pt x="54647" y="64349"/>
                    <a:pt x="54583" y="64221"/>
                    <a:pt x="54519" y="64092"/>
                  </a:cubicBezTo>
                  <a:cubicBezTo>
                    <a:pt x="54278" y="63619"/>
                    <a:pt x="54046" y="63141"/>
                    <a:pt x="53824" y="62663"/>
                  </a:cubicBezTo>
                  <a:cubicBezTo>
                    <a:pt x="53691" y="62392"/>
                    <a:pt x="53568" y="62116"/>
                    <a:pt x="53440" y="61840"/>
                  </a:cubicBezTo>
                  <a:cubicBezTo>
                    <a:pt x="53169" y="61239"/>
                    <a:pt x="52907" y="60637"/>
                    <a:pt x="52656" y="60031"/>
                  </a:cubicBezTo>
                  <a:cubicBezTo>
                    <a:pt x="52572" y="59824"/>
                    <a:pt x="52493" y="59612"/>
                    <a:pt x="52410" y="59400"/>
                  </a:cubicBezTo>
                  <a:cubicBezTo>
                    <a:pt x="52217" y="58903"/>
                    <a:pt x="52025" y="58400"/>
                    <a:pt x="51843" y="57902"/>
                  </a:cubicBezTo>
                  <a:cubicBezTo>
                    <a:pt x="48437" y="48484"/>
                    <a:pt x="47604" y="38331"/>
                    <a:pt x="49433" y="28484"/>
                  </a:cubicBezTo>
                  <a:cubicBezTo>
                    <a:pt x="51301" y="18459"/>
                    <a:pt x="46515" y="8366"/>
                    <a:pt x="37683" y="3270"/>
                  </a:cubicBezTo>
                  <a:cubicBezTo>
                    <a:pt x="33811" y="1033"/>
                    <a:pt x="29660" y="0"/>
                    <a:pt x="25598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817" name="Google Shape;4817;p73"/>
          <p:cNvGrpSpPr/>
          <p:nvPr/>
        </p:nvGrpSpPr>
        <p:grpSpPr>
          <a:xfrm>
            <a:off x="7511540" y="4713159"/>
            <a:ext cx="584472" cy="849772"/>
            <a:chOff x="1697726" y="3244179"/>
            <a:chExt cx="788124" cy="1146069"/>
          </a:xfrm>
        </p:grpSpPr>
        <p:sp>
          <p:nvSpPr>
            <p:cNvPr id="4818" name="Google Shape;4818;p73"/>
            <p:cNvSpPr/>
            <p:nvPr/>
          </p:nvSpPr>
          <p:spPr>
            <a:xfrm>
              <a:off x="1697726" y="3244179"/>
              <a:ext cx="788124" cy="1146069"/>
            </a:xfrm>
            <a:custGeom>
              <a:avLst/>
              <a:gdLst/>
              <a:ahLst/>
              <a:cxnLst/>
              <a:rect l="l" t="t" r="r" b="b"/>
              <a:pathLst>
                <a:path w="30365" h="44156" extrusionOk="0">
                  <a:moveTo>
                    <a:pt x="18841" y="1"/>
                  </a:moveTo>
                  <a:lnTo>
                    <a:pt x="18841" y="3319"/>
                  </a:lnTo>
                  <a:lnTo>
                    <a:pt x="7583" y="3319"/>
                  </a:lnTo>
                  <a:cubicBezTo>
                    <a:pt x="5740" y="3319"/>
                    <a:pt x="4248" y="4814"/>
                    <a:pt x="4248" y="6658"/>
                  </a:cubicBezTo>
                  <a:lnTo>
                    <a:pt x="4248" y="29436"/>
                  </a:lnTo>
                  <a:lnTo>
                    <a:pt x="1" y="29436"/>
                  </a:lnTo>
                  <a:lnTo>
                    <a:pt x="1" y="44155"/>
                  </a:lnTo>
                  <a:lnTo>
                    <a:pt x="14720" y="44155"/>
                  </a:lnTo>
                  <a:lnTo>
                    <a:pt x="14720" y="29436"/>
                  </a:lnTo>
                  <a:lnTo>
                    <a:pt x="10922" y="29436"/>
                  </a:lnTo>
                  <a:lnTo>
                    <a:pt x="10922" y="9993"/>
                  </a:lnTo>
                  <a:lnTo>
                    <a:pt x="18841" y="9993"/>
                  </a:lnTo>
                  <a:lnTo>
                    <a:pt x="18841" y="13311"/>
                  </a:lnTo>
                  <a:lnTo>
                    <a:pt x="30365" y="6658"/>
                  </a:lnTo>
                  <a:lnTo>
                    <a:pt x="18841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19" name="Google Shape;4819;p73"/>
            <p:cNvSpPr/>
            <p:nvPr/>
          </p:nvSpPr>
          <p:spPr>
            <a:xfrm>
              <a:off x="1743302" y="4053603"/>
              <a:ext cx="291293" cy="291267"/>
            </a:xfrm>
            <a:custGeom>
              <a:avLst/>
              <a:gdLst/>
              <a:ahLst/>
              <a:cxnLst/>
              <a:rect l="l" t="t" r="r" b="b"/>
              <a:pathLst>
                <a:path w="11223" h="11222" extrusionOk="0">
                  <a:moveTo>
                    <a:pt x="1" y="0"/>
                  </a:moveTo>
                  <a:lnTo>
                    <a:pt x="1" y="11222"/>
                  </a:lnTo>
                  <a:lnTo>
                    <a:pt x="11222" y="11222"/>
                  </a:lnTo>
                  <a:lnTo>
                    <a:pt x="11222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4820" name="Google Shape;4820;p73"/>
          <p:cNvSpPr/>
          <p:nvPr/>
        </p:nvSpPr>
        <p:spPr>
          <a:xfrm>
            <a:off x="10841219" y="4563538"/>
            <a:ext cx="272" cy="5"/>
          </a:xfrm>
          <a:custGeom>
            <a:avLst/>
            <a:gdLst/>
            <a:ahLst/>
            <a:cxnLst/>
            <a:rect l="l" t="t" r="r" b="b"/>
            <a:pathLst>
              <a:path w="48" h="1" extrusionOk="0">
                <a:moveTo>
                  <a:pt x="48" y="0"/>
                </a:move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4821" name="Google Shape;4821;p73"/>
          <p:cNvGrpSpPr/>
          <p:nvPr/>
        </p:nvGrpSpPr>
        <p:grpSpPr>
          <a:xfrm>
            <a:off x="10179826" y="2484310"/>
            <a:ext cx="1066087" cy="893709"/>
            <a:chOff x="7617850" y="2063282"/>
            <a:chExt cx="799565" cy="670282"/>
          </a:xfrm>
        </p:grpSpPr>
        <p:cxnSp>
          <p:nvCxnSpPr>
            <p:cNvPr id="4822" name="Google Shape;4822;p73"/>
            <p:cNvCxnSpPr/>
            <p:nvPr/>
          </p:nvCxnSpPr>
          <p:spPr>
            <a:xfrm rot="5400000" flipH="1">
              <a:off x="7629118" y="2104714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3" name="Google Shape;4823;p73"/>
            <p:cNvCxnSpPr/>
            <p:nvPr/>
          </p:nvCxnSpPr>
          <p:spPr>
            <a:xfrm rot="-5400000">
              <a:off x="8276270" y="2104714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4" name="Google Shape;4824;p73"/>
            <p:cNvCxnSpPr/>
            <p:nvPr/>
          </p:nvCxnSpPr>
          <p:spPr>
            <a:xfrm rot="5400000">
              <a:off x="7629118" y="2612964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5" name="Google Shape;4825;p73"/>
            <p:cNvCxnSpPr/>
            <p:nvPr/>
          </p:nvCxnSpPr>
          <p:spPr>
            <a:xfrm rot="-5400000" flipH="1">
              <a:off x="8276270" y="2612964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6" name="Google Shape;4826;p73"/>
            <p:cNvCxnSpPr/>
            <p:nvPr/>
          </p:nvCxnSpPr>
          <p:spPr>
            <a:xfrm rot="10800000">
              <a:off x="7617850" y="2393356"/>
              <a:ext cx="83400" cy="0"/>
            </a:xfrm>
            <a:prstGeom prst="straightConnector1">
              <a:avLst/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7" name="Google Shape;4827;p73"/>
            <p:cNvCxnSpPr/>
            <p:nvPr/>
          </p:nvCxnSpPr>
          <p:spPr>
            <a:xfrm rot="10800000">
              <a:off x="8334015" y="2393356"/>
              <a:ext cx="83400" cy="0"/>
            </a:xfrm>
            <a:prstGeom prst="straightConnector1">
              <a:avLst/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828" name="Google Shape;4828;p73"/>
            <p:cNvGrpSpPr/>
            <p:nvPr/>
          </p:nvGrpSpPr>
          <p:grpSpPr>
            <a:xfrm>
              <a:off x="7734309" y="2063282"/>
              <a:ext cx="570957" cy="620095"/>
              <a:chOff x="7734309" y="2063282"/>
              <a:chExt cx="570957" cy="620095"/>
            </a:xfrm>
          </p:grpSpPr>
          <p:grpSp>
            <p:nvGrpSpPr>
              <p:cNvPr id="4829" name="Google Shape;4829;p73"/>
              <p:cNvGrpSpPr/>
              <p:nvPr/>
            </p:nvGrpSpPr>
            <p:grpSpPr>
              <a:xfrm>
                <a:off x="8031573" y="2063282"/>
                <a:ext cx="273693" cy="620095"/>
                <a:chOff x="8031573" y="2063282"/>
                <a:chExt cx="273693" cy="620095"/>
              </a:xfrm>
            </p:grpSpPr>
            <p:sp>
              <p:nvSpPr>
                <p:cNvPr id="4830" name="Google Shape;4830;p73"/>
                <p:cNvSpPr/>
                <p:nvPr/>
              </p:nvSpPr>
              <p:spPr>
                <a:xfrm>
                  <a:off x="8031573" y="2481676"/>
                  <a:ext cx="246012" cy="201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44" h="14712" extrusionOk="0">
                      <a:moveTo>
                        <a:pt x="13714" y="1"/>
                      </a:moveTo>
                      <a:cubicBezTo>
                        <a:pt x="13485" y="1"/>
                        <a:pt x="13243" y="5"/>
                        <a:pt x="12987" y="13"/>
                      </a:cubicBezTo>
                      <a:cubicBezTo>
                        <a:pt x="11706" y="56"/>
                        <a:pt x="10294" y="76"/>
                        <a:pt x="8782" y="76"/>
                      </a:cubicBezTo>
                      <a:cubicBezTo>
                        <a:pt x="8568" y="76"/>
                        <a:pt x="8352" y="76"/>
                        <a:pt x="8134" y="75"/>
                      </a:cubicBezTo>
                      <a:lnTo>
                        <a:pt x="8118" y="75"/>
                      </a:lnTo>
                      <a:cubicBezTo>
                        <a:pt x="8116" y="75"/>
                        <a:pt x="8114" y="75"/>
                        <a:pt x="8112" y="75"/>
                      </a:cubicBezTo>
                      <a:cubicBezTo>
                        <a:pt x="6297" y="75"/>
                        <a:pt x="4825" y="1549"/>
                        <a:pt x="4828" y="3365"/>
                      </a:cubicBezTo>
                      <a:lnTo>
                        <a:pt x="4828" y="4847"/>
                      </a:lnTo>
                      <a:lnTo>
                        <a:pt x="6675" y="4847"/>
                      </a:lnTo>
                      <a:cubicBezTo>
                        <a:pt x="9163" y="4850"/>
                        <a:pt x="11182" y="6869"/>
                        <a:pt x="11185" y="9357"/>
                      </a:cubicBezTo>
                      <a:lnTo>
                        <a:pt x="11185" y="9535"/>
                      </a:lnTo>
                      <a:cubicBezTo>
                        <a:pt x="11185" y="9839"/>
                        <a:pt x="10936" y="10088"/>
                        <a:pt x="10632" y="10088"/>
                      </a:cubicBezTo>
                      <a:cubicBezTo>
                        <a:pt x="10328" y="10088"/>
                        <a:pt x="10079" y="9839"/>
                        <a:pt x="10079" y="9535"/>
                      </a:cubicBezTo>
                      <a:lnTo>
                        <a:pt x="10079" y="9357"/>
                      </a:lnTo>
                      <a:cubicBezTo>
                        <a:pt x="10079" y="7477"/>
                        <a:pt x="8555" y="5953"/>
                        <a:pt x="6675" y="5953"/>
                      </a:cubicBezTo>
                      <a:lnTo>
                        <a:pt x="1" y="5953"/>
                      </a:lnTo>
                      <a:lnTo>
                        <a:pt x="1" y="12851"/>
                      </a:lnTo>
                      <a:cubicBezTo>
                        <a:pt x="460" y="13288"/>
                        <a:pt x="2279" y="14711"/>
                        <a:pt x="6423" y="14711"/>
                      </a:cubicBezTo>
                      <a:cubicBezTo>
                        <a:pt x="11525" y="14711"/>
                        <a:pt x="14168" y="11628"/>
                        <a:pt x="14527" y="8571"/>
                      </a:cubicBezTo>
                      <a:cubicBezTo>
                        <a:pt x="14553" y="8351"/>
                        <a:pt x="14705" y="8169"/>
                        <a:pt x="14919" y="8105"/>
                      </a:cubicBezTo>
                      <a:cubicBezTo>
                        <a:pt x="15042" y="8069"/>
                        <a:pt x="17944" y="7154"/>
                        <a:pt x="17882" y="3957"/>
                      </a:cubicBezTo>
                      <a:cubicBezTo>
                        <a:pt x="17856" y="2779"/>
                        <a:pt x="17727" y="1961"/>
                        <a:pt x="17459" y="1392"/>
                      </a:cubicBezTo>
                      <a:cubicBezTo>
                        <a:pt x="17352" y="1201"/>
                        <a:pt x="17093" y="842"/>
                        <a:pt x="17028" y="780"/>
                      </a:cubicBezTo>
                      <a:cubicBezTo>
                        <a:pt x="16462" y="243"/>
                        <a:pt x="15452" y="1"/>
                        <a:pt x="13714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1" name="Google Shape;4831;p73"/>
                <p:cNvSpPr/>
                <p:nvPr/>
              </p:nvSpPr>
              <p:spPr>
                <a:xfrm>
                  <a:off x="8031573" y="2298026"/>
                  <a:ext cx="273693" cy="250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63" h="18243" extrusionOk="0">
                      <a:moveTo>
                        <a:pt x="16810" y="1"/>
                      </a:moveTo>
                      <a:cubicBezTo>
                        <a:pt x="16764" y="1"/>
                        <a:pt x="16738" y="2"/>
                        <a:pt x="16737" y="2"/>
                      </a:cubicBezTo>
                      <a:lnTo>
                        <a:pt x="12039" y="2"/>
                      </a:lnTo>
                      <a:cubicBezTo>
                        <a:pt x="9752" y="2"/>
                        <a:pt x="7902" y="1856"/>
                        <a:pt x="7898" y="4140"/>
                      </a:cubicBezTo>
                      <a:lnTo>
                        <a:pt x="7898" y="6748"/>
                      </a:lnTo>
                      <a:lnTo>
                        <a:pt x="8303" y="6748"/>
                      </a:lnTo>
                      <a:cubicBezTo>
                        <a:pt x="9966" y="6748"/>
                        <a:pt x="11315" y="8097"/>
                        <a:pt x="11315" y="9760"/>
                      </a:cubicBezTo>
                      <a:lnTo>
                        <a:pt x="11315" y="10333"/>
                      </a:lnTo>
                      <a:cubicBezTo>
                        <a:pt x="11315" y="10637"/>
                        <a:pt x="11069" y="10886"/>
                        <a:pt x="10761" y="10886"/>
                      </a:cubicBezTo>
                      <a:cubicBezTo>
                        <a:pt x="10457" y="10886"/>
                        <a:pt x="10211" y="10637"/>
                        <a:pt x="10211" y="10333"/>
                      </a:cubicBezTo>
                      <a:lnTo>
                        <a:pt x="10211" y="9760"/>
                      </a:lnTo>
                      <a:cubicBezTo>
                        <a:pt x="10208" y="8705"/>
                        <a:pt x="9357" y="7854"/>
                        <a:pt x="8303" y="7851"/>
                      </a:cubicBezTo>
                      <a:lnTo>
                        <a:pt x="6449" y="7851"/>
                      </a:lnTo>
                      <a:cubicBezTo>
                        <a:pt x="5362" y="7851"/>
                        <a:pt x="4482" y="8731"/>
                        <a:pt x="4482" y="9818"/>
                      </a:cubicBezTo>
                      <a:lnTo>
                        <a:pt x="4482" y="10624"/>
                      </a:lnTo>
                      <a:cubicBezTo>
                        <a:pt x="4482" y="10931"/>
                        <a:pt x="4233" y="11177"/>
                        <a:pt x="3929" y="11177"/>
                      </a:cubicBezTo>
                      <a:cubicBezTo>
                        <a:pt x="3624" y="11177"/>
                        <a:pt x="3375" y="10931"/>
                        <a:pt x="3375" y="10624"/>
                      </a:cubicBezTo>
                      <a:lnTo>
                        <a:pt x="3375" y="9818"/>
                      </a:lnTo>
                      <a:cubicBezTo>
                        <a:pt x="3375" y="8123"/>
                        <a:pt x="4750" y="6745"/>
                        <a:pt x="6449" y="6745"/>
                      </a:cubicBezTo>
                      <a:lnTo>
                        <a:pt x="6792" y="6745"/>
                      </a:lnTo>
                      <a:lnTo>
                        <a:pt x="6792" y="5230"/>
                      </a:lnTo>
                      <a:lnTo>
                        <a:pt x="1" y="5230"/>
                      </a:lnTo>
                      <a:lnTo>
                        <a:pt x="1" y="18243"/>
                      </a:lnTo>
                      <a:lnTo>
                        <a:pt x="3722" y="18243"/>
                      </a:lnTo>
                      <a:lnTo>
                        <a:pt x="3722" y="16761"/>
                      </a:lnTo>
                      <a:cubicBezTo>
                        <a:pt x="3722" y="14335"/>
                        <a:pt x="5689" y="12364"/>
                        <a:pt x="8118" y="12364"/>
                      </a:cubicBezTo>
                      <a:lnTo>
                        <a:pt x="8138" y="12364"/>
                      </a:lnTo>
                      <a:cubicBezTo>
                        <a:pt x="8355" y="12365"/>
                        <a:pt x="8571" y="12366"/>
                        <a:pt x="8785" y="12366"/>
                      </a:cubicBezTo>
                      <a:cubicBezTo>
                        <a:pt x="10281" y="12366"/>
                        <a:pt x="11680" y="12346"/>
                        <a:pt x="12949" y="12306"/>
                      </a:cubicBezTo>
                      <a:cubicBezTo>
                        <a:pt x="13215" y="12297"/>
                        <a:pt x="13470" y="12293"/>
                        <a:pt x="13712" y="12293"/>
                      </a:cubicBezTo>
                      <a:cubicBezTo>
                        <a:pt x="15786" y="12293"/>
                        <a:pt x="16995" y="12621"/>
                        <a:pt x="17789" y="13374"/>
                      </a:cubicBezTo>
                      <a:cubicBezTo>
                        <a:pt x="17866" y="13448"/>
                        <a:pt x="17941" y="13526"/>
                        <a:pt x="18009" y="13610"/>
                      </a:cubicBezTo>
                      <a:cubicBezTo>
                        <a:pt x="19963" y="12539"/>
                        <a:pt x="19927" y="9744"/>
                        <a:pt x="19927" y="9715"/>
                      </a:cubicBezTo>
                      <a:lnTo>
                        <a:pt x="19927" y="4156"/>
                      </a:lnTo>
                      <a:cubicBezTo>
                        <a:pt x="19927" y="2603"/>
                        <a:pt x="19545" y="1461"/>
                        <a:pt x="18795" y="763"/>
                      </a:cubicBezTo>
                      <a:cubicBezTo>
                        <a:pt x="18032" y="53"/>
                        <a:pt x="17079" y="1"/>
                        <a:pt x="16810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2" name="Google Shape;4832;p73"/>
                <p:cNvSpPr/>
                <p:nvPr/>
              </p:nvSpPr>
              <p:spPr>
                <a:xfrm>
                  <a:off x="8031573" y="2063282"/>
                  <a:ext cx="177311" cy="142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3" h="10396" extrusionOk="0">
                      <a:moveTo>
                        <a:pt x="3097" y="1"/>
                      </a:moveTo>
                      <a:cubicBezTo>
                        <a:pt x="134" y="1"/>
                        <a:pt x="4" y="3928"/>
                        <a:pt x="1" y="4087"/>
                      </a:cubicBezTo>
                      <a:lnTo>
                        <a:pt x="1" y="10396"/>
                      </a:lnTo>
                      <a:lnTo>
                        <a:pt x="3796" y="10396"/>
                      </a:lnTo>
                      <a:cubicBezTo>
                        <a:pt x="5061" y="10393"/>
                        <a:pt x="6087" y="9367"/>
                        <a:pt x="6087" y="8102"/>
                      </a:cubicBezTo>
                      <a:lnTo>
                        <a:pt x="6087" y="7568"/>
                      </a:lnTo>
                      <a:cubicBezTo>
                        <a:pt x="6083" y="6255"/>
                        <a:pt x="5022" y="5193"/>
                        <a:pt x="3712" y="5193"/>
                      </a:cubicBezTo>
                      <a:lnTo>
                        <a:pt x="2803" y="5193"/>
                      </a:lnTo>
                      <a:cubicBezTo>
                        <a:pt x="2499" y="5193"/>
                        <a:pt x="2249" y="4944"/>
                        <a:pt x="2249" y="4640"/>
                      </a:cubicBezTo>
                      <a:cubicBezTo>
                        <a:pt x="2249" y="4336"/>
                        <a:pt x="2499" y="4087"/>
                        <a:pt x="2803" y="4087"/>
                      </a:cubicBezTo>
                      <a:lnTo>
                        <a:pt x="3715" y="4087"/>
                      </a:lnTo>
                      <a:cubicBezTo>
                        <a:pt x="5507" y="4090"/>
                        <a:pt x="7009" y="5456"/>
                        <a:pt x="7180" y="7241"/>
                      </a:cubicBezTo>
                      <a:lnTo>
                        <a:pt x="12741" y="7241"/>
                      </a:lnTo>
                      <a:cubicBezTo>
                        <a:pt x="12868" y="7086"/>
                        <a:pt x="12932" y="6847"/>
                        <a:pt x="12777" y="6420"/>
                      </a:cubicBezTo>
                      <a:cubicBezTo>
                        <a:pt x="12389" y="5323"/>
                        <a:pt x="10755" y="3708"/>
                        <a:pt x="8616" y="2301"/>
                      </a:cubicBezTo>
                      <a:cubicBezTo>
                        <a:pt x="6494" y="903"/>
                        <a:pt x="4327" y="1"/>
                        <a:pt x="3097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3" name="Google Shape;4833;p73"/>
                <p:cNvSpPr/>
                <p:nvPr/>
              </p:nvSpPr>
              <p:spPr>
                <a:xfrm>
                  <a:off x="8031573" y="2177659"/>
                  <a:ext cx="221307" cy="176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2" h="12904" extrusionOk="0">
                      <a:moveTo>
                        <a:pt x="13080" y="0"/>
                      </a:moveTo>
                      <a:cubicBezTo>
                        <a:pt x="13032" y="0"/>
                        <a:pt x="13005" y="2"/>
                        <a:pt x="13004" y="2"/>
                      </a:cubicBezTo>
                      <a:cubicBezTo>
                        <a:pt x="12997" y="3"/>
                        <a:pt x="12991" y="4"/>
                        <a:pt x="12985" y="4"/>
                      </a:cubicBezTo>
                      <a:cubicBezTo>
                        <a:pt x="12978" y="4"/>
                        <a:pt x="12973" y="3"/>
                        <a:pt x="12968" y="2"/>
                      </a:cubicBezTo>
                      <a:lnTo>
                        <a:pt x="7183" y="2"/>
                      </a:lnTo>
                      <a:cubicBezTo>
                        <a:pt x="7054" y="1778"/>
                        <a:pt x="5579" y="3156"/>
                        <a:pt x="3796" y="3156"/>
                      </a:cubicBezTo>
                      <a:lnTo>
                        <a:pt x="1" y="3156"/>
                      </a:lnTo>
                      <a:lnTo>
                        <a:pt x="1" y="12904"/>
                      </a:lnTo>
                      <a:lnTo>
                        <a:pt x="6792" y="12904"/>
                      </a:lnTo>
                      <a:cubicBezTo>
                        <a:pt x="6802" y="10018"/>
                        <a:pt x="9150" y="7676"/>
                        <a:pt x="12036" y="7676"/>
                      </a:cubicBezTo>
                      <a:lnTo>
                        <a:pt x="16142" y="7676"/>
                      </a:lnTo>
                      <a:lnTo>
                        <a:pt x="16142" y="3137"/>
                      </a:lnTo>
                      <a:cubicBezTo>
                        <a:pt x="16142" y="2108"/>
                        <a:pt x="15857" y="1318"/>
                        <a:pt x="15297" y="788"/>
                      </a:cubicBezTo>
                      <a:cubicBezTo>
                        <a:pt x="14516" y="51"/>
                        <a:pt x="13383" y="0"/>
                        <a:pt x="13080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34" name="Google Shape;4834;p73"/>
              <p:cNvGrpSpPr/>
              <p:nvPr/>
            </p:nvGrpSpPr>
            <p:grpSpPr>
              <a:xfrm flipH="1">
                <a:off x="7734309" y="2063282"/>
                <a:ext cx="273693" cy="620095"/>
                <a:chOff x="8031573" y="2063282"/>
                <a:chExt cx="273693" cy="620095"/>
              </a:xfrm>
            </p:grpSpPr>
            <p:sp>
              <p:nvSpPr>
                <p:cNvPr id="4835" name="Google Shape;4835;p73"/>
                <p:cNvSpPr/>
                <p:nvPr/>
              </p:nvSpPr>
              <p:spPr>
                <a:xfrm>
                  <a:off x="8031573" y="2481676"/>
                  <a:ext cx="246012" cy="201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44" h="14712" extrusionOk="0">
                      <a:moveTo>
                        <a:pt x="13714" y="1"/>
                      </a:moveTo>
                      <a:cubicBezTo>
                        <a:pt x="13485" y="1"/>
                        <a:pt x="13243" y="5"/>
                        <a:pt x="12987" y="13"/>
                      </a:cubicBezTo>
                      <a:cubicBezTo>
                        <a:pt x="11706" y="56"/>
                        <a:pt x="10294" y="76"/>
                        <a:pt x="8782" y="76"/>
                      </a:cubicBezTo>
                      <a:cubicBezTo>
                        <a:pt x="8568" y="76"/>
                        <a:pt x="8352" y="76"/>
                        <a:pt x="8134" y="75"/>
                      </a:cubicBezTo>
                      <a:lnTo>
                        <a:pt x="8118" y="75"/>
                      </a:lnTo>
                      <a:cubicBezTo>
                        <a:pt x="8116" y="75"/>
                        <a:pt x="8114" y="75"/>
                        <a:pt x="8112" y="75"/>
                      </a:cubicBezTo>
                      <a:cubicBezTo>
                        <a:pt x="6297" y="75"/>
                        <a:pt x="4825" y="1549"/>
                        <a:pt x="4828" y="3365"/>
                      </a:cubicBezTo>
                      <a:lnTo>
                        <a:pt x="4828" y="4847"/>
                      </a:lnTo>
                      <a:lnTo>
                        <a:pt x="6675" y="4847"/>
                      </a:lnTo>
                      <a:cubicBezTo>
                        <a:pt x="9163" y="4850"/>
                        <a:pt x="11182" y="6869"/>
                        <a:pt x="11185" y="9357"/>
                      </a:cubicBezTo>
                      <a:lnTo>
                        <a:pt x="11185" y="9535"/>
                      </a:lnTo>
                      <a:cubicBezTo>
                        <a:pt x="11185" y="9839"/>
                        <a:pt x="10936" y="10088"/>
                        <a:pt x="10632" y="10088"/>
                      </a:cubicBezTo>
                      <a:cubicBezTo>
                        <a:pt x="10328" y="10088"/>
                        <a:pt x="10079" y="9839"/>
                        <a:pt x="10079" y="9535"/>
                      </a:cubicBezTo>
                      <a:lnTo>
                        <a:pt x="10079" y="9357"/>
                      </a:lnTo>
                      <a:cubicBezTo>
                        <a:pt x="10079" y="7477"/>
                        <a:pt x="8555" y="5953"/>
                        <a:pt x="6675" y="5953"/>
                      </a:cubicBezTo>
                      <a:lnTo>
                        <a:pt x="1" y="5953"/>
                      </a:lnTo>
                      <a:lnTo>
                        <a:pt x="1" y="12851"/>
                      </a:lnTo>
                      <a:cubicBezTo>
                        <a:pt x="460" y="13288"/>
                        <a:pt x="2279" y="14711"/>
                        <a:pt x="6423" y="14711"/>
                      </a:cubicBezTo>
                      <a:cubicBezTo>
                        <a:pt x="11525" y="14711"/>
                        <a:pt x="14168" y="11628"/>
                        <a:pt x="14527" y="8571"/>
                      </a:cubicBezTo>
                      <a:cubicBezTo>
                        <a:pt x="14553" y="8351"/>
                        <a:pt x="14705" y="8169"/>
                        <a:pt x="14919" y="8105"/>
                      </a:cubicBezTo>
                      <a:cubicBezTo>
                        <a:pt x="15042" y="8069"/>
                        <a:pt x="17944" y="7154"/>
                        <a:pt x="17882" y="3957"/>
                      </a:cubicBezTo>
                      <a:cubicBezTo>
                        <a:pt x="17856" y="2779"/>
                        <a:pt x="17727" y="1961"/>
                        <a:pt x="17459" y="1392"/>
                      </a:cubicBezTo>
                      <a:cubicBezTo>
                        <a:pt x="17352" y="1201"/>
                        <a:pt x="17093" y="842"/>
                        <a:pt x="17028" y="780"/>
                      </a:cubicBezTo>
                      <a:cubicBezTo>
                        <a:pt x="16462" y="243"/>
                        <a:pt x="15452" y="1"/>
                        <a:pt x="13714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6" name="Google Shape;4836;p73"/>
                <p:cNvSpPr/>
                <p:nvPr/>
              </p:nvSpPr>
              <p:spPr>
                <a:xfrm>
                  <a:off x="8031573" y="2298026"/>
                  <a:ext cx="273693" cy="250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63" h="18243" extrusionOk="0">
                      <a:moveTo>
                        <a:pt x="16810" y="1"/>
                      </a:moveTo>
                      <a:cubicBezTo>
                        <a:pt x="16764" y="1"/>
                        <a:pt x="16738" y="2"/>
                        <a:pt x="16737" y="2"/>
                      </a:cubicBezTo>
                      <a:lnTo>
                        <a:pt x="12039" y="2"/>
                      </a:lnTo>
                      <a:cubicBezTo>
                        <a:pt x="9752" y="2"/>
                        <a:pt x="7902" y="1856"/>
                        <a:pt x="7898" y="4140"/>
                      </a:cubicBezTo>
                      <a:lnTo>
                        <a:pt x="7898" y="6748"/>
                      </a:lnTo>
                      <a:lnTo>
                        <a:pt x="8303" y="6748"/>
                      </a:lnTo>
                      <a:cubicBezTo>
                        <a:pt x="9966" y="6748"/>
                        <a:pt x="11315" y="8097"/>
                        <a:pt x="11315" y="9760"/>
                      </a:cubicBezTo>
                      <a:lnTo>
                        <a:pt x="11315" y="10333"/>
                      </a:lnTo>
                      <a:cubicBezTo>
                        <a:pt x="11315" y="10637"/>
                        <a:pt x="11069" y="10886"/>
                        <a:pt x="10761" y="10886"/>
                      </a:cubicBezTo>
                      <a:cubicBezTo>
                        <a:pt x="10457" y="10886"/>
                        <a:pt x="10211" y="10637"/>
                        <a:pt x="10211" y="10333"/>
                      </a:cubicBezTo>
                      <a:lnTo>
                        <a:pt x="10211" y="9760"/>
                      </a:lnTo>
                      <a:cubicBezTo>
                        <a:pt x="10208" y="8705"/>
                        <a:pt x="9357" y="7854"/>
                        <a:pt x="8303" y="7851"/>
                      </a:cubicBezTo>
                      <a:lnTo>
                        <a:pt x="6449" y="7851"/>
                      </a:lnTo>
                      <a:cubicBezTo>
                        <a:pt x="5362" y="7851"/>
                        <a:pt x="4482" y="8731"/>
                        <a:pt x="4482" y="9818"/>
                      </a:cubicBezTo>
                      <a:lnTo>
                        <a:pt x="4482" y="10624"/>
                      </a:lnTo>
                      <a:cubicBezTo>
                        <a:pt x="4482" y="10931"/>
                        <a:pt x="4233" y="11177"/>
                        <a:pt x="3929" y="11177"/>
                      </a:cubicBezTo>
                      <a:cubicBezTo>
                        <a:pt x="3624" y="11177"/>
                        <a:pt x="3375" y="10931"/>
                        <a:pt x="3375" y="10624"/>
                      </a:cubicBezTo>
                      <a:lnTo>
                        <a:pt x="3375" y="9818"/>
                      </a:lnTo>
                      <a:cubicBezTo>
                        <a:pt x="3375" y="8123"/>
                        <a:pt x="4750" y="6745"/>
                        <a:pt x="6449" y="6745"/>
                      </a:cubicBezTo>
                      <a:lnTo>
                        <a:pt x="6792" y="6745"/>
                      </a:lnTo>
                      <a:lnTo>
                        <a:pt x="6792" y="5230"/>
                      </a:lnTo>
                      <a:lnTo>
                        <a:pt x="1" y="5230"/>
                      </a:lnTo>
                      <a:lnTo>
                        <a:pt x="1" y="18243"/>
                      </a:lnTo>
                      <a:lnTo>
                        <a:pt x="3722" y="18243"/>
                      </a:lnTo>
                      <a:lnTo>
                        <a:pt x="3722" y="16761"/>
                      </a:lnTo>
                      <a:cubicBezTo>
                        <a:pt x="3722" y="14335"/>
                        <a:pt x="5689" y="12364"/>
                        <a:pt x="8118" y="12364"/>
                      </a:cubicBezTo>
                      <a:lnTo>
                        <a:pt x="8138" y="12364"/>
                      </a:lnTo>
                      <a:cubicBezTo>
                        <a:pt x="8355" y="12365"/>
                        <a:pt x="8571" y="12366"/>
                        <a:pt x="8785" y="12366"/>
                      </a:cubicBezTo>
                      <a:cubicBezTo>
                        <a:pt x="10281" y="12366"/>
                        <a:pt x="11680" y="12346"/>
                        <a:pt x="12949" y="12306"/>
                      </a:cubicBezTo>
                      <a:cubicBezTo>
                        <a:pt x="13215" y="12297"/>
                        <a:pt x="13470" y="12293"/>
                        <a:pt x="13712" y="12293"/>
                      </a:cubicBezTo>
                      <a:cubicBezTo>
                        <a:pt x="15786" y="12293"/>
                        <a:pt x="16995" y="12621"/>
                        <a:pt x="17789" y="13374"/>
                      </a:cubicBezTo>
                      <a:cubicBezTo>
                        <a:pt x="17866" y="13448"/>
                        <a:pt x="17941" y="13526"/>
                        <a:pt x="18009" y="13610"/>
                      </a:cubicBezTo>
                      <a:cubicBezTo>
                        <a:pt x="19963" y="12539"/>
                        <a:pt x="19927" y="9744"/>
                        <a:pt x="19927" y="9715"/>
                      </a:cubicBezTo>
                      <a:lnTo>
                        <a:pt x="19927" y="4156"/>
                      </a:lnTo>
                      <a:cubicBezTo>
                        <a:pt x="19927" y="2603"/>
                        <a:pt x="19545" y="1461"/>
                        <a:pt x="18795" y="763"/>
                      </a:cubicBezTo>
                      <a:cubicBezTo>
                        <a:pt x="18032" y="53"/>
                        <a:pt x="17079" y="1"/>
                        <a:pt x="16810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7" name="Google Shape;4837;p73"/>
                <p:cNvSpPr/>
                <p:nvPr/>
              </p:nvSpPr>
              <p:spPr>
                <a:xfrm>
                  <a:off x="8031573" y="2063282"/>
                  <a:ext cx="177311" cy="142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3" h="10396" extrusionOk="0">
                      <a:moveTo>
                        <a:pt x="3097" y="1"/>
                      </a:moveTo>
                      <a:cubicBezTo>
                        <a:pt x="134" y="1"/>
                        <a:pt x="4" y="3928"/>
                        <a:pt x="1" y="4087"/>
                      </a:cubicBezTo>
                      <a:lnTo>
                        <a:pt x="1" y="10396"/>
                      </a:lnTo>
                      <a:lnTo>
                        <a:pt x="3796" y="10396"/>
                      </a:lnTo>
                      <a:cubicBezTo>
                        <a:pt x="5061" y="10393"/>
                        <a:pt x="6087" y="9367"/>
                        <a:pt x="6087" y="8102"/>
                      </a:cubicBezTo>
                      <a:lnTo>
                        <a:pt x="6087" y="7568"/>
                      </a:lnTo>
                      <a:cubicBezTo>
                        <a:pt x="6083" y="6255"/>
                        <a:pt x="5022" y="5193"/>
                        <a:pt x="3712" y="5193"/>
                      </a:cubicBezTo>
                      <a:lnTo>
                        <a:pt x="2803" y="5193"/>
                      </a:lnTo>
                      <a:cubicBezTo>
                        <a:pt x="2499" y="5193"/>
                        <a:pt x="2249" y="4944"/>
                        <a:pt x="2249" y="4640"/>
                      </a:cubicBezTo>
                      <a:cubicBezTo>
                        <a:pt x="2249" y="4336"/>
                        <a:pt x="2499" y="4087"/>
                        <a:pt x="2803" y="4087"/>
                      </a:cubicBezTo>
                      <a:lnTo>
                        <a:pt x="3715" y="4087"/>
                      </a:lnTo>
                      <a:cubicBezTo>
                        <a:pt x="5507" y="4090"/>
                        <a:pt x="7009" y="5456"/>
                        <a:pt x="7180" y="7241"/>
                      </a:cubicBezTo>
                      <a:lnTo>
                        <a:pt x="12741" y="7241"/>
                      </a:lnTo>
                      <a:cubicBezTo>
                        <a:pt x="12868" y="7086"/>
                        <a:pt x="12932" y="6847"/>
                        <a:pt x="12777" y="6420"/>
                      </a:cubicBezTo>
                      <a:cubicBezTo>
                        <a:pt x="12389" y="5323"/>
                        <a:pt x="10755" y="3708"/>
                        <a:pt x="8616" y="2301"/>
                      </a:cubicBezTo>
                      <a:cubicBezTo>
                        <a:pt x="6494" y="903"/>
                        <a:pt x="4327" y="1"/>
                        <a:pt x="3097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8" name="Google Shape;4838;p73"/>
                <p:cNvSpPr/>
                <p:nvPr/>
              </p:nvSpPr>
              <p:spPr>
                <a:xfrm>
                  <a:off x="8031573" y="2177659"/>
                  <a:ext cx="221307" cy="176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2" h="12904" extrusionOk="0">
                      <a:moveTo>
                        <a:pt x="13080" y="0"/>
                      </a:moveTo>
                      <a:cubicBezTo>
                        <a:pt x="13032" y="0"/>
                        <a:pt x="13005" y="2"/>
                        <a:pt x="13004" y="2"/>
                      </a:cubicBezTo>
                      <a:cubicBezTo>
                        <a:pt x="12997" y="3"/>
                        <a:pt x="12991" y="4"/>
                        <a:pt x="12985" y="4"/>
                      </a:cubicBezTo>
                      <a:cubicBezTo>
                        <a:pt x="12978" y="4"/>
                        <a:pt x="12973" y="3"/>
                        <a:pt x="12968" y="2"/>
                      </a:cubicBezTo>
                      <a:lnTo>
                        <a:pt x="7183" y="2"/>
                      </a:lnTo>
                      <a:cubicBezTo>
                        <a:pt x="7054" y="1778"/>
                        <a:pt x="5579" y="3156"/>
                        <a:pt x="3796" y="3156"/>
                      </a:cubicBezTo>
                      <a:lnTo>
                        <a:pt x="1" y="3156"/>
                      </a:lnTo>
                      <a:lnTo>
                        <a:pt x="1" y="12904"/>
                      </a:lnTo>
                      <a:lnTo>
                        <a:pt x="6792" y="12904"/>
                      </a:lnTo>
                      <a:cubicBezTo>
                        <a:pt x="6802" y="10018"/>
                        <a:pt x="9150" y="7676"/>
                        <a:pt x="12036" y="7676"/>
                      </a:cubicBezTo>
                      <a:lnTo>
                        <a:pt x="16142" y="7676"/>
                      </a:lnTo>
                      <a:lnTo>
                        <a:pt x="16142" y="3137"/>
                      </a:lnTo>
                      <a:cubicBezTo>
                        <a:pt x="16142" y="2108"/>
                        <a:pt x="15857" y="1318"/>
                        <a:pt x="15297" y="788"/>
                      </a:cubicBezTo>
                      <a:cubicBezTo>
                        <a:pt x="14516" y="51"/>
                        <a:pt x="13383" y="0"/>
                        <a:pt x="13080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839" name="Google Shape;4839;p73"/>
          <p:cNvSpPr/>
          <p:nvPr/>
        </p:nvSpPr>
        <p:spPr>
          <a:xfrm>
            <a:off x="9460164" y="4740430"/>
            <a:ext cx="744989" cy="822503"/>
          </a:xfrm>
          <a:custGeom>
            <a:avLst/>
            <a:gdLst/>
            <a:ahLst/>
            <a:cxnLst/>
            <a:rect l="l" t="t" r="r" b="b"/>
            <a:pathLst>
              <a:path w="4733" h="5225" extrusionOk="0">
                <a:moveTo>
                  <a:pt x="346" y="0"/>
                </a:moveTo>
                <a:cubicBezTo>
                  <a:pt x="148" y="0"/>
                  <a:pt x="1" y="148"/>
                  <a:pt x="1" y="333"/>
                </a:cubicBezTo>
                <a:lnTo>
                  <a:pt x="1" y="4423"/>
                </a:lnTo>
                <a:cubicBezTo>
                  <a:pt x="1" y="4608"/>
                  <a:pt x="148" y="4756"/>
                  <a:pt x="346" y="4756"/>
                </a:cubicBezTo>
                <a:lnTo>
                  <a:pt x="2046" y="4756"/>
                </a:lnTo>
                <a:lnTo>
                  <a:pt x="2366" y="5224"/>
                </a:lnTo>
                <a:lnTo>
                  <a:pt x="2674" y="4756"/>
                </a:lnTo>
                <a:lnTo>
                  <a:pt x="4387" y="4756"/>
                </a:lnTo>
                <a:cubicBezTo>
                  <a:pt x="4394" y="4757"/>
                  <a:pt x="4400" y="4757"/>
                  <a:pt x="4407" y="4757"/>
                </a:cubicBezTo>
                <a:cubicBezTo>
                  <a:pt x="4583" y="4757"/>
                  <a:pt x="4732" y="4602"/>
                  <a:pt x="4732" y="4423"/>
                </a:cubicBezTo>
                <a:lnTo>
                  <a:pt x="4732" y="333"/>
                </a:lnTo>
                <a:cubicBezTo>
                  <a:pt x="4732" y="148"/>
                  <a:pt x="4572" y="0"/>
                  <a:pt x="4387" y="0"/>
                </a:cubicBezTo>
                <a:close/>
              </a:path>
            </a:pathLst>
          </a:custGeom>
          <a:solidFill>
            <a:srgbClr val="A5B7C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40" name="Google Shape;4840;p73"/>
          <p:cNvSpPr/>
          <p:nvPr/>
        </p:nvSpPr>
        <p:spPr>
          <a:xfrm rot="10800000">
            <a:off x="8775074" y="4736982"/>
            <a:ext cx="541481" cy="825949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lang="en-GB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4841" name="Google Shape;4841;p73"/>
          <p:cNvGrpSpPr/>
          <p:nvPr/>
        </p:nvGrpSpPr>
        <p:grpSpPr>
          <a:xfrm>
            <a:off x="10428634" y="3622287"/>
            <a:ext cx="803423" cy="802512"/>
            <a:chOff x="1186975" y="238125"/>
            <a:chExt cx="5244275" cy="5238325"/>
          </a:xfrm>
        </p:grpSpPr>
        <p:sp>
          <p:nvSpPr>
            <p:cNvPr id="4842" name="Google Shape;4842;p73"/>
            <p:cNvSpPr/>
            <p:nvPr/>
          </p:nvSpPr>
          <p:spPr>
            <a:xfrm>
              <a:off x="1188450" y="238125"/>
              <a:ext cx="3198750" cy="2628625"/>
            </a:xfrm>
            <a:custGeom>
              <a:avLst/>
              <a:gdLst/>
              <a:ahLst/>
              <a:cxnLst/>
              <a:rect l="l" t="t" r="r" b="b"/>
              <a:pathLst>
                <a:path w="127950" h="105145" extrusionOk="0">
                  <a:moveTo>
                    <a:pt x="18697" y="0"/>
                  </a:moveTo>
                  <a:cubicBezTo>
                    <a:pt x="8371" y="0"/>
                    <a:pt x="1" y="8371"/>
                    <a:pt x="1" y="18697"/>
                  </a:cubicBezTo>
                  <a:lnTo>
                    <a:pt x="1" y="105145"/>
                  </a:lnTo>
                  <a:lnTo>
                    <a:pt x="36857" y="105145"/>
                  </a:lnTo>
                  <a:cubicBezTo>
                    <a:pt x="35719" y="102283"/>
                    <a:pt x="35385" y="99165"/>
                    <a:pt x="35897" y="96130"/>
                  </a:cubicBezTo>
                  <a:cubicBezTo>
                    <a:pt x="37137" y="88648"/>
                    <a:pt x="43398" y="82793"/>
                    <a:pt x="50957" y="82096"/>
                  </a:cubicBezTo>
                  <a:cubicBezTo>
                    <a:pt x="51501" y="82045"/>
                    <a:pt x="52041" y="82020"/>
                    <a:pt x="52575" y="82020"/>
                  </a:cubicBezTo>
                  <a:cubicBezTo>
                    <a:pt x="61906" y="82020"/>
                    <a:pt x="69475" y="89593"/>
                    <a:pt x="69475" y="98926"/>
                  </a:cubicBezTo>
                  <a:cubicBezTo>
                    <a:pt x="69475" y="101055"/>
                    <a:pt x="69070" y="103165"/>
                    <a:pt x="68283" y="105145"/>
                  </a:cubicBezTo>
                  <a:lnTo>
                    <a:pt x="105145" y="105145"/>
                  </a:lnTo>
                  <a:lnTo>
                    <a:pt x="105145" y="68419"/>
                  </a:lnTo>
                  <a:cubicBezTo>
                    <a:pt x="106958" y="69088"/>
                    <a:pt x="108908" y="69476"/>
                    <a:pt x="110955" y="69476"/>
                  </a:cubicBezTo>
                  <a:cubicBezTo>
                    <a:pt x="111990" y="69476"/>
                    <a:pt x="113050" y="69377"/>
                    <a:pt x="114130" y="69164"/>
                  </a:cubicBezTo>
                  <a:cubicBezTo>
                    <a:pt x="121952" y="67632"/>
                    <a:pt x="127801" y="60687"/>
                    <a:pt x="127866" y="52715"/>
                  </a:cubicBezTo>
                  <a:cubicBezTo>
                    <a:pt x="127950" y="43313"/>
                    <a:pt x="120348" y="35664"/>
                    <a:pt x="110964" y="35664"/>
                  </a:cubicBezTo>
                  <a:cubicBezTo>
                    <a:pt x="108979" y="35670"/>
                    <a:pt x="107005" y="36028"/>
                    <a:pt x="105145" y="36720"/>
                  </a:cubicBezTo>
                  <a:lnTo>
                    <a:pt x="105145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43" name="Google Shape;4843;p73"/>
            <p:cNvSpPr/>
            <p:nvPr/>
          </p:nvSpPr>
          <p:spPr>
            <a:xfrm>
              <a:off x="1186975" y="2279750"/>
              <a:ext cx="2628625" cy="3196700"/>
            </a:xfrm>
            <a:custGeom>
              <a:avLst/>
              <a:gdLst/>
              <a:ahLst/>
              <a:cxnLst/>
              <a:rect l="l" t="t" r="r" b="b"/>
              <a:pathLst>
                <a:path w="105145" h="127868" extrusionOk="0">
                  <a:moveTo>
                    <a:pt x="52573" y="1"/>
                  </a:moveTo>
                  <a:cubicBezTo>
                    <a:pt x="43236" y="1"/>
                    <a:pt x="35664" y="7567"/>
                    <a:pt x="35664" y="16910"/>
                  </a:cubicBezTo>
                  <a:cubicBezTo>
                    <a:pt x="35670" y="18895"/>
                    <a:pt x="36028" y="20862"/>
                    <a:pt x="36720" y="22722"/>
                  </a:cubicBezTo>
                  <a:lnTo>
                    <a:pt x="0" y="22722"/>
                  </a:lnTo>
                  <a:lnTo>
                    <a:pt x="0" y="110011"/>
                  </a:lnTo>
                  <a:cubicBezTo>
                    <a:pt x="0" y="119872"/>
                    <a:pt x="7995" y="127867"/>
                    <a:pt x="17862" y="127867"/>
                  </a:cubicBezTo>
                  <a:lnTo>
                    <a:pt x="105145" y="127867"/>
                  </a:lnTo>
                  <a:lnTo>
                    <a:pt x="105145" y="91010"/>
                  </a:lnTo>
                  <a:cubicBezTo>
                    <a:pt x="103158" y="91801"/>
                    <a:pt x="101044" y="92206"/>
                    <a:pt x="98916" y="92206"/>
                  </a:cubicBezTo>
                  <a:cubicBezTo>
                    <a:pt x="98350" y="92206"/>
                    <a:pt x="97782" y="92177"/>
                    <a:pt x="97215" y="92119"/>
                  </a:cubicBezTo>
                  <a:cubicBezTo>
                    <a:pt x="88869" y="91267"/>
                    <a:pt x="82269" y="84184"/>
                    <a:pt x="82024" y="75802"/>
                  </a:cubicBezTo>
                  <a:cubicBezTo>
                    <a:pt x="81744" y="66233"/>
                    <a:pt x="89417" y="58393"/>
                    <a:pt x="98920" y="58393"/>
                  </a:cubicBezTo>
                  <a:cubicBezTo>
                    <a:pt x="101055" y="58393"/>
                    <a:pt x="103159" y="58792"/>
                    <a:pt x="105139" y="59585"/>
                  </a:cubicBezTo>
                  <a:lnTo>
                    <a:pt x="105139" y="22728"/>
                  </a:lnTo>
                  <a:lnTo>
                    <a:pt x="68419" y="22728"/>
                  </a:lnTo>
                  <a:cubicBezTo>
                    <a:pt x="69427" y="19992"/>
                    <a:pt x="69796" y="16951"/>
                    <a:pt x="69164" y="13738"/>
                  </a:cubicBezTo>
                  <a:cubicBezTo>
                    <a:pt x="67632" y="5922"/>
                    <a:pt x="60686" y="73"/>
                    <a:pt x="52715" y="2"/>
                  </a:cubicBezTo>
                  <a:cubicBezTo>
                    <a:pt x="52668" y="1"/>
                    <a:pt x="52620" y="1"/>
                    <a:pt x="5257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44" name="Google Shape;4844;p73"/>
            <p:cNvSpPr/>
            <p:nvPr/>
          </p:nvSpPr>
          <p:spPr>
            <a:xfrm>
              <a:off x="3802600" y="239450"/>
              <a:ext cx="2628650" cy="3196825"/>
            </a:xfrm>
            <a:custGeom>
              <a:avLst/>
              <a:gdLst/>
              <a:ahLst/>
              <a:cxnLst/>
              <a:rect l="l" t="t" r="r" b="b"/>
              <a:pathLst>
                <a:path w="105146" h="127873" extrusionOk="0">
                  <a:moveTo>
                    <a:pt x="1" y="1"/>
                  </a:moveTo>
                  <a:lnTo>
                    <a:pt x="1" y="36857"/>
                  </a:lnTo>
                  <a:cubicBezTo>
                    <a:pt x="1988" y="36066"/>
                    <a:pt x="4101" y="35662"/>
                    <a:pt x="6229" y="35662"/>
                  </a:cubicBezTo>
                  <a:cubicBezTo>
                    <a:pt x="6796" y="35662"/>
                    <a:pt x="7364" y="35691"/>
                    <a:pt x="7930" y="35748"/>
                  </a:cubicBezTo>
                  <a:cubicBezTo>
                    <a:pt x="16277" y="36595"/>
                    <a:pt x="22877" y="43684"/>
                    <a:pt x="23121" y="52066"/>
                  </a:cubicBezTo>
                  <a:cubicBezTo>
                    <a:pt x="23396" y="61635"/>
                    <a:pt x="15722" y="69481"/>
                    <a:pt x="6219" y="69481"/>
                  </a:cubicBezTo>
                  <a:cubicBezTo>
                    <a:pt x="4091" y="69475"/>
                    <a:pt x="1980" y="69076"/>
                    <a:pt x="1" y="68289"/>
                  </a:cubicBezTo>
                  <a:lnTo>
                    <a:pt x="1" y="105145"/>
                  </a:lnTo>
                  <a:lnTo>
                    <a:pt x="36720" y="105145"/>
                  </a:lnTo>
                  <a:cubicBezTo>
                    <a:pt x="35719" y="107882"/>
                    <a:pt x="35343" y="110916"/>
                    <a:pt x="35975" y="114130"/>
                  </a:cubicBezTo>
                  <a:cubicBezTo>
                    <a:pt x="37513" y="121952"/>
                    <a:pt x="44459" y="127801"/>
                    <a:pt x="52424" y="127872"/>
                  </a:cubicBezTo>
                  <a:cubicBezTo>
                    <a:pt x="52472" y="127873"/>
                    <a:pt x="52519" y="127873"/>
                    <a:pt x="52567" y="127873"/>
                  </a:cubicBezTo>
                  <a:cubicBezTo>
                    <a:pt x="61909" y="127873"/>
                    <a:pt x="69481" y="120301"/>
                    <a:pt x="69481" y="110964"/>
                  </a:cubicBezTo>
                  <a:cubicBezTo>
                    <a:pt x="69475" y="108979"/>
                    <a:pt x="69118" y="107005"/>
                    <a:pt x="68426" y="105145"/>
                  </a:cubicBezTo>
                  <a:lnTo>
                    <a:pt x="105145" y="105145"/>
                  </a:lnTo>
                  <a:lnTo>
                    <a:pt x="105145" y="16354"/>
                  </a:lnTo>
                  <a:cubicBezTo>
                    <a:pt x="105140" y="7328"/>
                    <a:pt x="97818" y="1"/>
                    <a:pt x="8878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45" name="Google Shape;4845;p73"/>
            <p:cNvSpPr/>
            <p:nvPr/>
          </p:nvSpPr>
          <p:spPr>
            <a:xfrm>
              <a:off x="3232500" y="2847950"/>
              <a:ext cx="3198600" cy="2628500"/>
            </a:xfrm>
            <a:custGeom>
              <a:avLst/>
              <a:gdLst/>
              <a:ahLst/>
              <a:cxnLst/>
              <a:rect l="l" t="t" r="r" b="b"/>
              <a:pathLst>
                <a:path w="127944" h="105140" extrusionOk="0">
                  <a:moveTo>
                    <a:pt x="22805" y="0"/>
                  </a:moveTo>
                  <a:lnTo>
                    <a:pt x="22805" y="36720"/>
                  </a:lnTo>
                  <a:cubicBezTo>
                    <a:pt x="20992" y="36051"/>
                    <a:pt x="19042" y="35663"/>
                    <a:pt x="16995" y="35663"/>
                  </a:cubicBezTo>
                  <a:cubicBezTo>
                    <a:pt x="15960" y="35663"/>
                    <a:pt x="14900" y="35762"/>
                    <a:pt x="13820" y="35975"/>
                  </a:cubicBezTo>
                  <a:cubicBezTo>
                    <a:pt x="5998" y="37513"/>
                    <a:pt x="150" y="44453"/>
                    <a:pt x="78" y="52424"/>
                  </a:cubicBezTo>
                  <a:cubicBezTo>
                    <a:pt x="1" y="61826"/>
                    <a:pt x="7602" y="69481"/>
                    <a:pt x="16986" y="69481"/>
                  </a:cubicBezTo>
                  <a:cubicBezTo>
                    <a:pt x="18971" y="69475"/>
                    <a:pt x="20945" y="69117"/>
                    <a:pt x="22805" y="68420"/>
                  </a:cubicBezTo>
                  <a:lnTo>
                    <a:pt x="22805" y="105139"/>
                  </a:lnTo>
                  <a:lnTo>
                    <a:pt x="108943" y="105139"/>
                  </a:lnTo>
                  <a:cubicBezTo>
                    <a:pt x="119436" y="105139"/>
                    <a:pt x="127944" y="96631"/>
                    <a:pt x="127944" y="86138"/>
                  </a:cubicBezTo>
                  <a:lnTo>
                    <a:pt x="127944" y="0"/>
                  </a:lnTo>
                  <a:lnTo>
                    <a:pt x="91087" y="0"/>
                  </a:lnTo>
                  <a:cubicBezTo>
                    <a:pt x="92088" y="2510"/>
                    <a:pt x="92470" y="5235"/>
                    <a:pt x="92196" y="7924"/>
                  </a:cubicBezTo>
                  <a:cubicBezTo>
                    <a:pt x="91343" y="16271"/>
                    <a:pt x="84260" y="22870"/>
                    <a:pt x="75878" y="23115"/>
                  </a:cubicBezTo>
                  <a:cubicBezTo>
                    <a:pt x="75708" y="23120"/>
                    <a:pt x="75539" y="23122"/>
                    <a:pt x="75370" y="23122"/>
                  </a:cubicBezTo>
                  <a:cubicBezTo>
                    <a:pt x="66033" y="23122"/>
                    <a:pt x="58469" y="15553"/>
                    <a:pt x="58469" y="6219"/>
                  </a:cubicBezTo>
                  <a:cubicBezTo>
                    <a:pt x="58469" y="4084"/>
                    <a:pt x="58869" y="1980"/>
                    <a:pt x="5966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846" name="Google Shape;4846;p73"/>
          <p:cNvGrpSpPr/>
          <p:nvPr/>
        </p:nvGrpSpPr>
        <p:grpSpPr>
          <a:xfrm>
            <a:off x="4352284" y="2474932"/>
            <a:ext cx="869131" cy="916451"/>
            <a:chOff x="3400515" y="2056248"/>
            <a:chExt cx="698134" cy="735987"/>
          </a:xfrm>
        </p:grpSpPr>
        <p:grpSp>
          <p:nvGrpSpPr>
            <p:cNvPr id="4847" name="Google Shape;4847;p73"/>
            <p:cNvGrpSpPr/>
            <p:nvPr/>
          </p:nvGrpSpPr>
          <p:grpSpPr>
            <a:xfrm>
              <a:off x="3400515" y="2283913"/>
              <a:ext cx="312919" cy="219900"/>
              <a:chOff x="3400515" y="2283913"/>
              <a:chExt cx="312919" cy="219900"/>
            </a:xfrm>
          </p:grpSpPr>
          <p:sp>
            <p:nvSpPr>
              <p:cNvPr id="4848" name="Google Shape;4848;p73"/>
              <p:cNvSpPr/>
              <p:nvPr/>
            </p:nvSpPr>
            <p:spPr>
              <a:xfrm>
                <a:off x="3493534" y="2283913"/>
                <a:ext cx="219900" cy="219900"/>
              </a:xfrm>
              <a:prstGeom prst="ellipse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849" name="Google Shape;4849;p73"/>
              <p:cNvCxnSpPr/>
              <p:nvPr/>
            </p:nvCxnSpPr>
            <p:spPr>
              <a:xfrm rot="10800000">
                <a:off x="3400515" y="2393804"/>
                <a:ext cx="95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850" name="Google Shape;4850;p73"/>
            <p:cNvGrpSpPr/>
            <p:nvPr/>
          </p:nvGrpSpPr>
          <p:grpSpPr>
            <a:xfrm>
              <a:off x="3547823" y="2461089"/>
              <a:ext cx="219900" cy="331146"/>
              <a:chOff x="3547823" y="2461089"/>
              <a:chExt cx="219900" cy="331146"/>
            </a:xfrm>
          </p:grpSpPr>
          <p:sp>
            <p:nvSpPr>
              <p:cNvPr id="4851" name="Google Shape;4851;p73"/>
              <p:cNvSpPr/>
              <p:nvPr/>
            </p:nvSpPr>
            <p:spPr>
              <a:xfrm>
                <a:off x="3547823" y="2461089"/>
                <a:ext cx="219900" cy="219900"/>
              </a:xfrm>
              <a:prstGeom prst="ellipse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852" name="Google Shape;4852;p73"/>
              <p:cNvCxnSpPr/>
              <p:nvPr/>
            </p:nvCxnSpPr>
            <p:spPr>
              <a:xfrm rot="10800000">
                <a:off x="3657701" y="2678535"/>
                <a:ext cx="0" cy="113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F7D9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853" name="Google Shape;4853;p73"/>
            <p:cNvGrpSpPr/>
            <p:nvPr/>
          </p:nvGrpSpPr>
          <p:grpSpPr>
            <a:xfrm>
              <a:off x="3734138" y="2461089"/>
              <a:ext cx="219900" cy="331146"/>
              <a:chOff x="3734138" y="2461089"/>
              <a:chExt cx="219900" cy="331146"/>
            </a:xfrm>
          </p:grpSpPr>
          <p:sp>
            <p:nvSpPr>
              <p:cNvPr id="4854" name="Google Shape;4854;p73"/>
              <p:cNvSpPr/>
              <p:nvPr/>
            </p:nvSpPr>
            <p:spPr>
              <a:xfrm>
                <a:off x="3734138" y="2461089"/>
                <a:ext cx="219900" cy="2199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855" name="Google Shape;4855;p73"/>
              <p:cNvCxnSpPr/>
              <p:nvPr/>
            </p:nvCxnSpPr>
            <p:spPr>
              <a:xfrm rot="10800000">
                <a:off x="3844020" y="2678535"/>
                <a:ext cx="0" cy="113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856" name="Google Shape;4856;p73"/>
            <p:cNvGrpSpPr/>
            <p:nvPr/>
          </p:nvGrpSpPr>
          <p:grpSpPr>
            <a:xfrm>
              <a:off x="3787560" y="2281742"/>
              <a:ext cx="311089" cy="219900"/>
              <a:chOff x="3787560" y="2281742"/>
              <a:chExt cx="311089" cy="219900"/>
            </a:xfrm>
          </p:grpSpPr>
          <p:sp>
            <p:nvSpPr>
              <p:cNvPr id="4857" name="Google Shape;4857;p73"/>
              <p:cNvSpPr/>
              <p:nvPr/>
            </p:nvSpPr>
            <p:spPr>
              <a:xfrm>
                <a:off x="3787560" y="2281742"/>
                <a:ext cx="219900" cy="219900"/>
              </a:xfrm>
              <a:prstGeom prst="ellipse">
                <a:avLst/>
              </a:pr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858" name="Google Shape;4858;p73"/>
              <p:cNvCxnSpPr/>
              <p:nvPr/>
            </p:nvCxnSpPr>
            <p:spPr>
              <a:xfrm rot="10800000">
                <a:off x="4003849" y="2393795"/>
                <a:ext cx="948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859" name="Google Shape;4859;p73"/>
            <p:cNvGrpSpPr/>
            <p:nvPr/>
          </p:nvGrpSpPr>
          <p:grpSpPr>
            <a:xfrm>
              <a:off x="3637290" y="2056248"/>
              <a:ext cx="219900" cy="330736"/>
              <a:chOff x="3637290" y="2056248"/>
              <a:chExt cx="219900" cy="330736"/>
            </a:xfrm>
          </p:grpSpPr>
          <p:sp>
            <p:nvSpPr>
              <p:cNvPr id="4860" name="Google Shape;4860;p73"/>
              <p:cNvSpPr/>
              <p:nvPr/>
            </p:nvSpPr>
            <p:spPr>
              <a:xfrm>
                <a:off x="3637290" y="2167085"/>
                <a:ext cx="219900" cy="219900"/>
              </a:xfrm>
              <a:prstGeom prst="ellipse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861" name="Google Shape;4861;p73"/>
              <p:cNvCxnSpPr/>
              <p:nvPr/>
            </p:nvCxnSpPr>
            <p:spPr>
              <a:xfrm rot="10800000">
                <a:off x="3747169" y="2056248"/>
                <a:ext cx="0" cy="113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BAC8D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862" name="Google Shape;4862;p73"/>
          <p:cNvGrpSpPr/>
          <p:nvPr/>
        </p:nvGrpSpPr>
        <p:grpSpPr>
          <a:xfrm>
            <a:off x="3407892" y="3634940"/>
            <a:ext cx="1690859" cy="789859"/>
            <a:chOff x="238125" y="1188750"/>
            <a:chExt cx="7140450" cy="3335550"/>
          </a:xfrm>
        </p:grpSpPr>
        <p:sp>
          <p:nvSpPr>
            <p:cNvPr id="4863" name="Google Shape;4863;p73"/>
            <p:cNvSpPr/>
            <p:nvPr/>
          </p:nvSpPr>
          <p:spPr>
            <a:xfrm>
              <a:off x="238125" y="118875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0"/>
                  </a:moveTo>
                  <a:cubicBezTo>
                    <a:pt x="1801" y="6"/>
                    <a:pt x="6" y="1801"/>
                    <a:pt x="0" y="4021"/>
                  </a:cubicBezTo>
                  <a:lnTo>
                    <a:pt x="0" y="59338"/>
                  </a:lnTo>
                  <a:cubicBezTo>
                    <a:pt x="6" y="61552"/>
                    <a:pt x="1801" y="63354"/>
                    <a:pt x="4021" y="63359"/>
                  </a:cubicBezTo>
                  <a:lnTo>
                    <a:pt x="98272" y="63359"/>
                  </a:lnTo>
                  <a:cubicBezTo>
                    <a:pt x="99963" y="41512"/>
                    <a:pt x="118098" y="24204"/>
                    <a:pt x="140280" y="23813"/>
                  </a:cubicBezTo>
                  <a:lnTo>
                    <a:pt x="140280" y="4021"/>
                  </a:lnTo>
                  <a:cubicBezTo>
                    <a:pt x="140275" y="1801"/>
                    <a:pt x="138474" y="6"/>
                    <a:pt x="136259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64" name="Google Shape;4864;p73"/>
            <p:cNvSpPr/>
            <p:nvPr/>
          </p:nvSpPr>
          <p:spPr>
            <a:xfrm>
              <a:off x="238125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1"/>
                  </a:moveTo>
                  <a:cubicBezTo>
                    <a:pt x="1801" y="6"/>
                    <a:pt x="6" y="1808"/>
                    <a:pt x="0" y="4022"/>
                  </a:cubicBezTo>
                  <a:lnTo>
                    <a:pt x="0" y="59339"/>
                  </a:lnTo>
                  <a:cubicBezTo>
                    <a:pt x="6" y="61559"/>
                    <a:pt x="1801" y="63354"/>
                    <a:pt x="4021" y="63360"/>
                  </a:cubicBezTo>
                  <a:lnTo>
                    <a:pt x="136259" y="63360"/>
                  </a:lnTo>
                  <a:cubicBezTo>
                    <a:pt x="138474" y="63354"/>
                    <a:pt x="140275" y="61559"/>
                    <a:pt x="140280" y="59339"/>
                  </a:cubicBezTo>
                  <a:lnTo>
                    <a:pt x="140280" y="39547"/>
                  </a:lnTo>
                  <a:cubicBezTo>
                    <a:pt x="118098" y="39155"/>
                    <a:pt x="99963" y="21848"/>
                    <a:pt x="9827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65" name="Google Shape;4865;p73"/>
            <p:cNvSpPr/>
            <p:nvPr/>
          </p:nvSpPr>
          <p:spPr>
            <a:xfrm>
              <a:off x="3871550" y="118875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2" y="0"/>
                  </a:moveTo>
                  <a:cubicBezTo>
                    <a:pt x="1807" y="6"/>
                    <a:pt x="6" y="1801"/>
                    <a:pt x="0" y="4021"/>
                  </a:cubicBezTo>
                  <a:lnTo>
                    <a:pt x="0" y="24017"/>
                  </a:lnTo>
                  <a:cubicBezTo>
                    <a:pt x="20553" y="26066"/>
                    <a:pt x="36886" y="42675"/>
                    <a:pt x="38494" y="63359"/>
                  </a:cubicBezTo>
                  <a:lnTo>
                    <a:pt x="136260" y="63359"/>
                  </a:lnTo>
                  <a:cubicBezTo>
                    <a:pt x="138480" y="63354"/>
                    <a:pt x="140275" y="61552"/>
                    <a:pt x="140281" y="59338"/>
                  </a:cubicBezTo>
                  <a:lnTo>
                    <a:pt x="140281" y="4021"/>
                  </a:lnTo>
                  <a:cubicBezTo>
                    <a:pt x="140275" y="1801"/>
                    <a:pt x="138480" y="6"/>
                    <a:pt x="13626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66" name="Google Shape;4866;p73"/>
            <p:cNvSpPr/>
            <p:nvPr/>
          </p:nvSpPr>
          <p:spPr>
            <a:xfrm>
              <a:off x="3871550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38494" y="1"/>
                  </a:moveTo>
                  <a:cubicBezTo>
                    <a:pt x="36886" y="20680"/>
                    <a:pt x="20553" y="37294"/>
                    <a:pt x="0" y="39343"/>
                  </a:cubicBezTo>
                  <a:lnTo>
                    <a:pt x="0" y="59339"/>
                  </a:lnTo>
                  <a:cubicBezTo>
                    <a:pt x="6" y="61559"/>
                    <a:pt x="1807" y="63354"/>
                    <a:pt x="4022" y="63360"/>
                  </a:cubicBezTo>
                  <a:lnTo>
                    <a:pt x="136260" y="63360"/>
                  </a:lnTo>
                  <a:cubicBezTo>
                    <a:pt x="138480" y="63354"/>
                    <a:pt x="140275" y="61559"/>
                    <a:pt x="140281" y="59339"/>
                  </a:cubicBezTo>
                  <a:lnTo>
                    <a:pt x="140281" y="4022"/>
                  </a:lnTo>
                  <a:cubicBezTo>
                    <a:pt x="140275" y="1808"/>
                    <a:pt x="138480" y="6"/>
                    <a:pt x="13626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67" name="Google Shape;4867;p73"/>
            <p:cNvSpPr/>
            <p:nvPr/>
          </p:nvSpPr>
          <p:spPr>
            <a:xfrm>
              <a:off x="2842425" y="1934600"/>
              <a:ext cx="1843850" cy="1843850"/>
            </a:xfrm>
            <a:custGeom>
              <a:avLst/>
              <a:gdLst/>
              <a:ahLst/>
              <a:cxnLst/>
              <a:rect l="l" t="t" r="r" b="b"/>
              <a:pathLst>
                <a:path w="73754" h="73754" extrusionOk="0">
                  <a:moveTo>
                    <a:pt x="36880" y="0"/>
                  </a:moveTo>
                  <a:cubicBezTo>
                    <a:pt x="36621" y="0"/>
                    <a:pt x="36362" y="6"/>
                    <a:pt x="36108" y="11"/>
                  </a:cubicBezTo>
                  <a:cubicBezTo>
                    <a:pt x="17253" y="397"/>
                    <a:pt x="1834" y="15011"/>
                    <a:pt x="154" y="33525"/>
                  </a:cubicBezTo>
                  <a:cubicBezTo>
                    <a:pt x="55" y="34627"/>
                    <a:pt x="0" y="35745"/>
                    <a:pt x="0" y="36874"/>
                  </a:cubicBezTo>
                  <a:cubicBezTo>
                    <a:pt x="0" y="38009"/>
                    <a:pt x="55" y="39122"/>
                    <a:pt x="154" y="40229"/>
                  </a:cubicBezTo>
                  <a:cubicBezTo>
                    <a:pt x="1834" y="58749"/>
                    <a:pt x="17253" y="73357"/>
                    <a:pt x="36108" y="73743"/>
                  </a:cubicBezTo>
                  <a:cubicBezTo>
                    <a:pt x="36362" y="73748"/>
                    <a:pt x="36621" y="73754"/>
                    <a:pt x="36880" y="73754"/>
                  </a:cubicBezTo>
                  <a:cubicBezTo>
                    <a:pt x="38312" y="73754"/>
                    <a:pt x="39744" y="73666"/>
                    <a:pt x="41165" y="73500"/>
                  </a:cubicBezTo>
                  <a:cubicBezTo>
                    <a:pt x="58391" y="71495"/>
                    <a:pt x="72030" y="57581"/>
                    <a:pt x="73600" y="40229"/>
                  </a:cubicBezTo>
                  <a:cubicBezTo>
                    <a:pt x="73699" y="39127"/>
                    <a:pt x="73754" y="38009"/>
                    <a:pt x="73754" y="36874"/>
                  </a:cubicBezTo>
                  <a:cubicBezTo>
                    <a:pt x="73754" y="35745"/>
                    <a:pt x="73699" y="34632"/>
                    <a:pt x="73600" y="33525"/>
                  </a:cubicBezTo>
                  <a:cubicBezTo>
                    <a:pt x="72024" y="16173"/>
                    <a:pt x="58391" y="2259"/>
                    <a:pt x="41165" y="254"/>
                  </a:cubicBezTo>
                  <a:cubicBezTo>
                    <a:pt x="39744" y="88"/>
                    <a:pt x="38312" y="0"/>
                    <a:pt x="36880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868" name="Google Shape;4868;p73"/>
          <p:cNvGrpSpPr/>
          <p:nvPr/>
        </p:nvGrpSpPr>
        <p:grpSpPr>
          <a:xfrm>
            <a:off x="8885092" y="3637814"/>
            <a:ext cx="1405259" cy="786863"/>
            <a:chOff x="238125" y="1335475"/>
            <a:chExt cx="5418735" cy="3034175"/>
          </a:xfrm>
        </p:grpSpPr>
        <p:sp>
          <p:nvSpPr>
            <p:cNvPr id="4869" name="Google Shape;4869;p73"/>
            <p:cNvSpPr/>
            <p:nvPr/>
          </p:nvSpPr>
          <p:spPr>
            <a:xfrm>
              <a:off x="3669985" y="1335475"/>
              <a:ext cx="1986875" cy="3034175"/>
            </a:xfrm>
            <a:custGeom>
              <a:avLst/>
              <a:gdLst/>
              <a:ahLst/>
              <a:cxnLst/>
              <a:rect l="l" t="t" r="r" b="b"/>
              <a:pathLst>
                <a:path w="79475" h="121367" extrusionOk="0">
                  <a:moveTo>
                    <a:pt x="1" y="0"/>
                  </a:moveTo>
                  <a:lnTo>
                    <a:pt x="1" y="38997"/>
                  </a:lnTo>
                  <a:cubicBezTo>
                    <a:pt x="588" y="44011"/>
                    <a:pt x="2425" y="48797"/>
                    <a:pt x="5360" y="52918"/>
                  </a:cubicBezTo>
                  <a:lnTo>
                    <a:pt x="9329" y="58469"/>
                  </a:lnTo>
                  <a:cubicBezTo>
                    <a:pt x="10541" y="59694"/>
                    <a:pt x="10541" y="61672"/>
                    <a:pt x="9329" y="62897"/>
                  </a:cubicBezTo>
                  <a:lnTo>
                    <a:pt x="5360" y="68448"/>
                  </a:lnTo>
                  <a:cubicBezTo>
                    <a:pt x="2425" y="72557"/>
                    <a:pt x="588" y="77355"/>
                    <a:pt x="1" y="82370"/>
                  </a:cubicBezTo>
                  <a:lnTo>
                    <a:pt x="1" y="121366"/>
                  </a:lnTo>
                  <a:lnTo>
                    <a:pt x="68743" y="121366"/>
                  </a:lnTo>
                  <a:lnTo>
                    <a:pt x="68743" y="85815"/>
                  </a:lnTo>
                  <a:cubicBezTo>
                    <a:pt x="68743" y="79588"/>
                    <a:pt x="70682" y="73514"/>
                    <a:pt x="74293" y="68448"/>
                  </a:cubicBezTo>
                  <a:lnTo>
                    <a:pt x="78249" y="62897"/>
                  </a:lnTo>
                  <a:cubicBezTo>
                    <a:pt x="79474" y="61672"/>
                    <a:pt x="79474" y="59694"/>
                    <a:pt x="78249" y="58469"/>
                  </a:cubicBezTo>
                  <a:lnTo>
                    <a:pt x="74293" y="52918"/>
                  </a:lnTo>
                  <a:cubicBezTo>
                    <a:pt x="70669" y="47840"/>
                    <a:pt x="68730" y="41778"/>
                    <a:pt x="68730" y="35551"/>
                  </a:cubicBezTo>
                  <a:lnTo>
                    <a:pt x="68730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70" name="Google Shape;4870;p73"/>
            <p:cNvSpPr/>
            <p:nvPr/>
          </p:nvSpPr>
          <p:spPr>
            <a:xfrm>
              <a:off x="1956350" y="1335475"/>
              <a:ext cx="1984950" cy="3034175"/>
            </a:xfrm>
            <a:custGeom>
              <a:avLst/>
              <a:gdLst/>
              <a:ahLst/>
              <a:cxnLst/>
              <a:rect l="l" t="t" r="r" b="b"/>
              <a:pathLst>
                <a:path w="79398" h="121367" extrusionOk="0">
                  <a:moveTo>
                    <a:pt x="0" y="0"/>
                  </a:moveTo>
                  <a:lnTo>
                    <a:pt x="0" y="35551"/>
                  </a:lnTo>
                  <a:cubicBezTo>
                    <a:pt x="0" y="41778"/>
                    <a:pt x="1940" y="47852"/>
                    <a:pt x="5564" y="52918"/>
                  </a:cubicBezTo>
                  <a:lnTo>
                    <a:pt x="9520" y="58469"/>
                  </a:lnTo>
                  <a:cubicBezTo>
                    <a:pt x="10745" y="59694"/>
                    <a:pt x="10745" y="61672"/>
                    <a:pt x="9520" y="62897"/>
                  </a:cubicBezTo>
                  <a:lnTo>
                    <a:pt x="5564" y="68448"/>
                  </a:lnTo>
                  <a:cubicBezTo>
                    <a:pt x="1952" y="73514"/>
                    <a:pt x="0" y="79588"/>
                    <a:pt x="0" y="85815"/>
                  </a:cubicBezTo>
                  <a:lnTo>
                    <a:pt x="0" y="121366"/>
                  </a:lnTo>
                  <a:lnTo>
                    <a:pt x="68665" y="121366"/>
                  </a:lnTo>
                  <a:lnTo>
                    <a:pt x="68665" y="85815"/>
                  </a:lnTo>
                  <a:cubicBezTo>
                    <a:pt x="68665" y="79588"/>
                    <a:pt x="70605" y="73514"/>
                    <a:pt x="74216" y="68448"/>
                  </a:cubicBezTo>
                  <a:lnTo>
                    <a:pt x="78185" y="62897"/>
                  </a:lnTo>
                  <a:cubicBezTo>
                    <a:pt x="79397" y="61672"/>
                    <a:pt x="79397" y="59694"/>
                    <a:pt x="78185" y="58469"/>
                  </a:cubicBezTo>
                  <a:lnTo>
                    <a:pt x="74216" y="52918"/>
                  </a:lnTo>
                  <a:cubicBezTo>
                    <a:pt x="70605" y="47840"/>
                    <a:pt x="68665" y="41778"/>
                    <a:pt x="68665" y="35551"/>
                  </a:cubicBezTo>
                  <a:lnTo>
                    <a:pt x="68665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71" name="Google Shape;4871;p73"/>
            <p:cNvSpPr/>
            <p:nvPr/>
          </p:nvSpPr>
          <p:spPr>
            <a:xfrm>
              <a:off x="238125" y="1335475"/>
              <a:ext cx="1986850" cy="3034175"/>
            </a:xfrm>
            <a:custGeom>
              <a:avLst/>
              <a:gdLst/>
              <a:ahLst/>
              <a:cxnLst/>
              <a:rect l="l" t="t" r="r" b="b"/>
              <a:pathLst>
                <a:path w="79474" h="121367" extrusionOk="0">
                  <a:moveTo>
                    <a:pt x="0" y="0"/>
                  </a:moveTo>
                  <a:lnTo>
                    <a:pt x="0" y="121366"/>
                  </a:lnTo>
                  <a:lnTo>
                    <a:pt x="68729" y="121366"/>
                  </a:lnTo>
                  <a:lnTo>
                    <a:pt x="68729" y="85815"/>
                  </a:lnTo>
                  <a:cubicBezTo>
                    <a:pt x="68729" y="79588"/>
                    <a:pt x="70669" y="73514"/>
                    <a:pt x="74293" y="68448"/>
                  </a:cubicBezTo>
                  <a:lnTo>
                    <a:pt x="78249" y="62897"/>
                  </a:lnTo>
                  <a:cubicBezTo>
                    <a:pt x="79474" y="61672"/>
                    <a:pt x="79474" y="59694"/>
                    <a:pt x="78249" y="58469"/>
                  </a:cubicBezTo>
                  <a:lnTo>
                    <a:pt x="74293" y="52918"/>
                  </a:lnTo>
                  <a:cubicBezTo>
                    <a:pt x="70669" y="47840"/>
                    <a:pt x="68729" y="41778"/>
                    <a:pt x="68729" y="35551"/>
                  </a:cubicBezTo>
                  <a:lnTo>
                    <a:pt x="68729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872" name="Google Shape;4872;p73"/>
          <p:cNvGrpSpPr/>
          <p:nvPr/>
        </p:nvGrpSpPr>
        <p:grpSpPr>
          <a:xfrm>
            <a:off x="5459505" y="4711013"/>
            <a:ext cx="1690943" cy="851919"/>
            <a:chOff x="3967651" y="3645904"/>
            <a:chExt cx="1479304" cy="745292"/>
          </a:xfrm>
        </p:grpSpPr>
        <p:grpSp>
          <p:nvGrpSpPr>
            <p:cNvPr id="4873" name="Google Shape;4873;p73"/>
            <p:cNvGrpSpPr/>
            <p:nvPr/>
          </p:nvGrpSpPr>
          <p:grpSpPr>
            <a:xfrm>
              <a:off x="3967651" y="4009026"/>
              <a:ext cx="1479304" cy="382170"/>
              <a:chOff x="3967651" y="4009026"/>
              <a:chExt cx="1479304" cy="382170"/>
            </a:xfrm>
          </p:grpSpPr>
          <p:grpSp>
            <p:nvGrpSpPr>
              <p:cNvPr id="4874" name="Google Shape;4874;p73"/>
              <p:cNvGrpSpPr/>
              <p:nvPr/>
            </p:nvGrpSpPr>
            <p:grpSpPr>
              <a:xfrm>
                <a:off x="4892216" y="4195630"/>
                <a:ext cx="554739" cy="195566"/>
                <a:chOff x="3604375" y="4892160"/>
                <a:chExt cx="1651500" cy="582215"/>
              </a:xfrm>
            </p:grpSpPr>
            <p:sp>
              <p:nvSpPr>
                <p:cNvPr id="4875" name="Google Shape;4875;p73"/>
                <p:cNvSpPr/>
                <p:nvPr/>
              </p:nvSpPr>
              <p:spPr>
                <a:xfrm>
                  <a:off x="3604375" y="4892160"/>
                  <a:ext cx="1651500" cy="14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60" h="5873" extrusionOk="0">
                      <a:moveTo>
                        <a:pt x="1" y="0"/>
                      </a:moveTo>
                      <a:lnTo>
                        <a:pt x="7340" y="5872"/>
                      </a:lnTo>
                      <a:lnTo>
                        <a:pt x="66060" y="5872"/>
                      </a:lnTo>
                      <a:lnTo>
                        <a:pt x="51382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76" name="Google Shape;4876;p73"/>
                <p:cNvSpPr/>
                <p:nvPr/>
              </p:nvSpPr>
              <p:spPr>
                <a:xfrm>
                  <a:off x="3787875" y="5033975"/>
                  <a:ext cx="1468000" cy="44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0" h="17616" extrusionOk="0">
                      <a:moveTo>
                        <a:pt x="0" y="0"/>
                      </a:moveTo>
                      <a:lnTo>
                        <a:pt x="0" y="17615"/>
                      </a:lnTo>
                      <a:lnTo>
                        <a:pt x="58720" y="17615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77" name="Google Shape;4877;p73"/>
              <p:cNvGrpSpPr/>
              <p:nvPr/>
            </p:nvGrpSpPr>
            <p:grpSpPr>
              <a:xfrm>
                <a:off x="3967651" y="4146303"/>
                <a:ext cx="579402" cy="244893"/>
                <a:chOff x="851875" y="4745310"/>
                <a:chExt cx="1724925" cy="729065"/>
              </a:xfrm>
            </p:grpSpPr>
            <p:sp>
              <p:nvSpPr>
                <p:cNvPr id="4878" name="Google Shape;4878;p73"/>
                <p:cNvSpPr/>
                <p:nvPr/>
              </p:nvSpPr>
              <p:spPr>
                <a:xfrm>
                  <a:off x="851925" y="4745310"/>
                  <a:ext cx="1724875" cy="14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995" h="5875" extrusionOk="0">
                      <a:moveTo>
                        <a:pt x="14679" y="0"/>
                      </a:moveTo>
                      <a:lnTo>
                        <a:pt x="1" y="5874"/>
                      </a:lnTo>
                      <a:lnTo>
                        <a:pt x="58718" y="5874"/>
                      </a:lnTo>
                      <a:lnTo>
                        <a:pt x="68994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79" name="Google Shape;4879;p73"/>
                <p:cNvSpPr/>
                <p:nvPr/>
              </p:nvSpPr>
              <p:spPr>
                <a:xfrm>
                  <a:off x="851875" y="4887175"/>
                  <a:ext cx="1468025" cy="58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23488" extrusionOk="0">
                      <a:moveTo>
                        <a:pt x="0" y="0"/>
                      </a:moveTo>
                      <a:lnTo>
                        <a:pt x="0" y="23487"/>
                      </a:lnTo>
                      <a:lnTo>
                        <a:pt x="58720" y="23487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80" name="Google Shape;4880;p73"/>
              <p:cNvGrpSpPr/>
              <p:nvPr/>
            </p:nvGrpSpPr>
            <p:grpSpPr>
              <a:xfrm>
                <a:off x="4460753" y="4009026"/>
                <a:ext cx="493110" cy="382170"/>
                <a:chOff x="2319875" y="4336625"/>
                <a:chExt cx="1468025" cy="1137750"/>
              </a:xfrm>
            </p:grpSpPr>
            <p:sp>
              <p:nvSpPr>
                <p:cNvPr id="4881" name="Google Shape;4881;p73"/>
                <p:cNvSpPr/>
                <p:nvPr/>
              </p:nvSpPr>
              <p:spPr>
                <a:xfrm>
                  <a:off x="2319875" y="4336625"/>
                  <a:ext cx="1468025" cy="14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5875" extrusionOk="0">
                      <a:moveTo>
                        <a:pt x="14681" y="0"/>
                      </a:moveTo>
                      <a:lnTo>
                        <a:pt x="0" y="5874"/>
                      </a:lnTo>
                      <a:lnTo>
                        <a:pt x="58720" y="5874"/>
                      </a:lnTo>
                      <a:lnTo>
                        <a:pt x="44042" y="0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82" name="Google Shape;4882;p73"/>
                <p:cNvSpPr/>
                <p:nvPr/>
              </p:nvSpPr>
              <p:spPr>
                <a:xfrm>
                  <a:off x="2319875" y="4483425"/>
                  <a:ext cx="1468025" cy="99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1" h="39638" extrusionOk="0">
                      <a:moveTo>
                        <a:pt x="0" y="0"/>
                      </a:moveTo>
                      <a:lnTo>
                        <a:pt x="0" y="39637"/>
                      </a:lnTo>
                      <a:lnTo>
                        <a:pt x="58720" y="39637"/>
                      </a:lnTo>
                      <a:lnTo>
                        <a:pt x="58720" y="0"/>
                      </a:lnTo>
                      <a:close/>
                    </a:path>
                  </a:pathLst>
                </a:custGeom>
                <a:solidFill>
                  <a:srgbClr val="DBE2E7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883" name="Google Shape;4883;p73"/>
            <p:cNvGrpSpPr/>
            <p:nvPr/>
          </p:nvGrpSpPr>
          <p:grpSpPr>
            <a:xfrm>
              <a:off x="4479443" y="3645904"/>
              <a:ext cx="455965" cy="388789"/>
              <a:chOff x="2957425" y="238100"/>
              <a:chExt cx="1910200" cy="1628775"/>
            </a:xfrm>
          </p:grpSpPr>
          <p:sp>
            <p:nvSpPr>
              <p:cNvPr id="4884" name="Google Shape;4884;p73"/>
              <p:cNvSpPr/>
              <p:nvPr/>
            </p:nvSpPr>
            <p:spPr>
              <a:xfrm>
                <a:off x="4035900" y="239600"/>
                <a:ext cx="831725" cy="906350"/>
              </a:xfrm>
              <a:custGeom>
                <a:avLst/>
                <a:gdLst/>
                <a:ahLst/>
                <a:cxnLst/>
                <a:rect l="l" t="t" r="r" b="b"/>
                <a:pathLst>
                  <a:path w="33269" h="36254" extrusionOk="0">
                    <a:moveTo>
                      <a:pt x="22705" y="0"/>
                    </a:moveTo>
                    <a:cubicBezTo>
                      <a:pt x="21111" y="0"/>
                      <a:pt x="19679" y="297"/>
                      <a:pt x="18461" y="685"/>
                    </a:cubicBezTo>
                    <a:cubicBezTo>
                      <a:pt x="17166" y="1102"/>
                      <a:pt x="15926" y="1669"/>
                      <a:pt x="14763" y="2373"/>
                    </a:cubicBezTo>
                    <a:cubicBezTo>
                      <a:pt x="13810" y="2945"/>
                      <a:pt x="13109" y="3505"/>
                      <a:pt x="12609" y="3900"/>
                    </a:cubicBezTo>
                    <a:lnTo>
                      <a:pt x="11977" y="4448"/>
                    </a:lnTo>
                    <a:lnTo>
                      <a:pt x="14023" y="6907"/>
                    </a:lnTo>
                    <a:lnTo>
                      <a:pt x="14679" y="6385"/>
                    </a:lnTo>
                    <a:cubicBezTo>
                      <a:pt x="15052" y="6124"/>
                      <a:pt x="15622" y="5698"/>
                      <a:pt x="16443" y="5255"/>
                    </a:cubicBezTo>
                    <a:cubicBezTo>
                      <a:pt x="17250" y="4815"/>
                      <a:pt x="18260" y="4326"/>
                      <a:pt x="19466" y="3977"/>
                    </a:cubicBezTo>
                    <a:cubicBezTo>
                      <a:pt x="20363" y="3713"/>
                      <a:pt x="21373" y="3535"/>
                      <a:pt x="22421" y="3535"/>
                    </a:cubicBezTo>
                    <a:cubicBezTo>
                      <a:pt x="22772" y="3535"/>
                      <a:pt x="23127" y="3555"/>
                      <a:pt x="23483" y="3599"/>
                    </a:cubicBezTo>
                    <a:cubicBezTo>
                      <a:pt x="24177" y="3661"/>
                      <a:pt x="24938" y="3905"/>
                      <a:pt x="25537" y="4168"/>
                    </a:cubicBezTo>
                    <a:cubicBezTo>
                      <a:pt x="25740" y="4271"/>
                      <a:pt x="25982" y="4377"/>
                      <a:pt x="26159" y="4475"/>
                    </a:cubicBezTo>
                    <a:cubicBezTo>
                      <a:pt x="26289" y="4568"/>
                      <a:pt x="26415" y="4659"/>
                      <a:pt x="26552" y="4740"/>
                    </a:cubicBezTo>
                    <a:cubicBezTo>
                      <a:pt x="26818" y="4941"/>
                      <a:pt x="27160" y="5171"/>
                      <a:pt x="27411" y="5458"/>
                    </a:cubicBezTo>
                    <a:cubicBezTo>
                      <a:pt x="28529" y="6528"/>
                      <a:pt x="29264" y="8171"/>
                      <a:pt x="29427" y="9930"/>
                    </a:cubicBezTo>
                    <a:cubicBezTo>
                      <a:pt x="29508" y="10808"/>
                      <a:pt x="29448" y="11723"/>
                      <a:pt x="29211" y="12589"/>
                    </a:cubicBezTo>
                    <a:cubicBezTo>
                      <a:pt x="29087" y="13020"/>
                      <a:pt x="28946" y="13451"/>
                      <a:pt x="28747" y="13853"/>
                    </a:cubicBezTo>
                    <a:lnTo>
                      <a:pt x="28677" y="14006"/>
                    </a:lnTo>
                    <a:cubicBezTo>
                      <a:pt x="28677" y="14006"/>
                      <a:pt x="28651" y="14062"/>
                      <a:pt x="28653" y="14062"/>
                    </a:cubicBezTo>
                    <a:cubicBezTo>
                      <a:pt x="28654" y="14062"/>
                      <a:pt x="28658" y="14055"/>
                      <a:pt x="28668" y="14038"/>
                    </a:cubicBezTo>
                    <a:lnTo>
                      <a:pt x="28668" y="14038"/>
                    </a:lnTo>
                    <a:lnTo>
                      <a:pt x="28618" y="14131"/>
                    </a:lnTo>
                    <a:lnTo>
                      <a:pt x="28409" y="14504"/>
                    </a:lnTo>
                    <a:cubicBezTo>
                      <a:pt x="28270" y="14744"/>
                      <a:pt x="28177" y="14878"/>
                      <a:pt x="28045" y="15084"/>
                    </a:cubicBezTo>
                    <a:cubicBezTo>
                      <a:pt x="26952" y="16678"/>
                      <a:pt x="25336" y="18021"/>
                      <a:pt x="23512" y="19098"/>
                    </a:cubicBezTo>
                    <a:cubicBezTo>
                      <a:pt x="21688" y="20170"/>
                      <a:pt x="19591" y="20984"/>
                      <a:pt x="17487" y="21695"/>
                    </a:cubicBezTo>
                    <a:cubicBezTo>
                      <a:pt x="15371" y="22408"/>
                      <a:pt x="13207" y="23019"/>
                      <a:pt x="11089" y="23679"/>
                    </a:cubicBezTo>
                    <a:cubicBezTo>
                      <a:pt x="9119" y="24319"/>
                      <a:pt x="6955" y="24728"/>
                      <a:pt x="4860" y="25736"/>
                    </a:cubicBezTo>
                    <a:cubicBezTo>
                      <a:pt x="3800" y="26233"/>
                      <a:pt x="2785" y="26940"/>
                      <a:pt x="1988" y="27763"/>
                    </a:cubicBezTo>
                    <a:cubicBezTo>
                      <a:pt x="1179" y="28589"/>
                      <a:pt x="468" y="29604"/>
                      <a:pt x="180" y="30868"/>
                    </a:cubicBezTo>
                    <a:cubicBezTo>
                      <a:pt x="32" y="31488"/>
                      <a:pt x="1" y="32165"/>
                      <a:pt x="135" y="32795"/>
                    </a:cubicBezTo>
                    <a:cubicBezTo>
                      <a:pt x="259" y="33436"/>
                      <a:pt x="470" y="33968"/>
                      <a:pt x="882" y="34540"/>
                    </a:cubicBezTo>
                    <a:cubicBezTo>
                      <a:pt x="1657" y="35540"/>
                      <a:pt x="2675" y="36002"/>
                      <a:pt x="3620" y="36184"/>
                    </a:cubicBezTo>
                    <a:cubicBezTo>
                      <a:pt x="3889" y="36231"/>
                      <a:pt x="4153" y="36254"/>
                      <a:pt x="4411" y="36254"/>
                    </a:cubicBezTo>
                    <a:cubicBezTo>
                      <a:pt x="5087" y="36254"/>
                      <a:pt x="5719" y="36098"/>
                      <a:pt x="6270" y="35808"/>
                    </a:cubicBezTo>
                    <a:cubicBezTo>
                      <a:pt x="6643" y="35617"/>
                      <a:pt x="6971" y="35351"/>
                      <a:pt x="7235" y="35026"/>
                    </a:cubicBezTo>
                    <a:cubicBezTo>
                      <a:pt x="7500" y="34722"/>
                      <a:pt x="7682" y="34200"/>
                      <a:pt x="7701" y="33901"/>
                    </a:cubicBezTo>
                    <a:cubicBezTo>
                      <a:pt x="7768" y="33237"/>
                      <a:pt x="7644" y="32706"/>
                      <a:pt x="7441" y="32268"/>
                    </a:cubicBezTo>
                    <a:cubicBezTo>
                      <a:pt x="7247" y="31835"/>
                      <a:pt x="6962" y="31483"/>
                      <a:pt x="6636" y="31342"/>
                    </a:cubicBezTo>
                    <a:cubicBezTo>
                      <a:pt x="6470" y="31265"/>
                      <a:pt x="6319" y="31239"/>
                      <a:pt x="6193" y="31239"/>
                    </a:cubicBezTo>
                    <a:cubicBezTo>
                      <a:pt x="6075" y="31239"/>
                      <a:pt x="5979" y="31261"/>
                      <a:pt x="5911" y="31284"/>
                    </a:cubicBezTo>
                    <a:lnTo>
                      <a:pt x="5700" y="31378"/>
                    </a:lnTo>
                    <a:cubicBezTo>
                      <a:pt x="5674" y="31404"/>
                      <a:pt x="6095" y="31342"/>
                      <a:pt x="6354" y="31717"/>
                    </a:cubicBezTo>
                    <a:cubicBezTo>
                      <a:pt x="6598" y="32045"/>
                      <a:pt x="6634" y="32854"/>
                      <a:pt x="6301" y="33558"/>
                    </a:cubicBezTo>
                    <a:cubicBezTo>
                      <a:pt x="6212" y="33840"/>
                      <a:pt x="5743" y="34057"/>
                      <a:pt x="5206" y="34057"/>
                    </a:cubicBezTo>
                    <a:cubicBezTo>
                      <a:pt x="4902" y="34057"/>
                      <a:pt x="4577" y="33987"/>
                      <a:pt x="4286" y="33822"/>
                    </a:cubicBezTo>
                    <a:cubicBezTo>
                      <a:pt x="3874" y="33620"/>
                      <a:pt x="3520" y="33237"/>
                      <a:pt x="3414" y="32898"/>
                    </a:cubicBezTo>
                    <a:cubicBezTo>
                      <a:pt x="3366" y="32720"/>
                      <a:pt x="3345" y="32536"/>
                      <a:pt x="3350" y="32352"/>
                    </a:cubicBezTo>
                    <a:cubicBezTo>
                      <a:pt x="3347" y="32156"/>
                      <a:pt x="3400" y="31959"/>
                      <a:pt x="3474" y="31739"/>
                    </a:cubicBezTo>
                    <a:cubicBezTo>
                      <a:pt x="3778" y="30851"/>
                      <a:pt x="4927" y="29589"/>
                      <a:pt x="6390" y="28955"/>
                    </a:cubicBezTo>
                    <a:cubicBezTo>
                      <a:pt x="7922" y="28220"/>
                      <a:pt x="9954" y="27823"/>
                      <a:pt x="12149" y="27157"/>
                    </a:cubicBezTo>
                    <a:cubicBezTo>
                      <a:pt x="14212" y="26537"/>
                      <a:pt x="16407" y="25946"/>
                      <a:pt x="18650" y="25219"/>
                    </a:cubicBezTo>
                    <a:cubicBezTo>
                      <a:pt x="20896" y="24481"/>
                      <a:pt x="23193" y="23644"/>
                      <a:pt x="25412" y="22377"/>
                    </a:cubicBezTo>
                    <a:cubicBezTo>
                      <a:pt x="27617" y="21130"/>
                      <a:pt x="29683" y="19416"/>
                      <a:pt x="31179" y="17202"/>
                    </a:cubicBezTo>
                    <a:cubicBezTo>
                      <a:pt x="31361" y="16927"/>
                      <a:pt x="31576" y="16577"/>
                      <a:pt x="31720" y="16321"/>
                    </a:cubicBezTo>
                    <a:lnTo>
                      <a:pt x="31926" y="15945"/>
                    </a:lnTo>
                    <a:lnTo>
                      <a:pt x="31976" y="15852"/>
                    </a:lnTo>
                    <a:lnTo>
                      <a:pt x="32055" y="15687"/>
                    </a:lnTo>
                    <a:lnTo>
                      <a:pt x="32160" y="15450"/>
                    </a:lnTo>
                    <a:cubicBezTo>
                      <a:pt x="32459" y="14827"/>
                      <a:pt x="32673" y="14179"/>
                      <a:pt x="32850" y="13528"/>
                    </a:cubicBezTo>
                    <a:cubicBezTo>
                      <a:pt x="33192" y="12218"/>
                      <a:pt x="33269" y="10875"/>
                      <a:pt x="33142" y="9583"/>
                    </a:cubicBezTo>
                    <a:cubicBezTo>
                      <a:pt x="32883" y="7000"/>
                      <a:pt x="31780" y="4549"/>
                      <a:pt x="29994" y="2837"/>
                    </a:cubicBezTo>
                    <a:cubicBezTo>
                      <a:pt x="29783" y="2615"/>
                      <a:pt x="29556" y="2411"/>
                      <a:pt x="29309" y="2227"/>
                    </a:cubicBezTo>
                    <a:cubicBezTo>
                      <a:pt x="29060" y="2040"/>
                      <a:pt x="28862" y="1846"/>
                      <a:pt x="28570" y="1676"/>
                    </a:cubicBezTo>
                    <a:cubicBezTo>
                      <a:pt x="28292" y="1502"/>
                      <a:pt x="28010" y="1337"/>
                      <a:pt x="27732" y="1176"/>
                    </a:cubicBezTo>
                    <a:cubicBezTo>
                      <a:pt x="27488" y="1054"/>
                      <a:pt x="27289" y="975"/>
                      <a:pt x="27066" y="872"/>
                    </a:cubicBezTo>
                    <a:cubicBezTo>
                      <a:pt x="25934" y="398"/>
                      <a:pt x="24917" y="147"/>
                      <a:pt x="23871" y="54"/>
                    </a:cubicBezTo>
                    <a:cubicBezTo>
                      <a:pt x="23474" y="17"/>
                      <a:pt x="23085" y="0"/>
                      <a:pt x="22705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85" name="Google Shape;4885;p73"/>
              <p:cNvSpPr/>
              <p:nvPr/>
            </p:nvSpPr>
            <p:spPr>
              <a:xfrm>
                <a:off x="4062725" y="270525"/>
                <a:ext cx="775400" cy="855625"/>
              </a:xfrm>
              <a:custGeom>
                <a:avLst/>
                <a:gdLst/>
                <a:ahLst/>
                <a:cxnLst/>
                <a:rect l="l" t="t" r="r" b="b"/>
                <a:pathLst>
                  <a:path w="31016" h="34225" extrusionOk="0">
                    <a:moveTo>
                      <a:pt x="4627" y="30141"/>
                    </a:moveTo>
                    <a:cubicBezTo>
                      <a:pt x="4626" y="30143"/>
                      <a:pt x="4626" y="30145"/>
                      <a:pt x="4628" y="30145"/>
                    </a:cubicBezTo>
                    <a:lnTo>
                      <a:pt x="4628" y="30145"/>
                    </a:lnTo>
                    <a:cubicBezTo>
                      <a:pt x="4627" y="30144"/>
                      <a:pt x="4627" y="30143"/>
                      <a:pt x="4627" y="30141"/>
                    </a:cubicBezTo>
                    <a:close/>
                    <a:moveTo>
                      <a:pt x="4628" y="30145"/>
                    </a:moveTo>
                    <a:cubicBezTo>
                      <a:pt x="4629" y="30146"/>
                      <a:pt x="4631" y="30147"/>
                      <a:pt x="4633" y="30147"/>
                    </a:cubicBezTo>
                    <a:cubicBezTo>
                      <a:pt x="4634" y="30147"/>
                      <a:pt x="4634" y="30147"/>
                      <a:pt x="4636" y="30147"/>
                    </a:cubicBezTo>
                    <a:lnTo>
                      <a:pt x="4636" y="30147"/>
                    </a:lnTo>
                    <a:cubicBezTo>
                      <a:pt x="4635" y="30147"/>
                      <a:pt x="4635" y="30147"/>
                      <a:pt x="4635" y="30147"/>
                    </a:cubicBezTo>
                    <a:cubicBezTo>
                      <a:pt x="4632" y="30147"/>
                      <a:pt x="4630" y="30146"/>
                      <a:pt x="4628" y="30145"/>
                    </a:cubicBezTo>
                    <a:close/>
                    <a:moveTo>
                      <a:pt x="21530" y="0"/>
                    </a:moveTo>
                    <a:cubicBezTo>
                      <a:pt x="20130" y="0"/>
                      <a:pt x="18844" y="256"/>
                      <a:pt x="17738" y="602"/>
                    </a:cubicBezTo>
                    <a:cubicBezTo>
                      <a:pt x="16529" y="983"/>
                      <a:pt x="15368" y="1502"/>
                      <a:pt x="14279" y="2146"/>
                    </a:cubicBezTo>
                    <a:cubicBezTo>
                      <a:pt x="13369" y="2670"/>
                      <a:pt x="12713" y="3183"/>
                      <a:pt x="12258" y="3530"/>
                    </a:cubicBezTo>
                    <a:lnTo>
                      <a:pt x="11617" y="4068"/>
                    </a:lnTo>
                    <a:lnTo>
                      <a:pt x="12234" y="4813"/>
                    </a:lnTo>
                    <a:lnTo>
                      <a:pt x="12881" y="4279"/>
                    </a:lnTo>
                    <a:cubicBezTo>
                      <a:pt x="13297" y="3973"/>
                      <a:pt x="13912" y="3496"/>
                      <a:pt x="14779" y="3008"/>
                    </a:cubicBezTo>
                    <a:cubicBezTo>
                      <a:pt x="15808" y="2412"/>
                      <a:pt x="16902" y="1936"/>
                      <a:pt x="18039" y="1588"/>
                    </a:cubicBezTo>
                    <a:cubicBezTo>
                      <a:pt x="19049" y="1281"/>
                      <a:pt x="20205" y="1064"/>
                      <a:pt x="21437" y="1064"/>
                    </a:cubicBezTo>
                    <a:cubicBezTo>
                      <a:pt x="21800" y="1064"/>
                      <a:pt x="22170" y="1083"/>
                      <a:pt x="22544" y="1124"/>
                    </a:cubicBezTo>
                    <a:cubicBezTo>
                      <a:pt x="23363" y="1198"/>
                      <a:pt x="24213" y="1442"/>
                      <a:pt x="24998" y="1782"/>
                    </a:cubicBezTo>
                    <a:cubicBezTo>
                      <a:pt x="25206" y="1883"/>
                      <a:pt x="25433" y="1981"/>
                      <a:pt x="25634" y="2089"/>
                    </a:cubicBezTo>
                    <a:lnTo>
                      <a:pt x="26183" y="2433"/>
                    </a:lnTo>
                    <a:cubicBezTo>
                      <a:pt x="26537" y="2694"/>
                      <a:pt x="26927" y="2962"/>
                      <a:pt x="27241" y="3305"/>
                    </a:cubicBezTo>
                    <a:cubicBezTo>
                      <a:pt x="28593" y="4597"/>
                      <a:pt x="29462" y="6522"/>
                      <a:pt x="29663" y="8571"/>
                    </a:cubicBezTo>
                    <a:cubicBezTo>
                      <a:pt x="29888" y="10637"/>
                      <a:pt x="29323" y="12791"/>
                      <a:pt x="28083" y="14598"/>
                    </a:cubicBezTo>
                    <a:cubicBezTo>
                      <a:pt x="26853" y="16415"/>
                      <a:pt x="25081" y="17897"/>
                      <a:pt x="23116" y="19029"/>
                    </a:cubicBezTo>
                    <a:cubicBezTo>
                      <a:pt x="21151" y="20168"/>
                      <a:pt x="18980" y="20987"/>
                      <a:pt x="16826" y="21708"/>
                    </a:cubicBezTo>
                    <a:cubicBezTo>
                      <a:pt x="14664" y="22423"/>
                      <a:pt x="12488" y="23024"/>
                      <a:pt x="10389" y="23666"/>
                    </a:cubicBezTo>
                    <a:cubicBezTo>
                      <a:pt x="8338" y="24314"/>
                      <a:pt x="6224" y="24716"/>
                      <a:pt x="4321" y="25624"/>
                    </a:cubicBezTo>
                    <a:cubicBezTo>
                      <a:pt x="3368" y="26069"/>
                      <a:pt x="2495" y="26677"/>
                      <a:pt x="1791" y="27395"/>
                    </a:cubicBezTo>
                    <a:cubicBezTo>
                      <a:pt x="1082" y="28106"/>
                      <a:pt x="508" y="28965"/>
                      <a:pt x="259" y="29935"/>
                    </a:cubicBezTo>
                    <a:cubicBezTo>
                      <a:pt x="0" y="30909"/>
                      <a:pt x="170" y="31941"/>
                      <a:pt x="694" y="32731"/>
                    </a:cubicBezTo>
                    <a:cubicBezTo>
                      <a:pt x="1235" y="33501"/>
                      <a:pt x="2023" y="33935"/>
                      <a:pt x="2782" y="34121"/>
                    </a:cubicBezTo>
                    <a:cubicBezTo>
                      <a:pt x="3070" y="34191"/>
                      <a:pt x="3358" y="34225"/>
                      <a:pt x="3638" y="34225"/>
                    </a:cubicBezTo>
                    <a:cubicBezTo>
                      <a:pt x="4106" y="34225"/>
                      <a:pt x="4553" y="34131"/>
                      <a:pt x="4946" y="33954"/>
                    </a:cubicBezTo>
                    <a:cubicBezTo>
                      <a:pt x="5250" y="33820"/>
                      <a:pt x="5523" y="33623"/>
                      <a:pt x="5748" y="33379"/>
                    </a:cubicBezTo>
                    <a:cubicBezTo>
                      <a:pt x="5965" y="33145"/>
                      <a:pt x="6087" y="32805"/>
                      <a:pt x="6138" y="32544"/>
                    </a:cubicBezTo>
                    <a:cubicBezTo>
                      <a:pt x="6332" y="31462"/>
                      <a:pt x="5963" y="30567"/>
                      <a:pt x="5465" y="30236"/>
                    </a:cubicBezTo>
                    <a:cubicBezTo>
                      <a:pt x="5261" y="30119"/>
                      <a:pt x="5087" y="30085"/>
                      <a:pt x="4953" y="30085"/>
                    </a:cubicBezTo>
                    <a:cubicBezTo>
                      <a:pt x="4777" y="30085"/>
                      <a:pt x="4666" y="30143"/>
                      <a:pt x="4636" y="30147"/>
                    </a:cubicBezTo>
                    <a:lnTo>
                      <a:pt x="4636" y="30147"/>
                    </a:lnTo>
                    <a:cubicBezTo>
                      <a:pt x="4659" y="30146"/>
                      <a:pt x="4725" y="30130"/>
                      <a:pt x="4819" y="30130"/>
                    </a:cubicBezTo>
                    <a:cubicBezTo>
                      <a:pt x="4961" y="30130"/>
                      <a:pt x="5166" y="30167"/>
                      <a:pt x="5381" y="30349"/>
                    </a:cubicBezTo>
                    <a:cubicBezTo>
                      <a:pt x="5760" y="30682"/>
                      <a:pt x="5968" y="31534"/>
                      <a:pt x="5719" y="32443"/>
                    </a:cubicBezTo>
                    <a:cubicBezTo>
                      <a:pt x="5587" y="33111"/>
                      <a:pt x="4764" y="33560"/>
                      <a:pt x="3860" y="33560"/>
                    </a:cubicBezTo>
                    <a:cubicBezTo>
                      <a:pt x="3569" y="33560"/>
                      <a:pt x="3269" y="33514"/>
                      <a:pt x="2980" y="33413"/>
                    </a:cubicBezTo>
                    <a:cubicBezTo>
                      <a:pt x="2382" y="33216"/>
                      <a:pt x="1798" y="32805"/>
                      <a:pt x="1458" y="32235"/>
                    </a:cubicBezTo>
                    <a:cubicBezTo>
                      <a:pt x="1125" y="31682"/>
                      <a:pt x="1044" y="30904"/>
                      <a:pt x="1252" y="30198"/>
                    </a:cubicBezTo>
                    <a:cubicBezTo>
                      <a:pt x="1688" y="28745"/>
                      <a:pt x="3091" y="27381"/>
                      <a:pt x="4783" y="26591"/>
                    </a:cubicBezTo>
                    <a:cubicBezTo>
                      <a:pt x="6511" y="25758"/>
                      <a:pt x="8589" y="25356"/>
                      <a:pt x="10703" y="24695"/>
                    </a:cubicBezTo>
                    <a:cubicBezTo>
                      <a:pt x="12785" y="24061"/>
                      <a:pt x="14968" y="23460"/>
                      <a:pt x="17166" y="22734"/>
                    </a:cubicBezTo>
                    <a:cubicBezTo>
                      <a:pt x="19361" y="22002"/>
                      <a:pt x="21587" y="21171"/>
                      <a:pt x="23662" y="19972"/>
                    </a:cubicBezTo>
                    <a:cubicBezTo>
                      <a:pt x="25730" y="18782"/>
                      <a:pt x="27636" y="17205"/>
                      <a:pt x="28990" y="15211"/>
                    </a:cubicBezTo>
                    <a:cubicBezTo>
                      <a:pt x="30357" y="13236"/>
                      <a:pt x="31015" y="10761"/>
                      <a:pt x="30757" y="8468"/>
                    </a:cubicBezTo>
                    <a:cubicBezTo>
                      <a:pt x="30537" y="6175"/>
                      <a:pt x="29567" y="4006"/>
                      <a:pt x="28016" y="2517"/>
                    </a:cubicBezTo>
                    <a:cubicBezTo>
                      <a:pt x="27652" y="2122"/>
                      <a:pt x="27221" y="1818"/>
                      <a:pt x="26791" y="1507"/>
                    </a:cubicBezTo>
                    <a:lnTo>
                      <a:pt x="26108" y="1091"/>
                    </a:lnTo>
                    <a:cubicBezTo>
                      <a:pt x="25888" y="976"/>
                      <a:pt x="25673" y="887"/>
                      <a:pt x="25457" y="787"/>
                    </a:cubicBezTo>
                    <a:cubicBezTo>
                      <a:pt x="24512" y="384"/>
                      <a:pt x="23585" y="138"/>
                      <a:pt x="22659" y="56"/>
                    </a:cubicBezTo>
                    <a:cubicBezTo>
                      <a:pt x="22276" y="18"/>
                      <a:pt x="21899" y="0"/>
                      <a:pt x="21530" y="0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86" name="Google Shape;4886;p73"/>
              <p:cNvSpPr/>
              <p:nvPr/>
            </p:nvSpPr>
            <p:spPr>
              <a:xfrm>
                <a:off x="2957425" y="254350"/>
                <a:ext cx="842900" cy="896500"/>
              </a:xfrm>
              <a:custGeom>
                <a:avLst/>
                <a:gdLst/>
                <a:ahLst/>
                <a:cxnLst/>
                <a:rect l="l" t="t" r="r" b="b"/>
                <a:pathLst>
                  <a:path w="33716" h="35860" extrusionOk="0">
                    <a:moveTo>
                      <a:pt x="10613" y="1"/>
                    </a:moveTo>
                    <a:cubicBezTo>
                      <a:pt x="10145" y="1"/>
                      <a:pt x="9663" y="27"/>
                      <a:pt x="9169" y="83"/>
                    </a:cubicBezTo>
                    <a:cubicBezTo>
                      <a:pt x="8120" y="196"/>
                      <a:pt x="7110" y="471"/>
                      <a:pt x="5987" y="969"/>
                    </a:cubicBezTo>
                    <a:cubicBezTo>
                      <a:pt x="5769" y="1077"/>
                      <a:pt x="5573" y="1158"/>
                      <a:pt x="5329" y="1288"/>
                    </a:cubicBezTo>
                    <a:cubicBezTo>
                      <a:pt x="5054" y="1453"/>
                      <a:pt x="4776" y="1623"/>
                      <a:pt x="4501" y="1805"/>
                    </a:cubicBezTo>
                    <a:cubicBezTo>
                      <a:pt x="4211" y="1982"/>
                      <a:pt x="4020" y="2180"/>
                      <a:pt x="3773" y="2374"/>
                    </a:cubicBezTo>
                    <a:cubicBezTo>
                      <a:pt x="3531" y="2561"/>
                      <a:pt x="3306" y="2769"/>
                      <a:pt x="3103" y="2997"/>
                    </a:cubicBezTo>
                    <a:cubicBezTo>
                      <a:pt x="1353" y="4746"/>
                      <a:pt x="305" y="7222"/>
                      <a:pt x="101" y="9807"/>
                    </a:cubicBezTo>
                    <a:cubicBezTo>
                      <a:pt x="1" y="11104"/>
                      <a:pt x="108" y="12445"/>
                      <a:pt x="477" y="13744"/>
                    </a:cubicBezTo>
                    <a:cubicBezTo>
                      <a:pt x="669" y="14393"/>
                      <a:pt x="896" y="15037"/>
                      <a:pt x="1207" y="15655"/>
                    </a:cubicBezTo>
                    <a:lnTo>
                      <a:pt x="1317" y="15887"/>
                    </a:lnTo>
                    <a:lnTo>
                      <a:pt x="1399" y="16050"/>
                    </a:lnTo>
                    <a:lnTo>
                      <a:pt x="1454" y="16143"/>
                    </a:lnTo>
                    <a:lnTo>
                      <a:pt x="1664" y="16514"/>
                    </a:lnTo>
                    <a:cubicBezTo>
                      <a:pt x="1815" y="16768"/>
                      <a:pt x="2038" y="17112"/>
                      <a:pt x="2227" y="17383"/>
                    </a:cubicBezTo>
                    <a:cubicBezTo>
                      <a:pt x="3768" y="19563"/>
                      <a:pt x="5870" y="21234"/>
                      <a:pt x="8101" y="22431"/>
                    </a:cubicBezTo>
                    <a:cubicBezTo>
                      <a:pt x="10346" y="23652"/>
                      <a:pt x="12661" y="24439"/>
                      <a:pt x="14923" y="25131"/>
                    </a:cubicBezTo>
                    <a:cubicBezTo>
                      <a:pt x="17183" y="25811"/>
                      <a:pt x="19387" y="26354"/>
                      <a:pt x="21465" y="26929"/>
                    </a:cubicBezTo>
                    <a:cubicBezTo>
                      <a:pt x="23674" y="27549"/>
                      <a:pt x="25714" y="27901"/>
                      <a:pt x="27263" y="28605"/>
                    </a:cubicBezTo>
                    <a:cubicBezTo>
                      <a:pt x="28737" y="29208"/>
                      <a:pt x="29912" y="30443"/>
                      <a:pt x="30235" y="31324"/>
                    </a:cubicBezTo>
                    <a:cubicBezTo>
                      <a:pt x="30314" y="31544"/>
                      <a:pt x="30372" y="31738"/>
                      <a:pt x="30372" y="31934"/>
                    </a:cubicBezTo>
                    <a:cubicBezTo>
                      <a:pt x="30382" y="32118"/>
                      <a:pt x="30362" y="32303"/>
                      <a:pt x="30319" y="32482"/>
                    </a:cubicBezTo>
                    <a:cubicBezTo>
                      <a:pt x="30221" y="32825"/>
                      <a:pt x="29876" y="33215"/>
                      <a:pt x="29470" y="33423"/>
                    </a:cubicBezTo>
                    <a:cubicBezTo>
                      <a:pt x="29168" y="33604"/>
                      <a:pt x="28826" y="33680"/>
                      <a:pt x="28510" y="33680"/>
                    </a:cubicBezTo>
                    <a:cubicBezTo>
                      <a:pt x="27991" y="33680"/>
                      <a:pt x="27541" y="33476"/>
                      <a:pt x="27447" y="33203"/>
                    </a:cubicBezTo>
                    <a:cubicBezTo>
                      <a:pt x="27102" y="32509"/>
                      <a:pt x="27119" y="31700"/>
                      <a:pt x="27356" y="31364"/>
                    </a:cubicBezTo>
                    <a:cubicBezTo>
                      <a:pt x="27607" y="30981"/>
                      <a:pt x="28028" y="31037"/>
                      <a:pt x="28000" y="31010"/>
                    </a:cubicBezTo>
                    <a:lnTo>
                      <a:pt x="27789" y="30922"/>
                    </a:lnTo>
                    <a:cubicBezTo>
                      <a:pt x="27724" y="30901"/>
                      <a:pt x="27634" y="30882"/>
                      <a:pt x="27526" y="30882"/>
                    </a:cubicBezTo>
                    <a:cubicBezTo>
                      <a:pt x="27395" y="30882"/>
                      <a:pt x="27238" y="30910"/>
                      <a:pt x="27064" y="30996"/>
                    </a:cubicBezTo>
                    <a:cubicBezTo>
                      <a:pt x="26741" y="31144"/>
                      <a:pt x="26465" y="31501"/>
                      <a:pt x="26279" y="31937"/>
                    </a:cubicBezTo>
                    <a:cubicBezTo>
                      <a:pt x="26087" y="32379"/>
                      <a:pt x="25975" y="32913"/>
                      <a:pt x="26056" y="33576"/>
                    </a:cubicBezTo>
                    <a:cubicBezTo>
                      <a:pt x="26082" y="33875"/>
                      <a:pt x="26274" y="34392"/>
                      <a:pt x="26544" y="34692"/>
                    </a:cubicBezTo>
                    <a:cubicBezTo>
                      <a:pt x="26815" y="35010"/>
                      <a:pt x="27150" y="35269"/>
                      <a:pt x="27526" y="35453"/>
                    </a:cubicBezTo>
                    <a:cubicBezTo>
                      <a:pt x="28058" y="35717"/>
                      <a:pt x="28661" y="35859"/>
                      <a:pt x="29301" y="35859"/>
                    </a:cubicBezTo>
                    <a:cubicBezTo>
                      <a:pt x="29589" y="35859"/>
                      <a:pt x="29884" y="35831"/>
                      <a:pt x="30183" y="35771"/>
                    </a:cubicBezTo>
                    <a:cubicBezTo>
                      <a:pt x="31126" y="35568"/>
                      <a:pt x="32134" y="35087"/>
                      <a:pt x="32885" y="34067"/>
                    </a:cubicBezTo>
                    <a:cubicBezTo>
                      <a:pt x="33287" y="33485"/>
                      <a:pt x="33484" y="32951"/>
                      <a:pt x="33596" y="32308"/>
                    </a:cubicBezTo>
                    <a:cubicBezTo>
                      <a:pt x="33716" y="31673"/>
                      <a:pt x="33670" y="30998"/>
                      <a:pt x="33510" y="30381"/>
                    </a:cubicBezTo>
                    <a:cubicBezTo>
                      <a:pt x="33194" y="29124"/>
                      <a:pt x="32462" y="28123"/>
                      <a:pt x="31638" y="27317"/>
                    </a:cubicBezTo>
                    <a:cubicBezTo>
                      <a:pt x="30822" y="26508"/>
                      <a:pt x="29793" y="25825"/>
                      <a:pt x="28723" y="25349"/>
                    </a:cubicBezTo>
                    <a:cubicBezTo>
                      <a:pt x="26604" y="24389"/>
                      <a:pt x="24436" y="24025"/>
                      <a:pt x="22451" y="23427"/>
                    </a:cubicBezTo>
                    <a:cubicBezTo>
                      <a:pt x="20318" y="22812"/>
                      <a:pt x="18143" y="22249"/>
                      <a:pt x="16012" y="21581"/>
                    </a:cubicBezTo>
                    <a:cubicBezTo>
                      <a:pt x="13894" y="20914"/>
                      <a:pt x="11778" y="20148"/>
                      <a:pt x="9935" y="19113"/>
                    </a:cubicBezTo>
                    <a:cubicBezTo>
                      <a:pt x="8084" y="18075"/>
                      <a:pt x="6442" y="16765"/>
                      <a:pt x="5315" y="15193"/>
                    </a:cubicBezTo>
                    <a:cubicBezTo>
                      <a:pt x="5178" y="14991"/>
                      <a:pt x="5082" y="14862"/>
                      <a:pt x="4939" y="14625"/>
                    </a:cubicBezTo>
                    <a:lnTo>
                      <a:pt x="4723" y="14254"/>
                    </a:lnTo>
                    <a:lnTo>
                      <a:pt x="4679" y="14181"/>
                    </a:lnTo>
                    <a:lnTo>
                      <a:pt x="4679" y="14181"/>
                    </a:lnTo>
                    <a:cubicBezTo>
                      <a:pt x="4682" y="14186"/>
                      <a:pt x="4684" y="14188"/>
                      <a:pt x="4684" y="14188"/>
                    </a:cubicBezTo>
                    <a:cubicBezTo>
                      <a:pt x="4687" y="14188"/>
                      <a:pt x="4659" y="14132"/>
                      <a:pt x="4659" y="14132"/>
                    </a:cubicBezTo>
                    <a:lnTo>
                      <a:pt x="4587" y="13979"/>
                    </a:lnTo>
                    <a:cubicBezTo>
                      <a:pt x="4379" y="13582"/>
                      <a:pt x="4228" y="13156"/>
                      <a:pt x="4096" y="12727"/>
                    </a:cubicBezTo>
                    <a:cubicBezTo>
                      <a:pt x="3838" y="11865"/>
                      <a:pt x="3761" y="10953"/>
                      <a:pt x="3823" y="10072"/>
                    </a:cubicBezTo>
                    <a:cubicBezTo>
                      <a:pt x="3948" y="8311"/>
                      <a:pt x="4649" y="6654"/>
                      <a:pt x="5743" y="5558"/>
                    </a:cubicBezTo>
                    <a:cubicBezTo>
                      <a:pt x="5987" y="5268"/>
                      <a:pt x="6325" y="5029"/>
                      <a:pt x="6586" y="4823"/>
                    </a:cubicBezTo>
                    <a:cubicBezTo>
                      <a:pt x="6720" y="4737"/>
                      <a:pt x="6847" y="4646"/>
                      <a:pt x="6971" y="4550"/>
                    </a:cubicBezTo>
                    <a:cubicBezTo>
                      <a:pt x="7148" y="4447"/>
                      <a:pt x="7388" y="4335"/>
                      <a:pt x="7589" y="4229"/>
                    </a:cubicBezTo>
                    <a:cubicBezTo>
                      <a:pt x="8180" y="3952"/>
                      <a:pt x="8936" y="3693"/>
                      <a:pt x="9631" y="3614"/>
                    </a:cubicBezTo>
                    <a:cubicBezTo>
                      <a:pt x="10052" y="3554"/>
                      <a:pt x="10473" y="3527"/>
                      <a:pt x="10888" y="3527"/>
                    </a:cubicBezTo>
                    <a:cubicBezTo>
                      <a:pt x="11865" y="3527"/>
                      <a:pt x="12809" y="3678"/>
                      <a:pt x="13654" y="3909"/>
                    </a:cubicBezTo>
                    <a:cubicBezTo>
                      <a:pt x="14866" y="4232"/>
                      <a:pt x="15888" y="4699"/>
                      <a:pt x="16704" y="5120"/>
                    </a:cubicBezTo>
                    <a:cubicBezTo>
                      <a:pt x="17532" y="5546"/>
                      <a:pt x="18111" y="5960"/>
                      <a:pt x="18492" y="6214"/>
                    </a:cubicBezTo>
                    <a:lnTo>
                      <a:pt x="19157" y="6721"/>
                    </a:lnTo>
                    <a:lnTo>
                      <a:pt x="21151" y="4222"/>
                    </a:lnTo>
                    <a:lnTo>
                      <a:pt x="20507" y="3686"/>
                    </a:lnTo>
                    <a:cubicBezTo>
                      <a:pt x="19998" y="3303"/>
                      <a:pt x="19287" y="2757"/>
                      <a:pt x="18322" y="2207"/>
                    </a:cubicBezTo>
                    <a:cubicBezTo>
                      <a:pt x="17144" y="1527"/>
                      <a:pt x="15892" y="986"/>
                      <a:pt x="14590" y="598"/>
                    </a:cubicBezTo>
                    <a:cubicBezTo>
                      <a:pt x="13435" y="258"/>
                      <a:pt x="12094" y="1"/>
                      <a:pt x="1061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87" name="Google Shape;4887;p73"/>
              <p:cNvSpPr/>
              <p:nvPr/>
            </p:nvSpPr>
            <p:spPr>
              <a:xfrm>
                <a:off x="2987525" y="285250"/>
                <a:ext cx="786050" cy="845950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33838" extrusionOk="0">
                    <a:moveTo>
                      <a:pt x="26798" y="29774"/>
                    </a:moveTo>
                    <a:cubicBezTo>
                      <a:pt x="26799" y="29776"/>
                      <a:pt x="26799" y="29778"/>
                      <a:pt x="26798" y="29779"/>
                    </a:cubicBezTo>
                    <a:lnTo>
                      <a:pt x="26798" y="29779"/>
                    </a:lnTo>
                    <a:cubicBezTo>
                      <a:pt x="26799" y="29778"/>
                      <a:pt x="26799" y="29776"/>
                      <a:pt x="26798" y="29774"/>
                    </a:cubicBezTo>
                    <a:close/>
                    <a:moveTo>
                      <a:pt x="26798" y="29779"/>
                    </a:moveTo>
                    <a:cubicBezTo>
                      <a:pt x="26797" y="29780"/>
                      <a:pt x="26795" y="29780"/>
                      <a:pt x="26791" y="29780"/>
                    </a:cubicBezTo>
                    <a:lnTo>
                      <a:pt x="26791" y="29780"/>
                    </a:lnTo>
                    <a:cubicBezTo>
                      <a:pt x="26792" y="29780"/>
                      <a:pt x="26793" y="29781"/>
                      <a:pt x="26793" y="29781"/>
                    </a:cubicBezTo>
                    <a:cubicBezTo>
                      <a:pt x="26796" y="29781"/>
                      <a:pt x="26797" y="29780"/>
                      <a:pt x="26798" y="29779"/>
                    </a:cubicBezTo>
                    <a:close/>
                    <a:moveTo>
                      <a:pt x="9497" y="0"/>
                    </a:moveTo>
                    <a:cubicBezTo>
                      <a:pt x="9051" y="0"/>
                      <a:pt x="8593" y="26"/>
                      <a:pt x="8125" y="83"/>
                    </a:cubicBezTo>
                    <a:cubicBezTo>
                      <a:pt x="7203" y="183"/>
                      <a:pt x="6279" y="451"/>
                      <a:pt x="5343" y="873"/>
                    </a:cubicBezTo>
                    <a:cubicBezTo>
                      <a:pt x="5130" y="978"/>
                      <a:pt x="4920" y="1071"/>
                      <a:pt x="4700" y="1191"/>
                    </a:cubicBezTo>
                    <a:lnTo>
                      <a:pt x="4025" y="1622"/>
                    </a:lnTo>
                    <a:cubicBezTo>
                      <a:pt x="3603" y="1940"/>
                      <a:pt x="3180" y="2256"/>
                      <a:pt x="2823" y="2658"/>
                    </a:cubicBezTo>
                    <a:cubicBezTo>
                      <a:pt x="1305" y="4178"/>
                      <a:pt x="381" y="6369"/>
                      <a:pt x="209" y="8664"/>
                    </a:cubicBezTo>
                    <a:cubicBezTo>
                      <a:pt x="1" y="10964"/>
                      <a:pt x="712" y="13423"/>
                      <a:pt x="2122" y="15371"/>
                    </a:cubicBezTo>
                    <a:cubicBezTo>
                      <a:pt x="3517" y="17334"/>
                      <a:pt x="5458" y="18868"/>
                      <a:pt x="7550" y="20015"/>
                    </a:cubicBezTo>
                    <a:cubicBezTo>
                      <a:pt x="9652" y="21171"/>
                      <a:pt x="11895" y="21954"/>
                      <a:pt x="14104" y="22639"/>
                    </a:cubicBezTo>
                    <a:cubicBezTo>
                      <a:pt x="16319" y="23316"/>
                      <a:pt x="18511" y="23869"/>
                      <a:pt x="20608" y="24460"/>
                    </a:cubicBezTo>
                    <a:cubicBezTo>
                      <a:pt x="22736" y="25075"/>
                      <a:pt x="24821" y="25434"/>
                      <a:pt x="26568" y="26229"/>
                    </a:cubicBezTo>
                    <a:cubicBezTo>
                      <a:pt x="28277" y="26981"/>
                      <a:pt x="29709" y="28316"/>
                      <a:pt x="30176" y="29760"/>
                    </a:cubicBezTo>
                    <a:cubicBezTo>
                      <a:pt x="30396" y="30464"/>
                      <a:pt x="30331" y="31242"/>
                      <a:pt x="30011" y="31802"/>
                    </a:cubicBezTo>
                    <a:cubicBezTo>
                      <a:pt x="29683" y="32379"/>
                      <a:pt x="29110" y="32802"/>
                      <a:pt x="28514" y="33010"/>
                    </a:cubicBezTo>
                    <a:cubicBezTo>
                      <a:pt x="28209" y="33125"/>
                      <a:pt x="27890" y="33178"/>
                      <a:pt x="27580" y="33178"/>
                    </a:cubicBezTo>
                    <a:cubicBezTo>
                      <a:pt x="26699" y="33178"/>
                      <a:pt x="25900" y="32750"/>
                      <a:pt x="25757" y="32098"/>
                    </a:cubicBezTo>
                    <a:cubicBezTo>
                      <a:pt x="25486" y="31196"/>
                      <a:pt x="25678" y="30341"/>
                      <a:pt x="26051" y="29999"/>
                    </a:cubicBezTo>
                    <a:cubicBezTo>
                      <a:pt x="26270" y="29804"/>
                      <a:pt x="26483" y="29768"/>
                      <a:pt x="26625" y="29768"/>
                    </a:cubicBezTo>
                    <a:cubicBezTo>
                      <a:pt x="26708" y="29768"/>
                      <a:pt x="26768" y="29780"/>
                      <a:pt x="26790" y="29780"/>
                    </a:cubicBezTo>
                    <a:cubicBezTo>
                      <a:pt x="26790" y="29780"/>
                      <a:pt x="26791" y="29780"/>
                      <a:pt x="26791" y="29780"/>
                    </a:cubicBezTo>
                    <a:lnTo>
                      <a:pt x="26791" y="29780"/>
                    </a:lnTo>
                    <a:cubicBezTo>
                      <a:pt x="26764" y="29777"/>
                      <a:pt x="26659" y="29726"/>
                      <a:pt x="26493" y="29726"/>
                    </a:cubicBezTo>
                    <a:cubicBezTo>
                      <a:pt x="26356" y="29726"/>
                      <a:pt x="26177" y="29761"/>
                      <a:pt x="25965" y="29889"/>
                    </a:cubicBezTo>
                    <a:cubicBezTo>
                      <a:pt x="25477" y="30229"/>
                      <a:pt x="25127" y="31131"/>
                      <a:pt x="25343" y="32211"/>
                    </a:cubicBezTo>
                    <a:cubicBezTo>
                      <a:pt x="25398" y="32470"/>
                      <a:pt x="25527" y="32807"/>
                      <a:pt x="25750" y="33037"/>
                    </a:cubicBezTo>
                    <a:cubicBezTo>
                      <a:pt x="25980" y="33276"/>
                      <a:pt x="26257" y="33465"/>
                      <a:pt x="26564" y="33592"/>
                    </a:cubicBezTo>
                    <a:cubicBezTo>
                      <a:pt x="26941" y="33753"/>
                      <a:pt x="27364" y="33838"/>
                      <a:pt x="27807" y="33838"/>
                    </a:cubicBezTo>
                    <a:cubicBezTo>
                      <a:pt x="28109" y="33838"/>
                      <a:pt x="28419" y="33798"/>
                      <a:pt x="28730" y="33717"/>
                    </a:cubicBezTo>
                    <a:cubicBezTo>
                      <a:pt x="29486" y="33511"/>
                      <a:pt x="30264" y="33063"/>
                      <a:pt x="30788" y="32280"/>
                    </a:cubicBezTo>
                    <a:cubicBezTo>
                      <a:pt x="31296" y="31481"/>
                      <a:pt x="31442" y="30442"/>
                      <a:pt x="31162" y="29475"/>
                    </a:cubicBezTo>
                    <a:cubicBezTo>
                      <a:pt x="30894" y="28510"/>
                      <a:pt x="30303" y="27665"/>
                      <a:pt x="29577" y="26969"/>
                    </a:cubicBezTo>
                    <a:cubicBezTo>
                      <a:pt x="28859" y="26267"/>
                      <a:pt x="27971" y="25679"/>
                      <a:pt x="27009" y="25255"/>
                    </a:cubicBezTo>
                    <a:cubicBezTo>
                      <a:pt x="25089" y="24386"/>
                      <a:pt x="22966" y="24029"/>
                      <a:pt x="20900" y="23426"/>
                    </a:cubicBezTo>
                    <a:cubicBezTo>
                      <a:pt x="18789" y="22828"/>
                      <a:pt x="16601" y="22272"/>
                      <a:pt x="14423" y="21604"/>
                    </a:cubicBezTo>
                    <a:cubicBezTo>
                      <a:pt x="12254" y="20932"/>
                      <a:pt x="10066" y="20159"/>
                      <a:pt x="8077" y="19060"/>
                    </a:cubicBezTo>
                    <a:cubicBezTo>
                      <a:pt x="6090" y="17971"/>
                      <a:pt x="4285" y="16527"/>
                      <a:pt x="3014" y="14737"/>
                    </a:cubicBezTo>
                    <a:cubicBezTo>
                      <a:pt x="1739" y="12956"/>
                      <a:pt x="1128" y="10816"/>
                      <a:pt x="1310" y="8743"/>
                    </a:cubicBezTo>
                    <a:cubicBezTo>
                      <a:pt x="1466" y="6692"/>
                      <a:pt x="2291" y="4750"/>
                      <a:pt x="3618" y="3429"/>
                    </a:cubicBezTo>
                    <a:cubicBezTo>
                      <a:pt x="3924" y="3080"/>
                      <a:pt x="4309" y="2802"/>
                      <a:pt x="4656" y="2536"/>
                    </a:cubicBezTo>
                    <a:lnTo>
                      <a:pt x="5197" y="2177"/>
                    </a:lnTo>
                    <a:cubicBezTo>
                      <a:pt x="5396" y="2065"/>
                      <a:pt x="5621" y="1962"/>
                      <a:pt x="5829" y="1856"/>
                    </a:cubicBezTo>
                    <a:cubicBezTo>
                      <a:pt x="6605" y="1502"/>
                      <a:pt x="7450" y="1236"/>
                      <a:pt x="8266" y="1145"/>
                    </a:cubicBezTo>
                    <a:cubicBezTo>
                      <a:pt x="8716" y="1086"/>
                      <a:pt x="9160" y="1060"/>
                      <a:pt x="9594" y="1060"/>
                    </a:cubicBezTo>
                    <a:cubicBezTo>
                      <a:pt x="10744" y="1060"/>
                      <a:pt x="11825" y="1247"/>
                      <a:pt x="12781" y="1514"/>
                    </a:cubicBezTo>
                    <a:cubicBezTo>
                      <a:pt x="13922" y="1837"/>
                      <a:pt x="15026" y="2290"/>
                      <a:pt x="16067" y="2864"/>
                    </a:cubicBezTo>
                    <a:cubicBezTo>
                      <a:pt x="16943" y="3333"/>
                      <a:pt x="17570" y="3795"/>
                      <a:pt x="17992" y="4094"/>
                    </a:cubicBezTo>
                    <a:lnTo>
                      <a:pt x="18650" y="4614"/>
                    </a:lnTo>
                    <a:lnTo>
                      <a:pt x="19253" y="3858"/>
                    </a:lnTo>
                    <a:lnTo>
                      <a:pt x="18600" y="3333"/>
                    </a:lnTo>
                    <a:cubicBezTo>
                      <a:pt x="18135" y="2996"/>
                      <a:pt x="17470" y="2498"/>
                      <a:pt x="16551" y="1993"/>
                    </a:cubicBezTo>
                    <a:cubicBezTo>
                      <a:pt x="15445" y="1373"/>
                      <a:pt x="14274" y="880"/>
                      <a:pt x="13058" y="523"/>
                    </a:cubicBezTo>
                    <a:cubicBezTo>
                      <a:pt x="12009" y="220"/>
                      <a:pt x="10803" y="0"/>
                      <a:pt x="9497" y="0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88" name="Google Shape;4888;p73"/>
              <p:cNvSpPr/>
              <p:nvPr/>
            </p:nvSpPr>
            <p:spPr>
              <a:xfrm>
                <a:off x="3368550" y="238100"/>
                <a:ext cx="1089150" cy="1354050"/>
              </a:xfrm>
              <a:custGeom>
                <a:avLst/>
                <a:gdLst/>
                <a:ahLst/>
                <a:cxnLst/>
                <a:rect l="l" t="t" r="r" b="b"/>
                <a:pathLst>
                  <a:path w="43566" h="54162" extrusionOk="0">
                    <a:moveTo>
                      <a:pt x="40538" y="1"/>
                    </a:moveTo>
                    <a:cubicBezTo>
                      <a:pt x="40536" y="1"/>
                      <a:pt x="40535" y="1"/>
                      <a:pt x="40533" y="1"/>
                    </a:cubicBezTo>
                    <a:lnTo>
                      <a:pt x="23581" y="183"/>
                    </a:lnTo>
                    <a:lnTo>
                      <a:pt x="19703" y="224"/>
                    </a:lnTo>
                    <a:lnTo>
                      <a:pt x="2751" y="406"/>
                    </a:lnTo>
                    <a:cubicBezTo>
                      <a:pt x="2416" y="408"/>
                      <a:pt x="2128" y="645"/>
                      <a:pt x="2061" y="973"/>
                    </a:cubicBezTo>
                    <a:cubicBezTo>
                      <a:pt x="1530" y="3469"/>
                      <a:pt x="0" y="13846"/>
                      <a:pt x="8783" y="22600"/>
                    </a:cubicBezTo>
                    <a:cubicBezTo>
                      <a:pt x="18846" y="32630"/>
                      <a:pt x="19789" y="34399"/>
                      <a:pt x="18887" y="42942"/>
                    </a:cubicBezTo>
                    <a:cubicBezTo>
                      <a:pt x="17982" y="51485"/>
                      <a:pt x="13855" y="54161"/>
                      <a:pt x="13855" y="54161"/>
                    </a:cubicBezTo>
                    <a:lnTo>
                      <a:pt x="22106" y="54072"/>
                    </a:lnTo>
                    <a:lnTo>
                      <a:pt x="22326" y="54070"/>
                    </a:lnTo>
                    <a:lnTo>
                      <a:pt x="30577" y="53982"/>
                    </a:lnTo>
                    <a:cubicBezTo>
                      <a:pt x="30577" y="53982"/>
                      <a:pt x="26396" y="51394"/>
                      <a:pt x="25309" y="42870"/>
                    </a:cubicBezTo>
                    <a:cubicBezTo>
                      <a:pt x="24222" y="34348"/>
                      <a:pt x="25127" y="32560"/>
                      <a:pt x="34972" y="22320"/>
                    </a:cubicBezTo>
                    <a:cubicBezTo>
                      <a:pt x="43566" y="13379"/>
                      <a:pt x="41816" y="3039"/>
                      <a:pt x="41232" y="554"/>
                    </a:cubicBezTo>
                    <a:cubicBezTo>
                      <a:pt x="41158" y="228"/>
                      <a:pt x="40869" y="1"/>
                      <a:pt x="40538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89" name="Google Shape;4889;p73"/>
              <p:cNvSpPr/>
              <p:nvPr/>
            </p:nvSpPr>
            <p:spPr>
              <a:xfrm>
                <a:off x="3588225" y="1559325"/>
                <a:ext cx="673800" cy="265125"/>
              </a:xfrm>
              <a:custGeom>
                <a:avLst/>
                <a:gdLst/>
                <a:ahLst/>
                <a:cxnLst/>
                <a:rect l="l" t="t" r="r" b="b"/>
                <a:pathLst>
                  <a:path w="26952" h="10605" extrusionOk="0">
                    <a:moveTo>
                      <a:pt x="26784" y="0"/>
                    </a:moveTo>
                    <a:lnTo>
                      <a:pt x="58" y="285"/>
                    </a:lnTo>
                    <a:cubicBezTo>
                      <a:pt x="27" y="285"/>
                      <a:pt x="1" y="311"/>
                      <a:pt x="1" y="343"/>
                    </a:cubicBezTo>
                    <a:lnTo>
                      <a:pt x="111" y="10604"/>
                    </a:lnTo>
                    <a:lnTo>
                      <a:pt x="26951" y="10320"/>
                    </a:lnTo>
                    <a:lnTo>
                      <a:pt x="26841" y="58"/>
                    </a:lnTo>
                    <a:cubicBezTo>
                      <a:pt x="26841" y="27"/>
                      <a:pt x="26815" y="0"/>
                      <a:pt x="26784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90" name="Google Shape;4890;p73"/>
              <p:cNvSpPr/>
              <p:nvPr/>
            </p:nvSpPr>
            <p:spPr>
              <a:xfrm>
                <a:off x="3513850" y="1774875"/>
                <a:ext cx="825300" cy="92000"/>
              </a:xfrm>
              <a:custGeom>
                <a:avLst/>
                <a:gdLst/>
                <a:ahLst/>
                <a:cxnLst/>
                <a:rect l="l" t="t" r="r" b="b"/>
                <a:pathLst>
                  <a:path w="33012" h="3680" extrusionOk="0">
                    <a:moveTo>
                      <a:pt x="32921" y="0"/>
                    </a:moveTo>
                    <a:lnTo>
                      <a:pt x="58" y="350"/>
                    </a:lnTo>
                    <a:cubicBezTo>
                      <a:pt x="27" y="350"/>
                      <a:pt x="0" y="376"/>
                      <a:pt x="0" y="410"/>
                    </a:cubicBezTo>
                    <a:lnTo>
                      <a:pt x="36" y="3680"/>
                    </a:lnTo>
                    <a:lnTo>
                      <a:pt x="33012" y="3328"/>
                    </a:lnTo>
                    <a:lnTo>
                      <a:pt x="32978" y="58"/>
                    </a:lnTo>
                    <a:cubicBezTo>
                      <a:pt x="32978" y="27"/>
                      <a:pt x="32952" y="0"/>
                      <a:pt x="32921" y="0"/>
                    </a:cubicBezTo>
                    <a:close/>
                  </a:path>
                </a:pathLst>
              </a:custGeom>
              <a:solidFill>
                <a:srgbClr val="E7ECE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91" name="Google Shape;4891;p73"/>
              <p:cNvSpPr/>
              <p:nvPr/>
            </p:nvSpPr>
            <p:spPr>
              <a:xfrm>
                <a:off x="3466550" y="322000"/>
                <a:ext cx="893500" cy="458025"/>
              </a:xfrm>
              <a:custGeom>
                <a:avLst/>
                <a:gdLst/>
                <a:ahLst/>
                <a:cxnLst/>
                <a:rect l="l" t="t" r="r" b="b"/>
                <a:pathLst>
                  <a:path w="35740" h="18321" extrusionOk="0">
                    <a:moveTo>
                      <a:pt x="34103" y="1"/>
                    </a:moveTo>
                    <a:cubicBezTo>
                      <a:pt x="34097" y="1"/>
                      <a:pt x="34091" y="1"/>
                      <a:pt x="34085" y="1"/>
                    </a:cubicBezTo>
                    <a:lnTo>
                      <a:pt x="18162" y="171"/>
                    </a:lnTo>
                    <a:lnTo>
                      <a:pt x="17351" y="181"/>
                    </a:lnTo>
                    <a:lnTo>
                      <a:pt x="1428" y="350"/>
                    </a:lnTo>
                    <a:cubicBezTo>
                      <a:pt x="834" y="353"/>
                      <a:pt x="348" y="820"/>
                      <a:pt x="320" y="1413"/>
                    </a:cubicBezTo>
                    <a:cubicBezTo>
                      <a:pt x="315" y="1492"/>
                      <a:pt x="312" y="1578"/>
                      <a:pt x="310" y="1667"/>
                    </a:cubicBezTo>
                    <a:cubicBezTo>
                      <a:pt x="1" y="10807"/>
                      <a:pt x="7459" y="18321"/>
                      <a:pt x="16585" y="18321"/>
                    </a:cubicBezTo>
                    <a:cubicBezTo>
                      <a:pt x="16644" y="18321"/>
                      <a:pt x="16703" y="18321"/>
                      <a:pt x="16762" y="18320"/>
                    </a:cubicBezTo>
                    <a:lnTo>
                      <a:pt x="17545" y="18310"/>
                    </a:lnTo>
                    <a:lnTo>
                      <a:pt x="18354" y="18303"/>
                    </a:lnTo>
                    <a:lnTo>
                      <a:pt x="19136" y="18294"/>
                    </a:lnTo>
                    <a:cubicBezTo>
                      <a:pt x="28343" y="18196"/>
                      <a:pt x="35739" y="10485"/>
                      <a:pt x="35229" y="1294"/>
                    </a:cubicBezTo>
                    <a:cubicBezTo>
                      <a:pt x="35225" y="1203"/>
                      <a:pt x="35220" y="1119"/>
                      <a:pt x="35215" y="1040"/>
                    </a:cubicBezTo>
                    <a:cubicBezTo>
                      <a:pt x="35175" y="455"/>
                      <a:pt x="34689" y="1"/>
                      <a:pt x="34103" y="1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92" name="Google Shape;4892;p73"/>
              <p:cNvSpPr/>
              <p:nvPr/>
            </p:nvSpPr>
            <p:spPr>
              <a:xfrm>
                <a:off x="3472850" y="260850"/>
                <a:ext cx="874375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34975" h="2266" extrusionOk="0">
                    <a:moveTo>
                      <a:pt x="34014" y="1"/>
                    </a:moveTo>
                    <a:cubicBezTo>
                      <a:pt x="34011" y="1"/>
                      <a:pt x="34008" y="1"/>
                      <a:pt x="34005" y="1"/>
                    </a:cubicBezTo>
                    <a:lnTo>
                      <a:pt x="953" y="355"/>
                    </a:lnTo>
                    <a:cubicBezTo>
                      <a:pt x="424" y="360"/>
                      <a:pt x="1" y="791"/>
                      <a:pt x="8" y="1320"/>
                    </a:cubicBezTo>
                    <a:cubicBezTo>
                      <a:pt x="13" y="1843"/>
                      <a:pt x="441" y="2265"/>
                      <a:pt x="964" y="2265"/>
                    </a:cubicBezTo>
                    <a:cubicBezTo>
                      <a:pt x="967" y="2265"/>
                      <a:pt x="969" y="2265"/>
                      <a:pt x="972" y="2265"/>
                    </a:cubicBezTo>
                    <a:lnTo>
                      <a:pt x="34022" y="1913"/>
                    </a:lnTo>
                    <a:cubicBezTo>
                      <a:pt x="34551" y="1906"/>
                      <a:pt x="34975" y="1473"/>
                      <a:pt x="34968" y="946"/>
                    </a:cubicBezTo>
                    <a:cubicBezTo>
                      <a:pt x="34963" y="422"/>
                      <a:pt x="34537" y="1"/>
                      <a:pt x="34014" y="1"/>
                    </a:cubicBezTo>
                    <a:close/>
                  </a:path>
                </a:pathLst>
              </a:custGeom>
              <a:solidFill>
                <a:srgbClr val="DBE2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93" name="Google Shape;4893;p73"/>
              <p:cNvSpPr/>
              <p:nvPr/>
            </p:nvSpPr>
            <p:spPr>
              <a:xfrm>
                <a:off x="3746150" y="421050"/>
                <a:ext cx="332625" cy="316350"/>
              </a:xfrm>
              <a:custGeom>
                <a:avLst/>
                <a:gdLst/>
                <a:ahLst/>
                <a:cxnLst/>
                <a:rect l="l" t="t" r="r" b="b"/>
                <a:pathLst>
                  <a:path w="13305" h="12654" extrusionOk="0">
                    <a:moveTo>
                      <a:pt x="6653" y="1"/>
                    </a:moveTo>
                    <a:lnTo>
                      <a:pt x="4597" y="4166"/>
                    </a:lnTo>
                    <a:lnTo>
                      <a:pt x="1" y="4833"/>
                    </a:lnTo>
                    <a:lnTo>
                      <a:pt x="3325" y="8075"/>
                    </a:lnTo>
                    <a:lnTo>
                      <a:pt x="2540" y="12654"/>
                    </a:lnTo>
                    <a:lnTo>
                      <a:pt x="6653" y="10492"/>
                    </a:lnTo>
                    <a:lnTo>
                      <a:pt x="10765" y="12654"/>
                    </a:lnTo>
                    <a:lnTo>
                      <a:pt x="9978" y="8075"/>
                    </a:lnTo>
                    <a:lnTo>
                      <a:pt x="13305" y="4833"/>
                    </a:lnTo>
                    <a:lnTo>
                      <a:pt x="8709" y="4166"/>
                    </a:lnTo>
                    <a:lnTo>
                      <a:pt x="6653" y="1"/>
                    </a:lnTo>
                    <a:close/>
                    <a:moveTo>
                      <a:pt x="2540" y="12654"/>
                    </a:moveTo>
                    <a:lnTo>
                      <a:pt x="2540" y="12654"/>
                    </a:lnTo>
                    <a:lnTo>
                      <a:pt x="2540" y="126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894" name="Google Shape;4894;p73"/>
          <p:cNvGrpSpPr/>
          <p:nvPr/>
        </p:nvGrpSpPr>
        <p:grpSpPr>
          <a:xfrm>
            <a:off x="3307656" y="4712614"/>
            <a:ext cx="1657504" cy="850319"/>
            <a:chOff x="2496310" y="3693351"/>
            <a:chExt cx="1342906" cy="688926"/>
          </a:xfrm>
        </p:grpSpPr>
        <p:grpSp>
          <p:nvGrpSpPr>
            <p:cNvPr id="4895" name="Google Shape;4895;p73"/>
            <p:cNvGrpSpPr/>
            <p:nvPr/>
          </p:nvGrpSpPr>
          <p:grpSpPr>
            <a:xfrm>
              <a:off x="2496310" y="3693351"/>
              <a:ext cx="1342906" cy="688875"/>
              <a:chOff x="2496310" y="3693351"/>
              <a:chExt cx="1342906" cy="688875"/>
            </a:xfrm>
          </p:grpSpPr>
          <p:sp>
            <p:nvSpPr>
              <p:cNvPr id="4896" name="Google Shape;4896;p73"/>
              <p:cNvSpPr/>
              <p:nvPr/>
            </p:nvSpPr>
            <p:spPr>
              <a:xfrm>
                <a:off x="2567815" y="3809577"/>
                <a:ext cx="1200140" cy="572649"/>
              </a:xfrm>
              <a:custGeom>
                <a:avLst/>
                <a:gdLst/>
                <a:ahLst/>
                <a:cxnLst/>
                <a:rect l="l" t="t" r="r" b="b"/>
                <a:pathLst>
                  <a:path w="66087" h="33020" extrusionOk="0">
                    <a:moveTo>
                      <a:pt x="33019" y="0"/>
                    </a:moveTo>
                    <a:cubicBezTo>
                      <a:pt x="14818" y="0"/>
                      <a:pt x="0" y="14808"/>
                      <a:pt x="0" y="33019"/>
                    </a:cubicBezTo>
                    <a:lnTo>
                      <a:pt x="1659" y="33019"/>
                    </a:lnTo>
                    <a:cubicBezTo>
                      <a:pt x="1659" y="15718"/>
                      <a:pt x="15718" y="1659"/>
                      <a:pt x="33019" y="1659"/>
                    </a:cubicBezTo>
                    <a:cubicBezTo>
                      <a:pt x="50321" y="1659"/>
                      <a:pt x="64427" y="15718"/>
                      <a:pt x="64427" y="33019"/>
                    </a:cubicBezTo>
                    <a:lnTo>
                      <a:pt x="66086" y="33019"/>
                    </a:lnTo>
                    <a:cubicBezTo>
                      <a:pt x="66086" y="14808"/>
                      <a:pt x="51269" y="0"/>
                      <a:pt x="33019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97" name="Google Shape;4897;p73"/>
              <p:cNvSpPr/>
              <p:nvPr/>
            </p:nvSpPr>
            <p:spPr>
              <a:xfrm>
                <a:off x="3420688" y="3858516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98" name="Google Shape;4898;p73"/>
              <p:cNvSpPr/>
              <p:nvPr/>
            </p:nvSpPr>
            <p:spPr>
              <a:xfrm>
                <a:off x="3135700" y="3791751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99" name="Google Shape;4899;p73"/>
              <p:cNvSpPr/>
              <p:nvPr/>
            </p:nvSpPr>
            <p:spPr>
              <a:xfrm>
                <a:off x="3620515" y="4032917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00" name="Google Shape;4900;p73"/>
              <p:cNvSpPr/>
              <p:nvPr/>
            </p:nvSpPr>
            <p:spPr>
              <a:xfrm>
                <a:off x="2843808" y="3858516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01" name="Google Shape;4901;p73"/>
              <p:cNvSpPr/>
              <p:nvPr/>
            </p:nvSpPr>
            <p:spPr>
              <a:xfrm>
                <a:off x="2652010" y="4032917"/>
                <a:ext cx="65100" cy="651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4902" name="Google Shape;4902;p73"/>
              <p:cNvCxnSpPr>
                <a:stCxn id="4900" idx="0"/>
              </p:cNvCxnSpPr>
              <p:nvPr/>
            </p:nvCxnSpPr>
            <p:spPr>
              <a:xfrm rot="5400000" flipH="1">
                <a:off x="2741958" y="3724116"/>
                <a:ext cx="68700" cy="200100"/>
              </a:xfrm>
              <a:prstGeom prst="bentConnector2">
                <a:avLst/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03" name="Google Shape;4903;p73"/>
              <p:cNvCxnSpPr>
                <a:stCxn id="4897" idx="0"/>
              </p:cNvCxnSpPr>
              <p:nvPr/>
            </p:nvCxnSpPr>
            <p:spPr>
              <a:xfrm rot="-5400000">
                <a:off x="3512338" y="3723516"/>
                <a:ext cx="75900" cy="194100"/>
              </a:xfrm>
              <a:prstGeom prst="bentConnector2">
                <a:avLst/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04" name="Google Shape;4904;p73"/>
              <p:cNvCxnSpPr>
                <a:stCxn id="4898" idx="0"/>
              </p:cNvCxnSpPr>
              <p:nvPr/>
            </p:nvCxnSpPr>
            <p:spPr>
              <a:xfrm rot="-5400000">
                <a:off x="3119350" y="3742251"/>
                <a:ext cx="98400" cy="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05" name="Google Shape;4905;p73"/>
              <p:cNvCxnSpPr>
                <a:stCxn id="4901" idx="2"/>
              </p:cNvCxnSpPr>
              <p:nvPr/>
            </p:nvCxnSpPr>
            <p:spPr>
              <a:xfrm flipH="1">
                <a:off x="2496310" y="4065467"/>
                <a:ext cx="155700" cy="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06" name="Google Shape;4906;p73"/>
              <p:cNvCxnSpPr>
                <a:stCxn id="4899" idx="6"/>
              </p:cNvCxnSpPr>
              <p:nvPr/>
            </p:nvCxnSpPr>
            <p:spPr>
              <a:xfrm>
                <a:off x="3685615" y="4065467"/>
                <a:ext cx="153600" cy="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907" name="Google Shape;4907;p73"/>
            <p:cNvGrpSpPr/>
            <p:nvPr/>
          </p:nvGrpSpPr>
          <p:grpSpPr>
            <a:xfrm>
              <a:off x="2675275" y="3930557"/>
              <a:ext cx="1003306" cy="451719"/>
              <a:chOff x="2675275" y="4174282"/>
              <a:chExt cx="1003306" cy="451719"/>
            </a:xfrm>
          </p:grpSpPr>
          <p:sp>
            <p:nvSpPr>
              <p:cNvPr id="4908" name="Google Shape;4908;p73"/>
              <p:cNvSpPr/>
              <p:nvPr/>
            </p:nvSpPr>
            <p:spPr>
              <a:xfrm>
                <a:off x="2675275" y="4174282"/>
                <a:ext cx="1003306" cy="451719"/>
              </a:xfrm>
              <a:custGeom>
                <a:avLst/>
                <a:gdLst/>
                <a:ahLst/>
                <a:cxnLst/>
                <a:rect l="l" t="t" r="r" b="b"/>
                <a:pathLst>
                  <a:path w="27286" h="12285" extrusionOk="0">
                    <a:moveTo>
                      <a:pt x="13661" y="1"/>
                    </a:moveTo>
                    <a:cubicBezTo>
                      <a:pt x="10793" y="1"/>
                      <a:pt x="8149" y="858"/>
                      <a:pt x="5960" y="2341"/>
                    </a:cubicBezTo>
                    <a:cubicBezTo>
                      <a:pt x="5692" y="2529"/>
                      <a:pt x="5468" y="2681"/>
                      <a:pt x="5245" y="2868"/>
                    </a:cubicBezTo>
                    <a:cubicBezTo>
                      <a:pt x="4021" y="3798"/>
                      <a:pt x="2976" y="4950"/>
                      <a:pt x="2163" y="6219"/>
                    </a:cubicBezTo>
                    <a:cubicBezTo>
                      <a:pt x="1787" y="6808"/>
                      <a:pt x="1448" y="7407"/>
                      <a:pt x="1153" y="8041"/>
                    </a:cubicBezTo>
                    <a:cubicBezTo>
                      <a:pt x="1117" y="8113"/>
                      <a:pt x="1082" y="8193"/>
                      <a:pt x="1082" y="8265"/>
                    </a:cubicBezTo>
                    <a:cubicBezTo>
                      <a:pt x="519" y="9533"/>
                      <a:pt x="153" y="10873"/>
                      <a:pt x="1" y="12285"/>
                    </a:cubicBezTo>
                    <a:lnTo>
                      <a:pt x="27286" y="12285"/>
                    </a:lnTo>
                    <a:cubicBezTo>
                      <a:pt x="27250" y="11838"/>
                      <a:pt x="27178" y="11392"/>
                      <a:pt x="27098" y="10981"/>
                    </a:cubicBezTo>
                    <a:cubicBezTo>
                      <a:pt x="27098" y="10909"/>
                      <a:pt x="27062" y="10873"/>
                      <a:pt x="27062" y="10793"/>
                    </a:cubicBezTo>
                    <a:cubicBezTo>
                      <a:pt x="27026" y="10650"/>
                      <a:pt x="26991" y="10498"/>
                      <a:pt x="26955" y="10346"/>
                    </a:cubicBezTo>
                    <a:cubicBezTo>
                      <a:pt x="26955" y="10275"/>
                      <a:pt x="26910" y="10239"/>
                      <a:pt x="26910" y="10203"/>
                    </a:cubicBezTo>
                    <a:cubicBezTo>
                      <a:pt x="26910" y="10159"/>
                      <a:pt x="26910" y="10123"/>
                      <a:pt x="26875" y="10087"/>
                    </a:cubicBezTo>
                    <a:cubicBezTo>
                      <a:pt x="26205" y="7595"/>
                      <a:pt x="24864" y="5397"/>
                      <a:pt x="23006" y="3681"/>
                    </a:cubicBezTo>
                    <a:cubicBezTo>
                      <a:pt x="20549" y="1376"/>
                      <a:pt x="17270" y="1"/>
                      <a:pt x="13661" y="1"/>
                    </a:cubicBezTo>
                    <a:close/>
                  </a:path>
                </a:pathLst>
              </a:custGeom>
              <a:solidFill>
                <a:srgbClr val="ABBCC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09" name="Google Shape;4909;p73"/>
              <p:cNvSpPr/>
              <p:nvPr/>
            </p:nvSpPr>
            <p:spPr>
              <a:xfrm>
                <a:off x="2716046" y="4210984"/>
                <a:ext cx="921789" cy="415018"/>
              </a:xfrm>
              <a:custGeom>
                <a:avLst/>
                <a:gdLst/>
                <a:ahLst/>
                <a:cxnLst/>
                <a:rect l="l" t="t" r="r" b="b"/>
                <a:pathLst>
                  <a:path w="27286" h="12285" extrusionOk="0">
                    <a:moveTo>
                      <a:pt x="13661" y="1"/>
                    </a:moveTo>
                    <a:cubicBezTo>
                      <a:pt x="10793" y="1"/>
                      <a:pt x="8149" y="858"/>
                      <a:pt x="5960" y="2341"/>
                    </a:cubicBezTo>
                    <a:cubicBezTo>
                      <a:pt x="5692" y="2529"/>
                      <a:pt x="5468" y="2681"/>
                      <a:pt x="5245" y="2868"/>
                    </a:cubicBezTo>
                    <a:cubicBezTo>
                      <a:pt x="4021" y="3798"/>
                      <a:pt x="2976" y="4950"/>
                      <a:pt x="2163" y="6219"/>
                    </a:cubicBezTo>
                    <a:cubicBezTo>
                      <a:pt x="1787" y="6808"/>
                      <a:pt x="1448" y="7407"/>
                      <a:pt x="1153" y="8041"/>
                    </a:cubicBezTo>
                    <a:cubicBezTo>
                      <a:pt x="1117" y="8113"/>
                      <a:pt x="1082" y="8193"/>
                      <a:pt x="1082" y="8265"/>
                    </a:cubicBezTo>
                    <a:cubicBezTo>
                      <a:pt x="519" y="9533"/>
                      <a:pt x="153" y="10873"/>
                      <a:pt x="1" y="12285"/>
                    </a:cubicBezTo>
                    <a:lnTo>
                      <a:pt x="27286" y="12285"/>
                    </a:lnTo>
                    <a:cubicBezTo>
                      <a:pt x="27250" y="11838"/>
                      <a:pt x="27178" y="11392"/>
                      <a:pt x="27098" y="10981"/>
                    </a:cubicBezTo>
                    <a:cubicBezTo>
                      <a:pt x="27098" y="10909"/>
                      <a:pt x="27062" y="10873"/>
                      <a:pt x="27062" y="10793"/>
                    </a:cubicBezTo>
                    <a:cubicBezTo>
                      <a:pt x="27026" y="10650"/>
                      <a:pt x="26991" y="10498"/>
                      <a:pt x="26955" y="10346"/>
                    </a:cubicBezTo>
                    <a:cubicBezTo>
                      <a:pt x="26955" y="10275"/>
                      <a:pt x="26910" y="10239"/>
                      <a:pt x="26910" y="10203"/>
                    </a:cubicBezTo>
                    <a:cubicBezTo>
                      <a:pt x="26910" y="10159"/>
                      <a:pt x="26910" y="10123"/>
                      <a:pt x="26875" y="10087"/>
                    </a:cubicBezTo>
                    <a:cubicBezTo>
                      <a:pt x="26205" y="7595"/>
                      <a:pt x="24864" y="5397"/>
                      <a:pt x="23006" y="3681"/>
                    </a:cubicBezTo>
                    <a:cubicBezTo>
                      <a:pt x="20549" y="1376"/>
                      <a:pt x="17270" y="1"/>
                      <a:pt x="13661" y="1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10" name="Google Shape;4910;p73"/>
              <p:cNvSpPr/>
              <p:nvPr/>
            </p:nvSpPr>
            <p:spPr>
              <a:xfrm>
                <a:off x="2762606" y="4252906"/>
                <a:ext cx="828676" cy="373095"/>
              </a:xfrm>
              <a:custGeom>
                <a:avLst/>
                <a:gdLst/>
                <a:ahLst/>
                <a:cxnLst/>
                <a:rect l="l" t="t" r="r" b="b"/>
                <a:pathLst>
                  <a:path w="27286" h="12285" extrusionOk="0">
                    <a:moveTo>
                      <a:pt x="13661" y="1"/>
                    </a:moveTo>
                    <a:cubicBezTo>
                      <a:pt x="10793" y="1"/>
                      <a:pt x="8149" y="858"/>
                      <a:pt x="5960" y="2341"/>
                    </a:cubicBezTo>
                    <a:cubicBezTo>
                      <a:pt x="5692" y="2529"/>
                      <a:pt x="5468" y="2681"/>
                      <a:pt x="5245" y="2868"/>
                    </a:cubicBezTo>
                    <a:cubicBezTo>
                      <a:pt x="4021" y="3798"/>
                      <a:pt x="2976" y="4950"/>
                      <a:pt x="2163" y="6219"/>
                    </a:cubicBezTo>
                    <a:cubicBezTo>
                      <a:pt x="1787" y="6808"/>
                      <a:pt x="1448" y="7407"/>
                      <a:pt x="1153" y="8041"/>
                    </a:cubicBezTo>
                    <a:cubicBezTo>
                      <a:pt x="1117" y="8113"/>
                      <a:pt x="1082" y="8193"/>
                      <a:pt x="1082" y="8265"/>
                    </a:cubicBezTo>
                    <a:cubicBezTo>
                      <a:pt x="519" y="9533"/>
                      <a:pt x="153" y="10873"/>
                      <a:pt x="1" y="12285"/>
                    </a:cubicBezTo>
                    <a:lnTo>
                      <a:pt x="27286" y="12285"/>
                    </a:lnTo>
                    <a:cubicBezTo>
                      <a:pt x="27250" y="11838"/>
                      <a:pt x="27178" y="11392"/>
                      <a:pt x="27098" y="10981"/>
                    </a:cubicBezTo>
                    <a:cubicBezTo>
                      <a:pt x="27098" y="10909"/>
                      <a:pt x="27062" y="10873"/>
                      <a:pt x="27062" y="10793"/>
                    </a:cubicBezTo>
                    <a:cubicBezTo>
                      <a:pt x="27026" y="10650"/>
                      <a:pt x="26991" y="10498"/>
                      <a:pt x="26955" y="10346"/>
                    </a:cubicBezTo>
                    <a:cubicBezTo>
                      <a:pt x="26955" y="10275"/>
                      <a:pt x="26910" y="10239"/>
                      <a:pt x="26910" y="10203"/>
                    </a:cubicBezTo>
                    <a:cubicBezTo>
                      <a:pt x="26910" y="10159"/>
                      <a:pt x="26910" y="10123"/>
                      <a:pt x="26875" y="10087"/>
                    </a:cubicBezTo>
                    <a:cubicBezTo>
                      <a:pt x="26205" y="7595"/>
                      <a:pt x="24864" y="5397"/>
                      <a:pt x="23006" y="3681"/>
                    </a:cubicBezTo>
                    <a:cubicBezTo>
                      <a:pt x="20549" y="1376"/>
                      <a:pt x="17270" y="1"/>
                      <a:pt x="13661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11" name="Google Shape;4911;p73"/>
          <p:cNvGrpSpPr/>
          <p:nvPr/>
        </p:nvGrpSpPr>
        <p:grpSpPr>
          <a:xfrm>
            <a:off x="2205883" y="1295075"/>
            <a:ext cx="766015" cy="1166279"/>
            <a:chOff x="1715404" y="1112080"/>
            <a:chExt cx="642270" cy="977984"/>
          </a:xfrm>
        </p:grpSpPr>
        <p:grpSp>
          <p:nvGrpSpPr>
            <p:cNvPr id="4912" name="Google Shape;4912;p73"/>
            <p:cNvGrpSpPr/>
            <p:nvPr/>
          </p:nvGrpSpPr>
          <p:grpSpPr>
            <a:xfrm>
              <a:off x="1715404" y="1112080"/>
              <a:ext cx="642270" cy="977984"/>
              <a:chOff x="1715404" y="1112080"/>
              <a:chExt cx="642270" cy="977984"/>
            </a:xfrm>
          </p:grpSpPr>
          <p:sp>
            <p:nvSpPr>
              <p:cNvPr id="4913" name="Google Shape;4913;p73"/>
              <p:cNvSpPr/>
              <p:nvPr/>
            </p:nvSpPr>
            <p:spPr>
              <a:xfrm>
                <a:off x="1715404" y="1112080"/>
                <a:ext cx="642270" cy="642270"/>
              </a:xfrm>
              <a:custGeom>
                <a:avLst/>
                <a:gdLst/>
                <a:ahLst/>
                <a:cxnLst/>
                <a:rect l="l" t="t" r="r" b="b"/>
                <a:pathLst>
                  <a:path w="41544" h="41544" extrusionOk="0">
                    <a:moveTo>
                      <a:pt x="20773" y="3462"/>
                    </a:moveTo>
                    <a:cubicBezTo>
                      <a:pt x="30333" y="3462"/>
                      <a:pt x="38081" y="11211"/>
                      <a:pt x="38081" y="20771"/>
                    </a:cubicBezTo>
                    <a:cubicBezTo>
                      <a:pt x="38081" y="30331"/>
                      <a:pt x="30333" y="38081"/>
                      <a:pt x="20773" y="38081"/>
                    </a:cubicBezTo>
                    <a:cubicBezTo>
                      <a:pt x="11213" y="38081"/>
                      <a:pt x="3462" y="30331"/>
                      <a:pt x="3462" y="20771"/>
                    </a:cubicBezTo>
                    <a:cubicBezTo>
                      <a:pt x="3462" y="11211"/>
                      <a:pt x="11213" y="3462"/>
                      <a:pt x="20773" y="3462"/>
                    </a:cubicBezTo>
                    <a:close/>
                    <a:moveTo>
                      <a:pt x="20773" y="0"/>
                    </a:moveTo>
                    <a:cubicBezTo>
                      <a:pt x="9301" y="0"/>
                      <a:pt x="0" y="9299"/>
                      <a:pt x="0" y="20771"/>
                    </a:cubicBezTo>
                    <a:cubicBezTo>
                      <a:pt x="0" y="32243"/>
                      <a:pt x="9301" y="41543"/>
                      <a:pt x="20773" y="41543"/>
                    </a:cubicBezTo>
                    <a:cubicBezTo>
                      <a:pt x="32245" y="41543"/>
                      <a:pt x="41543" y="32243"/>
                      <a:pt x="41543" y="20771"/>
                    </a:cubicBezTo>
                    <a:cubicBezTo>
                      <a:pt x="41543" y="9299"/>
                      <a:pt x="32245" y="0"/>
                      <a:pt x="20773" y="0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14" name="Google Shape;4914;p73"/>
              <p:cNvSpPr/>
              <p:nvPr/>
            </p:nvSpPr>
            <p:spPr>
              <a:xfrm>
                <a:off x="1956781" y="1714402"/>
                <a:ext cx="9121" cy="375663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4299" extrusionOk="0">
                    <a:moveTo>
                      <a:pt x="0" y="0"/>
                    </a:moveTo>
                    <a:lnTo>
                      <a:pt x="0" y="24299"/>
                    </a:lnTo>
                    <a:lnTo>
                      <a:pt x="589" y="24299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15" name="Google Shape;4915;p73"/>
            <p:cNvGrpSpPr/>
            <p:nvPr/>
          </p:nvGrpSpPr>
          <p:grpSpPr>
            <a:xfrm>
              <a:off x="1768927" y="1165603"/>
              <a:ext cx="535225" cy="851367"/>
              <a:chOff x="1768927" y="1165603"/>
              <a:chExt cx="535225" cy="851367"/>
            </a:xfrm>
          </p:grpSpPr>
          <p:sp>
            <p:nvSpPr>
              <p:cNvPr id="4916" name="Google Shape;4916;p73"/>
              <p:cNvSpPr/>
              <p:nvPr/>
            </p:nvSpPr>
            <p:spPr>
              <a:xfrm>
                <a:off x="1768927" y="1165603"/>
                <a:ext cx="535225" cy="535225"/>
              </a:xfrm>
              <a:custGeom>
                <a:avLst/>
                <a:gdLst/>
                <a:ahLst/>
                <a:cxnLst/>
                <a:rect l="l" t="t" r="r" b="b"/>
                <a:pathLst>
                  <a:path w="34620" h="34620" extrusionOk="0">
                    <a:moveTo>
                      <a:pt x="17311" y="3462"/>
                    </a:moveTo>
                    <a:cubicBezTo>
                      <a:pt x="24959" y="3462"/>
                      <a:pt x="31157" y="9661"/>
                      <a:pt x="31157" y="17309"/>
                    </a:cubicBezTo>
                    <a:cubicBezTo>
                      <a:pt x="31157" y="24957"/>
                      <a:pt x="24959" y="31157"/>
                      <a:pt x="17311" y="31157"/>
                    </a:cubicBezTo>
                    <a:cubicBezTo>
                      <a:pt x="9663" y="31157"/>
                      <a:pt x="3462" y="24957"/>
                      <a:pt x="3462" y="17309"/>
                    </a:cubicBezTo>
                    <a:cubicBezTo>
                      <a:pt x="3462" y="9661"/>
                      <a:pt x="9663" y="3462"/>
                      <a:pt x="17311" y="3462"/>
                    </a:cubicBezTo>
                    <a:close/>
                    <a:moveTo>
                      <a:pt x="17311" y="0"/>
                    </a:moveTo>
                    <a:cubicBezTo>
                      <a:pt x="7751" y="0"/>
                      <a:pt x="0" y="7749"/>
                      <a:pt x="0" y="17309"/>
                    </a:cubicBezTo>
                    <a:cubicBezTo>
                      <a:pt x="0" y="26869"/>
                      <a:pt x="7751" y="34619"/>
                      <a:pt x="17311" y="34619"/>
                    </a:cubicBezTo>
                    <a:cubicBezTo>
                      <a:pt x="26871" y="34619"/>
                      <a:pt x="34619" y="26869"/>
                      <a:pt x="34619" y="17309"/>
                    </a:cubicBezTo>
                    <a:cubicBezTo>
                      <a:pt x="34619" y="7749"/>
                      <a:pt x="26871" y="0"/>
                      <a:pt x="1731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17" name="Google Shape;4917;p73"/>
              <p:cNvSpPr/>
              <p:nvPr/>
            </p:nvSpPr>
            <p:spPr>
              <a:xfrm>
                <a:off x="2006902" y="1668949"/>
                <a:ext cx="9137" cy="348020"/>
              </a:xfrm>
              <a:custGeom>
                <a:avLst/>
                <a:gdLst/>
                <a:ahLst/>
                <a:cxnLst/>
                <a:rect l="l" t="t" r="r" b="b"/>
                <a:pathLst>
                  <a:path w="591" h="22511" extrusionOk="0">
                    <a:moveTo>
                      <a:pt x="1" y="0"/>
                    </a:moveTo>
                    <a:lnTo>
                      <a:pt x="1" y="22510"/>
                    </a:lnTo>
                    <a:lnTo>
                      <a:pt x="590" y="22510"/>
                    </a:lnTo>
                    <a:lnTo>
                      <a:pt x="590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18" name="Google Shape;4918;p73"/>
            <p:cNvGrpSpPr/>
            <p:nvPr/>
          </p:nvGrpSpPr>
          <p:grpSpPr>
            <a:xfrm>
              <a:off x="1822449" y="1219125"/>
              <a:ext cx="428180" cy="718859"/>
              <a:chOff x="1822449" y="1219125"/>
              <a:chExt cx="428180" cy="718859"/>
            </a:xfrm>
          </p:grpSpPr>
          <p:sp>
            <p:nvSpPr>
              <p:cNvPr id="4919" name="Google Shape;4919;p73"/>
              <p:cNvSpPr/>
              <p:nvPr/>
            </p:nvSpPr>
            <p:spPr>
              <a:xfrm>
                <a:off x="1822449" y="1219125"/>
                <a:ext cx="428180" cy="428180"/>
              </a:xfrm>
              <a:custGeom>
                <a:avLst/>
                <a:gdLst/>
                <a:ahLst/>
                <a:cxnLst/>
                <a:rect l="l" t="t" r="r" b="b"/>
                <a:pathLst>
                  <a:path w="27696" h="27696" extrusionOk="0">
                    <a:moveTo>
                      <a:pt x="13849" y="3462"/>
                    </a:moveTo>
                    <a:cubicBezTo>
                      <a:pt x="19585" y="3462"/>
                      <a:pt x="24233" y="8111"/>
                      <a:pt x="24233" y="13847"/>
                    </a:cubicBezTo>
                    <a:cubicBezTo>
                      <a:pt x="24233" y="19583"/>
                      <a:pt x="19585" y="24233"/>
                      <a:pt x="13849" y="24233"/>
                    </a:cubicBezTo>
                    <a:cubicBezTo>
                      <a:pt x="8113" y="24233"/>
                      <a:pt x="3462" y="19583"/>
                      <a:pt x="3462" y="13847"/>
                    </a:cubicBezTo>
                    <a:cubicBezTo>
                      <a:pt x="3462" y="8111"/>
                      <a:pt x="8113" y="3462"/>
                      <a:pt x="13849" y="3462"/>
                    </a:cubicBezTo>
                    <a:close/>
                    <a:moveTo>
                      <a:pt x="13849" y="0"/>
                    </a:moveTo>
                    <a:cubicBezTo>
                      <a:pt x="6201" y="0"/>
                      <a:pt x="0" y="6199"/>
                      <a:pt x="0" y="13847"/>
                    </a:cubicBezTo>
                    <a:cubicBezTo>
                      <a:pt x="0" y="21495"/>
                      <a:pt x="6201" y="27695"/>
                      <a:pt x="13849" y="27695"/>
                    </a:cubicBezTo>
                    <a:cubicBezTo>
                      <a:pt x="21497" y="27695"/>
                      <a:pt x="27695" y="21495"/>
                      <a:pt x="27695" y="13847"/>
                    </a:cubicBezTo>
                    <a:cubicBezTo>
                      <a:pt x="27695" y="6199"/>
                      <a:pt x="21497" y="0"/>
                      <a:pt x="13849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20" name="Google Shape;4920;p73"/>
              <p:cNvSpPr/>
              <p:nvPr/>
            </p:nvSpPr>
            <p:spPr>
              <a:xfrm>
                <a:off x="2057039" y="1605996"/>
                <a:ext cx="9121" cy="331988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1474" extrusionOk="0">
                    <a:moveTo>
                      <a:pt x="0" y="0"/>
                    </a:moveTo>
                    <a:lnTo>
                      <a:pt x="0" y="21474"/>
                    </a:lnTo>
                    <a:lnTo>
                      <a:pt x="590" y="21474"/>
                    </a:lnTo>
                    <a:lnTo>
                      <a:pt x="590" y="0"/>
                    </a:ln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21" name="Google Shape;4921;p73"/>
            <p:cNvGrpSpPr/>
            <p:nvPr/>
          </p:nvGrpSpPr>
          <p:grpSpPr>
            <a:xfrm>
              <a:off x="1875972" y="1272648"/>
              <a:ext cx="321135" cy="586939"/>
              <a:chOff x="1875972" y="1272648"/>
              <a:chExt cx="321135" cy="586939"/>
            </a:xfrm>
          </p:grpSpPr>
          <p:sp>
            <p:nvSpPr>
              <p:cNvPr id="4922" name="Google Shape;4922;p73"/>
              <p:cNvSpPr/>
              <p:nvPr/>
            </p:nvSpPr>
            <p:spPr>
              <a:xfrm>
                <a:off x="1875972" y="1272648"/>
                <a:ext cx="321135" cy="321120"/>
              </a:xfrm>
              <a:custGeom>
                <a:avLst/>
                <a:gdLst/>
                <a:ahLst/>
                <a:cxnLst/>
                <a:rect l="l" t="t" r="r" b="b"/>
                <a:pathLst>
                  <a:path w="20772" h="20771" extrusionOk="0">
                    <a:moveTo>
                      <a:pt x="10387" y="3461"/>
                    </a:moveTo>
                    <a:cubicBezTo>
                      <a:pt x="14211" y="3461"/>
                      <a:pt x="17309" y="6561"/>
                      <a:pt x="17309" y="10385"/>
                    </a:cubicBezTo>
                    <a:cubicBezTo>
                      <a:pt x="17309" y="14209"/>
                      <a:pt x="14211" y="17309"/>
                      <a:pt x="10387" y="17309"/>
                    </a:cubicBezTo>
                    <a:cubicBezTo>
                      <a:pt x="6563" y="17309"/>
                      <a:pt x="3462" y="14209"/>
                      <a:pt x="3462" y="10385"/>
                    </a:cubicBezTo>
                    <a:cubicBezTo>
                      <a:pt x="3462" y="6561"/>
                      <a:pt x="6563" y="3461"/>
                      <a:pt x="10387" y="3461"/>
                    </a:cubicBezTo>
                    <a:close/>
                    <a:moveTo>
                      <a:pt x="10387" y="0"/>
                    </a:moveTo>
                    <a:cubicBezTo>
                      <a:pt x="4651" y="0"/>
                      <a:pt x="0" y="4649"/>
                      <a:pt x="0" y="10385"/>
                    </a:cubicBezTo>
                    <a:cubicBezTo>
                      <a:pt x="0" y="16121"/>
                      <a:pt x="4651" y="20771"/>
                      <a:pt x="10387" y="20771"/>
                    </a:cubicBezTo>
                    <a:cubicBezTo>
                      <a:pt x="16123" y="20771"/>
                      <a:pt x="20771" y="16121"/>
                      <a:pt x="20771" y="10385"/>
                    </a:cubicBezTo>
                    <a:cubicBezTo>
                      <a:pt x="20771" y="4649"/>
                      <a:pt x="16123" y="0"/>
                      <a:pt x="10387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23" name="Google Shape;4923;p73"/>
              <p:cNvSpPr/>
              <p:nvPr/>
            </p:nvSpPr>
            <p:spPr>
              <a:xfrm>
                <a:off x="2107176" y="1533705"/>
                <a:ext cx="9121" cy="325881"/>
              </a:xfrm>
              <a:custGeom>
                <a:avLst/>
                <a:gdLst/>
                <a:ahLst/>
                <a:cxnLst/>
                <a:rect l="l" t="t" r="r" b="b"/>
                <a:pathLst>
                  <a:path w="590" h="21079" extrusionOk="0">
                    <a:moveTo>
                      <a:pt x="0" y="0"/>
                    </a:moveTo>
                    <a:lnTo>
                      <a:pt x="0" y="21078"/>
                    </a:lnTo>
                    <a:lnTo>
                      <a:pt x="589" y="21078"/>
                    </a:lnTo>
                    <a:lnTo>
                      <a:pt x="589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24" name="Google Shape;4924;p73"/>
          <p:cNvGrpSpPr/>
          <p:nvPr/>
        </p:nvGrpSpPr>
        <p:grpSpPr>
          <a:xfrm>
            <a:off x="10348765" y="4704038"/>
            <a:ext cx="391807" cy="858893"/>
            <a:chOff x="241025" y="3151575"/>
            <a:chExt cx="293855" cy="644170"/>
          </a:xfrm>
        </p:grpSpPr>
        <p:sp>
          <p:nvSpPr>
            <p:cNvPr id="4925" name="Google Shape;4925;p73"/>
            <p:cNvSpPr/>
            <p:nvPr/>
          </p:nvSpPr>
          <p:spPr>
            <a:xfrm>
              <a:off x="241025" y="3151575"/>
              <a:ext cx="293303" cy="644170"/>
            </a:xfrm>
            <a:custGeom>
              <a:avLst/>
              <a:gdLst/>
              <a:ahLst/>
              <a:cxnLst/>
              <a:rect l="l" t="t" r="r" b="b"/>
              <a:pathLst>
                <a:path w="19117" h="41986" extrusionOk="0">
                  <a:moveTo>
                    <a:pt x="1155" y="1"/>
                  </a:moveTo>
                  <a:cubicBezTo>
                    <a:pt x="516" y="1"/>
                    <a:pt x="1" y="516"/>
                    <a:pt x="1" y="1152"/>
                  </a:cubicBezTo>
                  <a:lnTo>
                    <a:pt x="1" y="35706"/>
                  </a:lnTo>
                  <a:cubicBezTo>
                    <a:pt x="1" y="36344"/>
                    <a:pt x="9559" y="41985"/>
                    <a:pt x="9559" y="41985"/>
                  </a:cubicBezTo>
                  <a:cubicBezTo>
                    <a:pt x="9559" y="41985"/>
                    <a:pt x="19117" y="36344"/>
                    <a:pt x="19117" y="35706"/>
                  </a:cubicBezTo>
                  <a:lnTo>
                    <a:pt x="19117" y="1152"/>
                  </a:lnTo>
                  <a:cubicBezTo>
                    <a:pt x="19117" y="516"/>
                    <a:pt x="18601" y="1"/>
                    <a:pt x="1796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26" name="Google Shape;4926;p73"/>
            <p:cNvSpPr/>
            <p:nvPr/>
          </p:nvSpPr>
          <p:spPr>
            <a:xfrm>
              <a:off x="241347" y="3252796"/>
              <a:ext cx="293533" cy="164134"/>
            </a:xfrm>
            <a:custGeom>
              <a:avLst/>
              <a:gdLst/>
              <a:ahLst/>
              <a:cxnLst/>
              <a:rect l="l" t="t" r="r" b="b"/>
              <a:pathLst>
                <a:path w="19132" h="10698" extrusionOk="0">
                  <a:moveTo>
                    <a:pt x="1" y="1"/>
                  </a:moveTo>
                  <a:lnTo>
                    <a:pt x="1" y="10698"/>
                  </a:lnTo>
                  <a:lnTo>
                    <a:pt x="19132" y="10698"/>
                  </a:lnTo>
                  <a:lnTo>
                    <a:pt x="19132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927" name="Google Shape;4927;p73"/>
          <p:cNvGrpSpPr/>
          <p:nvPr/>
        </p:nvGrpSpPr>
        <p:grpSpPr>
          <a:xfrm>
            <a:off x="946077" y="3637371"/>
            <a:ext cx="2372865" cy="788827"/>
            <a:chOff x="246070" y="1983375"/>
            <a:chExt cx="1855347" cy="616849"/>
          </a:xfrm>
        </p:grpSpPr>
        <p:sp>
          <p:nvSpPr>
            <p:cNvPr id="4928" name="Google Shape;4928;p73"/>
            <p:cNvSpPr/>
            <p:nvPr/>
          </p:nvSpPr>
          <p:spPr>
            <a:xfrm>
              <a:off x="1072131" y="1983872"/>
              <a:ext cx="408910" cy="407494"/>
            </a:xfrm>
            <a:custGeom>
              <a:avLst/>
              <a:gdLst/>
              <a:ahLst/>
              <a:cxnLst/>
              <a:rect l="l" t="t" r="r" b="b"/>
              <a:pathLst>
                <a:path w="34090" h="33972" extrusionOk="0">
                  <a:moveTo>
                    <a:pt x="17046" y="1"/>
                  </a:moveTo>
                  <a:cubicBezTo>
                    <a:pt x="16894" y="1"/>
                    <a:pt x="16742" y="59"/>
                    <a:pt x="16626" y="174"/>
                  </a:cubicBezTo>
                  <a:lnTo>
                    <a:pt x="9933" y="6868"/>
                  </a:lnTo>
                  <a:cubicBezTo>
                    <a:pt x="9821" y="6978"/>
                    <a:pt x="9670" y="7041"/>
                    <a:pt x="9512" y="7041"/>
                  </a:cubicBezTo>
                  <a:cubicBezTo>
                    <a:pt x="9354" y="7041"/>
                    <a:pt x="9203" y="6978"/>
                    <a:pt x="9094" y="6868"/>
                  </a:cubicBezTo>
                  <a:lnTo>
                    <a:pt x="9087" y="6861"/>
                  </a:lnTo>
                  <a:cubicBezTo>
                    <a:pt x="8857" y="6629"/>
                    <a:pt x="8642" y="6175"/>
                    <a:pt x="8611" y="5850"/>
                  </a:cubicBezTo>
                  <a:cubicBezTo>
                    <a:pt x="8611" y="5850"/>
                    <a:pt x="8522" y="4941"/>
                    <a:pt x="7959" y="4378"/>
                  </a:cubicBezTo>
                  <a:cubicBezTo>
                    <a:pt x="7469" y="3863"/>
                    <a:pt x="6813" y="3605"/>
                    <a:pt x="6156" y="3605"/>
                  </a:cubicBezTo>
                  <a:cubicBezTo>
                    <a:pt x="5520" y="3605"/>
                    <a:pt x="4883" y="3847"/>
                    <a:pt x="4396" y="4333"/>
                  </a:cubicBezTo>
                  <a:cubicBezTo>
                    <a:pt x="3407" y="5322"/>
                    <a:pt x="3425" y="6932"/>
                    <a:pt x="4435" y="7898"/>
                  </a:cubicBezTo>
                  <a:cubicBezTo>
                    <a:pt x="5002" y="8462"/>
                    <a:pt x="5908" y="8553"/>
                    <a:pt x="5908" y="8553"/>
                  </a:cubicBezTo>
                  <a:cubicBezTo>
                    <a:pt x="6232" y="8583"/>
                    <a:pt x="6687" y="8797"/>
                    <a:pt x="6919" y="9027"/>
                  </a:cubicBezTo>
                  <a:lnTo>
                    <a:pt x="6926" y="9034"/>
                  </a:lnTo>
                  <a:cubicBezTo>
                    <a:pt x="7156" y="9267"/>
                    <a:pt x="7156" y="9642"/>
                    <a:pt x="6926" y="9875"/>
                  </a:cubicBezTo>
                  <a:lnTo>
                    <a:pt x="232" y="16567"/>
                  </a:lnTo>
                  <a:cubicBezTo>
                    <a:pt x="1" y="16798"/>
                    <a:pt x="1" y="17174"/>
                    <a:pt x="232" y="17406"/>
                  </a:cubicBezTo>
                  <a:lnTo>
                    <a:pt x="6411" y="23585"/>
                  </a:lnTo>
                  <a:lnTo>
                    <a:pt x="6926" y="24100"/>
                  </a:lnTo>
                  <a:cubicBezTo>
                    <a:pt x="6969" y="24141"/>
                    <a:pt x="7020" y="24173"/>
                    <a:pt x="7073" y="24197"/>
                  </a:cubicBezTo>
                  <a:cubicBezTo>
                    <a:pt x="7158" y="24244"/>
                    <a:pt x="7250" y="24269"/>
                    <a:pt x="7345" y="24273"/>
                  </a:cubicBezTo>
                  <a:cubicBezTo>
                    <a:pt x="7503" y="24273"/>
                    <a:pt x="7654" y="24211"/>
                    <a:pt x="7765" y="24101"/>
                  </a:cubicBezTo>
                  <a:lnTo>
                    <a:pt x="7839" y="24027"/>
                  </a:lnTo>
                  <a:cubicBezTo>
                    <a:pt x="8069" y="23796"/>
                    <a:pt x="8283" y="23341"/>
                    <a:pt x="8318" y="23013"/>
                  </a:cubicBezTo>
                  <a:cubicBezTo>
                    <a:pt x="8318" y="23013"/>
                    <a:pt x="8405" y="22107"/>
                    <a:pt x="8967" y="21541"/>
                  </a:cubicBezTo>
                  <a:cubicBezTo>
                    <a:pt x="9183" y="21324"/>
                    <a:pt x="9437" y="21149"/>
                    <a:pt x="9717" y="21026"/>
                  </a:cubicBezTo>
                  <a:cubicBezTo>
                    <a:pt x="10047" y="20876"/>
                    <a:pt x="10396" y="20805"/>
                    <a:pt x="10740" y="20805"/>
                  </a:cubicBezTo>
                  <a:cubicBezTo>
                    <a:pt x="11539" y="20805"/>
                    <a:pt x="12316" y="21191"/>
                    <a:pt x="12792" y="21886"/>
                  </a:cubicBezTo>
                  <a:cubicBezTo>
                    <a:pt x="13474" y="22879"/>
                    <a:pt x="13347" y="24218"/>
                    <a:pt x="12490" y="25064"/>
                  </a:cubicBezTo>
                  <a:cubicBezTo>
                    <a:pt x="12119" y="25437"/>
                    <a:pt x="11599" y="25600"/>
                    <a:pt x="11289" y="25668"/>
                  </a:cubicBezTo>
                  <a:cubicBezTo>
                    <a:pt x="11157" y="25704"/>
                    <a:pt x="11023" y="25732"/>
                    <a:pt x="10887" y="25749"/>
                  </a:cubicBezTo>
                  <a:cubicBezTo>
                    <a:pt x="10830" y="25757"/>
                    <a:pt x="10775" y="25769"/>
                    <a:pt x="10722" y="25785"/>
                  </a:cubicBezTo>
                  <a:cubicBezTo>
                    <a:pt x="10456" y="25871"/>
                    <a:pt x="10173" y="26027"/>
                    <a:pt x="10008" y="26193"/>
                  </a:cubicBezTo>
                  <a:lnTo>
                    <a:pt x="9933" y="26265"/>
                  </a:lnTo>
                  <a:cubicBezTo>
                    <a:pt x="9699" y="26497"/>
                    <a:pt x="9699" y="26875"/>
                    <a:pt x="9933" y="27106"/>
                  </a:cubicBezTo>
                  <a:lnTo>
                    <a:pt x="11412" y="28584"/>
                  </a:lnTo>
                  <a:lnTo>
                    <a:pt x="16625" y="33798"/>
                  </a:lnTo>
                  <a:cubicBezTo>
                    <a:pt x="16736" y="33908"/>
                    <a:pt x="16887" y="33972"/>
                    <a:pt x="17043" y="33972"/>
                  </a:cubicBezTo>
                  <a:cubicBezTo>
                    <a:pt x="17198" y="33970"/>
                    <a:pt x="17347" y="33910"/>
                    <a:pt x="17459" y="33802"/>
                  </a:cubicBezTo>
                  <a:lnTo>
                    <a:pt x="20636" y="30627"/>
                  </a:lnTo>
                  <a:lnTo>
                    <a:pt x="24073" y="27189"/>
                  </a:lnTo>
                  <a:cubicBezTo>
                    <a:pt x="24300" y="26955"/>
                    <a:pt x="24300" y="26581"/>
                    <a:pt x="24073" y="26348"/>
                  </a:cubicBezTo>
                  <a:lnTo>
                    <a:pt x="23953" y="26231"/>
                  </a:lnTo>
                  <a:cubicBezTo>
                    <a:pt x="23722" y="26001"/>
                    <a:pt x="23267" y="25783"/>
                    <a:pt x="22942" y="25754"/>
                  </a:cubicBezTo>
                  <a:cubicBezTo>
                    <a:pt x="22942" y="25754"/>
                    <a:pt x="22033" y="25665"/>
                    <a:pt x="21470" y="25100"/>
                  </a:cubicBezTo>
                  <a:cubicBezTo>
                    <a:pt x="20528" y="24086"/>
                    <a:pt x="20569" y="22503"/>
                    <a:pt x="21561" y="21539"/>
                  </a:cubicBezTo>
                  <a:cubicBezTo>
                    <a:pt x="22056" y="21057"/>
                    <a:pt x="22698" y="20816"/>
                    <a:pt x="23340" y="20816"/>
                  </a:cubicBezTo>
                  <a:cubicBezTo>
                    <a:pt x="23985" y="20816"/>
                    <a:pt x="24629" y="21059"/>
                    <a:pt x="25125" y="21544"/>
                  </a:cubicBezTo>
                  <a:cubicBezTo>
                    <a:pt x="25687" y="22107"/>
                    <a:pt x="25774" y="23017"/>
                    <a:pt x="25774" y="23017"/>
                  </a:cubicBezTo>
                  <a:cubicBezTo>
                    <a:pt x="25807" y="23341"/>
                    <a:pt x="26021" y="23796"/>
                    <a:pt x="26253" y="24027"/>
                  </a:cubicBezTo>
                  <a:lnTo>
                    <a:pt x="26325" y="24101"/>
                  </a:lnTo>
                  <a:cubicBezTo>
                    <a:pt x="26441" y="24216"/>
                    <a:pt x="26592" y="24274"/>
                    <a:pt x="26744" y="24274"/>
                  </a:cubicBezTo>
                  <a:cubicBezTo>
                    <a:pt x="26891" y="24274"/>
                    <a:pt x="27038" y="24219"/>
                    <a:pt x="27152" y="24110"/>
                  </a:cubicBezTo>
                  <a:lnTo>
                    <a:pt x="29878" y="21384"/>
                  </a:lnTo>
                  <a:lnTo>
                    <a:pt x="33774" y="17487"/>
                  </a:lnTo>
                  <a:cubicBezTo>
                    <a:pt x="33779" y="17482"/>
                    <a:pt x="33786" y="17482"/>
                    <a:pt x="33791" y="17476"/>
                  </a:cubicBezTo>
                  <a:lnTo>
                    <a:pt x="33860" y="17408"/>
                  </a:lnTo>
                  <a:cubicBezTo>
                    <a:pt x="34090" y="17174"/>
                    <a:pt x="34090" y="16798"/>
                    <a:pt x="33860" y="16567"/>
                  </a:cubicBezTo>
                  <a:lnTo>
                    <a:pt x="27166" y="9875"/>
                  </a:lnTo>
                  <a:cubicBezTo>
                    <a:pt x="26934" y="9643"/>
                    <a:pt x="26934" y="9267"/>
                    <a:pt x="27166" y="9036"/>
                  </a:cubicBezTo>
                  <a:lnTo>
                    <a:pt x="27283" y="8914"/>
                  </a:lnTo>
                  <a:cubicBezTo>
                    <a:pt x="27513" y="8684"/>
                    <a:pt x="27973" y="8469"/>
                    <a:pt x="28297" y="8437"/>
                  </a:cubicBezTo>
                  <a:cubicBezTo>
                    <a:pt x="28297" y="8437"/>
                    <a:pt x="29203" y="8349"/>
                    <a:pt x="29770" y="7786"/>
                  </a:cubicBezTo>
                  <a:cubicBezTo>
                    <a:pt x="30769" y="6818"/>
                    <a:pt x="30782" y="5219"/>
                    <a:pt x="29799" y="4235"/>
                  </a:cubicBezTo>
                  <a:cubicBezTo>
                    <a:pt x="29311" y="3748"/>
                    <a:pt x="28674" y="3505"/>
                    <a:pt x="28036" y="3505"/>
                  </a:cubicBezTo>
                  <a:cubicBezTo>
                    <a:pt x="27385" y="3505"/>
                    <a:pt x="26735" y="3758"/>
                    <a:pt x="26246" y="4263"/>
                  </a:cubicBezTo>
                  <a:cubicBezTo>
                    <a:pt x="25685" y="4826"/>
                    <a:pt x="25594" y="5735"/>
                    <a:pt x="25594" y="5735"/>
                  </a:cubicBezTo>
                  <a:cubicBezTo>
                    <a:pt x="25563" y="6060"/>
                    <a:pt x="25350" y="6514"/>
                    <a:pt x="25119" y="6746"/>
                  </a:cubicBezTo>
                  <a:lnTo>
                    <a:pt x="24998" y="6866"/>
                  </a:lnTo>
                  <a:cubicBezTo>
                    <a:pt x="24883" y="6982"/>
                    <a:pt x="24731" y="7040"/>
                    <a:pt x="24579" y="7040"/>
                  </a:cubicBezTo>
                  <a:cubicBezTo>
                    <a:pt x="24427" y="7040"/>
                    <a:pt x="24275" y="6982"/>
                    <a:pt x="24159" y="6866"/>
                  </a:cubicBezTo>
                  <a:lnTo>
                    <a:pt x="17466" y="174"/>
                  </a:lnTo>
                  <a:cubicBezTo>
                    <a:pt x="17350" y="59"/>
                    <a:pt x="17198" y="1"/>
                    <a:pt x="17046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29" name="Google Shape;4929;p73"/>
            <p:cNvSpPr/>
            <p:nvPr/>
          </p:nvSpPr>
          <p:spPr>
            <a:xfrm>
              <a:off x="1430530" y="2193486"/>
              <a:ext cx="46960" cy="46948"/>
            </a:xfrm>
            <a:custGeom>
              <a:avLst/>
              <a:gdLst/>
              <a:ahLst/>
              <a:cxnLst/>
              <a:rect l="l" t="t" r="r" b="b"/>
              <a:pathLst>
                <a:path w="3915" h="3914" extrusionOk="0">
                  <a:moveTo>
                    <a:pt x="3914" y="1"/>
                  </a:moveTo>
                  <a:lnTo>
                    <a:pt x="3914" y="1"/>
                  </a:lnTo>
                  <a:cubicBezTo>
                    <a:pt x="3909" y="6"/>
                    <a:pt x="3902" y="8"/>
                    <a:pt x="3897" y="13"/>
                  </a:cubicBezTo>
                  <a:lnTo>
                    <a:pt x="1" y="3909"/>
                  </a:lnTo>
                  <a:lnTo>
                    <a:pt x="1" y="3914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30" name="Google Shape;4930;p73"/>
            <p:cNvSpPr/>
            <p:nvPr/>
          </p:nvSpPr>
          <p:spPr>
            <a:xfrm>
              <a:off x="1277847" y="2191554"/>
              <a:ext cx="408898" cy="407518"/>
            </a:xfrm>
            <a:custGeom>
              <a:avLst/>
              <a:gdLst/>
              <a:ahLst/>
              <a:cxnLst/>
              <a:rect l="l" t="t" r="r" b="b"/>
              <a:pathLst>
                <a:path w="34089" h="33974" extrusionOk="0">
                  <a:moveTo>
                    <a:pt x="17044" y="0"/>
                  </a:moveTo>
                  <a:cubicBezTo>
                    <a:pt x="16893" y="2"/>
                    <a:pt x="16750" y="60"/>
                    <a:pt x="16640" y="163"/>
                  </a:cubicBezTo>
                  <a:lnTo>
                    <a:pt x="12729" y="4075"/>
                  </a:lnTo>
                  <a:lnTo>
                    <a:pt x="12729" y="4070"/>
                  </a:lnTo>
                  <a:lnTo>
                    <a:pt x="10005" y="6793"/>
                  </a:lnTo>
                  <a:cubicBezTo>
                    <a:pt x="9890" y="6904"/>
                    <a:pt x="9742" y="6959"/>
                    <a:pt x="9595" y="6959"/>
                  </a:cubicBezTo>
                  <a:cubicBezTo>
                    <a:pt x="9444" y="6959"/>
                    <a:pt x="9293" y="6901"/>
                    <a:pt x="9178" y="6787"/>
                  </a:cubicBezTo>
                  <a:lnTo>
                    <a:pt x="9104" y="6713"/>
                  </a:lnTo>
                  <a:cubicBezTo>
                    <a:pt x="8874" y="6481"/>
                    <a:pt x="8660" y="6026"/>
                    <a:pt x="8625" y="5702"/>
                  </a:cubicBezTo>
                  <a:cubicBezTo>
                    <a:pt x="8625" y="5702"/>
                    <a:pt x="8539" y="4792"/>
                    <a:pt x="7976" y="4229"/>
                  </a:cubicBezTo>
                  <a:cubicBezTo>
                    <a:pt x="7478" y="3726"/>
                    <a:pt x="6821" y="3474"/>
                    <a:pt x="6165" y="3474"/>
                  </a:cubicBezTo>
                  <a:cubicBezTo>
                    <a:pt x="5524" y="3474"/>
                    <a:pt x="4883" y="3714"/>
                    <a:pt x="4388" y="4197"/>
                  </a:cubicBezTo>
                  <a:cubicBezTo>
                    <a:pt x="3384" y="5172"/>
                    <a:pt x="3354" y="6775"/>
                    <a:pt x="4322" y="7785"/>
                  </a:cubicBezTo>
                  <a:cubicBezTo>
                    <a:pt x="4884" y="8350"/>
                    <a:pt x="5795" y="8439"/>
                    <a:pt x="5795" y="8439"/>
                  </a:cubicBezTo>
                  <a:cubicBezTo>
                    <a:pt x="6118" y="8468"/>
                    <a:pt x="6573" y="8686"/>
                    <a:pt x="6804" y="8916"/>
                  </a:cubicBezTo>
                  <a:lnTo>
                    <a:pt x="6924" y="9033"/>
                  </a:lnTo>
                  <a:cubicBezTo>
                    <a:pt x="7153" y="9267"/>
                    <a:pt x="7153" y="9641"/>
                    <a:pt x="6924" y="9874"/>
                  </a:cubicBezTo>
                  <a:lnTo>
                    <a:pt x="3488" y="13310"/>
                  </a:lnTo>
                  <a:lnTo>
                    <a:pt x="310" y="16487"/>
                  </a:lnTo>
                  <a:lnTo>
                    <a:pt x="233" y="16566"/>
                  </a:lnTo>
                  <a:cubicBezTo>
                    <a:pt x="1" y="16798"/>
                    <a:pt x="1" y="17174"/>
                    <a:pt x="233" y="17405"/>
                  </a:cubicBezTo>
                  <a:lnTo>
                    <a:pt x="6926" y="24099"/>
                  </a:lnTo>
                  <a:cubicBezTo>
                    <a:pt x="7156" y="24332"/>
                    <a:pt x="7156" y="24706"/>
                    <a:pt x="6926" y="24938"/>
                  </a:cubicBezTo>
                  <a:lnTo>
                    <a:pt x="6919" y="24945"/>
                  </a:lnTo>
                  <a:cubicBezTo>
                    <a:pt x="6688" y="25177"/>
                    <a:pt x="6233" y="25391"/>
                    <a:pt x="5908" y="25420"/>
                  </a:cubicBezTo>
                  <a:cubicBezTo>
                    <a:pt x="5908" y="25420"/>
                    <a:pt x="4999" y="25511"/>
                    <a:pt x="4436" y="26074"/>
                  </a:cubicBezTo>
                  <a:cubicBezTo>
                    <a:pt x="3478" y="27047"/>
                    <a:pt x="3485" y="28613"/>
                    <a:pt x="4451" y="29579"/>
                  </a:cubicBezTo>
                  <a:cubicBezTo>
                    <a:pt x="4938" y="30065"/>
                    <a:pt x="5575" y="30309"/>
                    <a:pt x="6213" y="30309"/>
                  </a:cubicBezTo>
                  <a:cubicBezTo>
                    <a:pt x="6843" y="30309"/>
                    <a:pt x="7473" y="30072"/>
                    <a:pt x="7958" y="29596"/>
                  </a:cubicBezTo>
                  <a:cubicBezTo>
                    <a:pt x="8522" y="29031"/>
                    <a:pt x="8608" y="28125"/>
                    <a:pt x="8608" y="28125"/>
                  </a:cubicBezTo>
                  <a:cubicBezTo>
                    <a:pt x="8642" y="27797"/>
                    <a:pt x="8857" y="27341"/>
                    <a:pt x="9087" y="27111"/>
                  </a:cubicBezTo>
                  <a:lnTo>
                    <a:pt x="9090" y="27107"/>
                  </a:lnTo>
                  <a:cubicBezTo>
                    <a:pt x="9204" y="26996"/>
                    <a:pt x="9355" y="26934"/>
                    <a:pt x="9513" y="26934"/>
                  </a:cubicBezTo>
                  <a:cubicBezTo>
                    <a:pt x="9669" y="26934"/>
                    <a:pt x="9820" y="26996"/>
                    <a:pt x="9930" y="27107"/>
                  </a:cubicBezTo>
                  <a:lnTo>
                    <a:pt x="16623" y="33801"/>
                  </a:lnTo>
                  <a:cubicBezTo>
                    <a:pt x="16741" y="33916"/>
                    <a:pt x="16893" y="33973"/>
                    <a:pt x="17045" y="33973"/>
                  </a:cubicBezTo>
                  <a:cubicBezTo>
                    <a:pt x="17198" y="33973"/>
                    <a:pt x="17350" y="33916"/>
                    <a:pt x="17468" y="33801"/>
                  </a:cubicBezTo>
                  <a:lnTo>
                    <a:pt x="24161" y="27107"/>
                  </a:lnTo>
                  <a:cubicBezTo>
                    <a:pt x="24391" y="26874"/>
                    <a:pt x="24391" y="26500"/>
                    <a:pt x="24161" y="26266"/>
                  </a:cubicBezTo>
                  <a:lnTo>
                    <a:pt x="24082" y="26193"/>
                  </a:lnTo>
                  <a:cubicBezTo>
                    <a:pt x="23852" y="25963"/>
                    <a:pt x="23396" y="25746"/>
                    <a:pt x="23073" y="25714"/>
                  </a:cubicBezTo>
                  <a:cubicBezTo>
                    <a:pt x="23073" y="25714"/>
                    <a:pt x="22167" y="25628"/>
                    <a:pt x="21600" y="25063"/>
                  </a:cubicBezTo>
                  <a:cubicBezTo>
                    <a:pt x="20626" y="24092"/>
                    <a:pt x="20631" y="22513"/>
                    <a:pt x="21600" y="21541"/>
                  </a:cubicBezTo>
                  <a:cubicBezTo>
                    <a:pt x="22087" y="21055"/>
                    <a:pt x="22725" y="20812"/>
                    <a:pt x="23362" y="20812"/>
                  </a:cubicBezTo>
                  <a:cubicBezTo>
                    <a:pt x="24000" y="20812"/>
                    <a:pt x="24637" y="21055"/>
                    <a:pt x="25124" y="21541"/>
                  </a:cubicBezTo>
                  <a:cubicBezTo>
                    <a:pt x="25685" y="22104"/>
                    <a:pt x="25776" y="23016"/>
                    <a:pt x="25776" y="23016"/>
                  </a:cubicBezTo>
                  <a:cubicBezTo>
                    <a:pt x="25805" y="23338"/>
                    <a:pt x="26022" y="23793"/>
                    <a:pt x="26252" y="24025"/>
                  </a:cubicBezTo>
                  <a:lnTo>
                    <a:pt x="26325" y="24099"/>
                  </a:lnTo>
                  <a:cubicBezTo>
                    <a:pt x="26437" y="24209"/>
                    <a:pt x="26588" y="24270"/>
                    <a:pt x="26746" y="24270"/>
                  </a:cubicBezTo>
                  <a:cubicBezTo>
                    <a:pt x="26902" y="24270"/>
                    <a:pt x="27053" y="24209"/>
                    <a:pt x="27165" y="24099"/>
                  </a:cubicBezTo>
                  <a:lnTo>
                    <a:pt x="33858" y="17405"/>
                  </a:lnTo>
                  <a:cubicBezTo>
                    <a:pt x="34088" y="17172"/>
                    <a:pt x="34087" y="16798"/>
                    <a:pt x="33855" y="16566"/>
                  </a:cubicBezTo>
                  <a:lnTo>
                    <a:pt x="28225" y="10937"/>
                  </a:lnTo>
                  <a:lnTo>
                    <a:pt x="27163" y="9874"/>
                  </a:lnTo>
                  <a:cubicBezTo>
                    <a:pt x="27051" y="9763"/>
                    <a:pt x="26900" y="9701"/>
                    <a:pt x="26742" y="9701"/>
                  </a:cubicBezTo>
                  <a:cubicBezTo>
                    <a:pt x="26585" y="9701"/>
                    <a:pt x="26434" y="9763"/>
                    <a:pt x="26322" y="9874"/>
                  </a:cubicBezTo>
                  <a:lnTo>
                    <a:pt x="26252" y="9945"/>
                  </a:lnTo>
                  <a:cubicBezTo>
                    <a:pt x="26022" y="10176"/>
                    <a:pt x="25807" y="10631"/>
                    <a:pt x="25773" y="10959"/>
                  </a:cubicBezTo>
                  <a:cubicBezTo>
                    <a:pt x="25773" y="10959"/>
                    <a:pt x="25687" y="11865"/>
                    <a:pt x="25124" y="12430"/>
                  </a:cubicBezTo>
                  <a:cubicBezTo>
                    <a:pt x="24657" y="12897"/>
                    <a:pt x="24024" y="13159"/>
                    <a:pt x="23363" y="13159"/>
                  </a:cubicBezTo>
                  <a:cubicBezTo>
                    <a:pt x="23351" y="13159"/>
                    <a:pt x="23341" y="13156"/>
                    <a:pt x="23329" y="13156"/>
                  </a:cubicBezTo>
                  <a:cubicBezTo>
                    <a:pt x="23312" y="13156"/>
                    <a:pt x="23293" y="13161"/>
                    <a:pt x="23276" y="13161"/>
                  </a:cubicBezTo>
                  <a:cubicBezTo>
                    <a:pt x="22268" y="13161"/>
                    <a:pt x="21358" y="12553"/>
                    <a:pt x="20974" y="11623"/>
                  </a:cubicBezTo>
                  <a:cubicBezTo>
                    <a:pt x="20588" y="10691"/>
                    <a:pt x="20801" y="9620"/>
                    <a:pt x="21513" y="8908"/>
                  </a:cubicBezTo>
                  <a:cubicBezTo>
                    <a:pt x="22076" y="8345"/>
                    <a:pt x="22987" y="8257"/>
                    <a:pt x="22987" y="8257"/>
                  </a:cubicBezTo>
                  <a:cubicBezTo>
                    <a:pt x="23310" y="8228"/>
                    <a:pt x="23765" y="8010"/>
                    <a:pt x="23996" y="7779"/>
                  </a:cubicBezTo>
                  <a:lnTo>
                    <a:pt x="24117" y="7662"/>
                  </a:lnTo>
                  <a:cubicBezTo>
                    <a:pt x="24345" y="7432"/>
                    <a:pt x="24347" y="7063"/>
                    <a:pt x="24122" y="6831"/>
                  </a:cubicBezTo>
                  <a:lnTo>
                    <a:pt x="23358" y="6067"/>
                  </a:lnTo>
                  <a:lnTo>
                    <a:pt x="17464" y="174"/>
                  </a:lnTo>
                  <a:cubicBezTo>
                    <a:pt x="17353" y="64"/>
                    <a:pt x="17202" y="0"/>
                    <a:pt x="1704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31" name="Google Shape;4931;p73"/>
            <p:cNvSpPr/>
            <p:nvPr/>
          </p:nvSpPr>
          <p:spPr>
            <a:xfrm>
              <a:off x="1690156" y="2190379"/>
              <a:ext cx="411261" cy="409845"/>
            </a:xfrm>
            <a:custGeom>
              <a:avLst/>
              <a:gdLst/>
              <a:ahLst/>
              <a:cxnLst/>
              <a:rect l="l" t="t" r="r" b="b"/>
              <a:pathLst>
                <a:path w="34286" h="34168" extrusionOk="0">
                  <a:moveTo>
                    <a:pt x="17145" y="1"/>
                  </a:moveTo>
                  <a:cubicBezTo>
                    <a:pt x="16992" y="1"/>
                    <a:pt x="16839" y="59"/>
                    <a:pt x="16722" y="176"/>
                  </a:cubicBezTo>
                  <a:lnTo>
                    <a:pt x="16686" y="210"/>
                  </a:lnTo>
                  <a:cubicBezTo>
                    <a:pt x="16681" y="215"/>
                    <a:pt x="16681" y="220"/>
                    <a:pt x="16676" y="225"/>
                  </a:cubicBezTo>
                  <a:lnTo>
                    <a:pt x="11966" y="4935"/>
                  </a:lnTo>
                  <a:lnTo>
                    <a:pt x="9984" y="6917"/>
                  </a:lnTo>
                  <a:cubicBezTo>
                    <a:pt x="9756" y="7149"/>
                    <a:pt x="9758" y="7521"/>
                    <a:pt x="9988" y="7751"/>
                  </a:cubicBezTo>
                  <a:lnTo>
                    <a:pt x="10048" y="7810"/>
                  </a:lnTo>
                  <a:cubicBezTo>
                    <a:pt x="10290" y="8021"/>
                    <a:pt x="10698" y="8211"/>
                    <a:pt x="11002" y="8239"/>
                  </a:cubicBezTo>
                  <a:cubicBezTo>
                    <a:pt x="11002" y="8239"/>
                    <a:pt x="11759" y="8319"/>
                    <a:pt x="12317" y="8760"/>
                  </a:cubicBezTo>
                  <a:cubicBezTo>
                    <a:pt x="12404" y="8821"/>
                    <a:pt x="12487" y="8887"/>
                    <a:pt x="12562" y="8963"/>
                  </a:cubicBezTo>
                  <a:cubicBezTo>
                    <a:pt x="13552" y="9938"/>
                    <a:pt x="13559" y="11536"/>
                    <a:pt x="12576" y="12516"/>
                  </a:cubicBezTo>
                  <a:cubicBezTo>
                    <a:pt x="12086" y="13006"/>
                    <a:pt x="11445" y="13250"/>
                    <a:pt x="10804" y="13250"/>
                  </a:cubicBezTo>
                  <a:cubicBezTo>
                    <a:pt x="10156" y="13250"/>
                    <a:pt x="9509" y="13001"/>
                    <a:pt x="9018" y="12502"/>
                  </a:cubicBezTo>
                  <a:cubicBezTo>
                    <a:pt x="8939" y="12421"/>
                    <a:pt x="8869" y="12335"/>
                    <a:pt x="8807" y="12241"/>
                  </a:cubicBezTo>
                  <a:cubicBezTo>
                    <a:pt x="8376" y="11683"/>
                    <a:pt x="8300" y="10944"/>
                    <a:pt x="8300" y="10944"/>
                  </a:cubicBezTo>
                  <a:cubicBezTo>
                    <a:pt x="8271" y="10652"/>
                    <a:pt x="8094" y="10264"/>
                    <a:pt x="7894" y="10017"/>
                  </a:cubicBezTo>
                  <a:cubicBezTo>
                    <a:pt x="7890" y="10013"/>
                    <a:pt x="7887" y="10008"/>
                    <a:pt x="7883" y="10005"/>
                  </a:cubicBezTo>
                  <a:lnTo>
                    <a:pt x="7810" y="9933"/>
                  </a:lnTo>
                  <a:cubicBezTo>
                    <a:pt x="7697" y="9818"/>
                    <a:pt x="7544" y="9756"/>
                    <a:pt x="7388" y="9756"/>
                  </a:cubicBezTo>
                  <a:cubicBezTo>
                    <a:pt x="7313" y="9756"/>
                    <a:pt x="7238" y="9770"/>
                    <a:pt x="7166" y="9799"/>
                  </a:cubicBezTo>
                  <a:cubicBezTo>
                    <a:pt x="7096" y="9828"/>
                    <a:pt x="7029" y="9871"/>
                    <a:pt x="6974" y="9924"/>
                  </a:cubicBezTo>
                  <a:lnTo>
                    <a:pt x="5908" y="10990"/>
                  </a:lnTo>
                  <a:lnTo>
                    <a:pt x="282" y="16618"/>
                  </a:lnTo>
                  <a:cubicBezTo>
                    <a:pt x="277" y="16623"/>
                    <a:pt x="270" y="16624"/>
                    <a:pt x="265" y="16628"/>
                  </a:cubicBezTo>
                  <a:lnTo>
                    <a:pt x="236" y="16662"/>
                  </a:lnTo>
                  <a:cubicBezTo>
                    <a:pt x="0" y="16896"/>
                    <a:pt x="0" y="17275"/>
                    <a:pt x="236" y="17510"/>
                  </a:cubicBezTo>
                  <a:lnTo>
                    <a:pt x="6965" y="24238"/>
                  </a:lnTo>
                  <a:cubicBezTo>
                    <a:pt x="7082" y="24355"/>
                    <a:pt x="7235" y="24414"/>
                    <a:pt x="7388" y="24414"/>
                  </a:cubicBezTo>
                  <a:cubicBezTo>
                    <a:pt x="7541" y="24414"/>
                    <a:pt x="7695" y="24355"/>
                    <a:pt x="7811" y="24238"/>
                  </a:cubicBezTo>
                  <a:lnTo>
                    <a:pt x="7882" y="24168"/>
                  </a:lnTo>
                  <a:cubicBezTo>
                    <a:pt x="8115" y="23932"/>
                    <a:pt x="8330" y="23478"/>
                    <a:pt x="8364" y="23150"/>
                  </a:cubicBezTo>
                  <a:cubicBezTo>
                    <a:pt x="8364" y="23150"/>
                    <a:pt x="8450" y="22237"/>
                    <a:pt x="9016" y="21669"/>
                  </a:cubicBezTo>
                  <a:cubicBezTo>
                    <a:pt x="9506" y="21169"/>
                    <a:pt x="10154" y="20919"/>
                    <a:pt x="10803" y="20919"/>
                  </a:cubicBezTo>
                  <a:cubicBezTo>
                    <a:pt x="11444" y="20919"/>
                    <a:pt x="12085" y="21163"/>
                    <a:pt x="12574" y="21653"/>
                  </a:cubicBezTo>
                  <a:cubicBezTo>
                    <a:pt x="13559" y="22637"/>
                    <a:pt x="13552" y="24236"/>
                    <a:pt x="12559" y="25211"/>
                  </a:cubicBezTo>
                  <a:cubicBezTo>
                    <a:pt x="11994" y="25777"/>
                    <a:pt x="11081" y="25867"/>
                    <a:pt x="11081" y="25867"/>
                  </a:cubicBezTo>
                  <a:cubicBezTo>
                    <a:pt x="10753" y="25898"/>
                    <a:pt x="10295" y="26116"/>
                    <a:pt x="10063" y="26346"/>
                  </a:cubicBezTo>
                  <a:lnTo>
                    <a:pt x="9989" y="26419"/>
                  </a:lnTo>
                  <a:cubicBezTo>
                    <a:pt x="9758" y="26653"/>
                    <a:pt x="9758" y="27030"/>
                    <a:pt x="9989" y="27264"/>
                  </a:cubicBezTo>
                  <a:lnTo>
                    <a:pt x="16722" y="33995"/>
                  </a:lnTo>
                  <a:cubicBezTo>
                    <a:pt x="16839" y="34110"/>
                    <a:pt x="16991" y="34168"/>
                    <a:pt x="17144" y="34168"/>
                  </a:cubicBezTo>
                  <a:cubicBezTo>
                    <a:pt x="17296" y="34168"/>
                    <a:pt x="17448" y="34110"/>
                    <a:pt x="17565" y="33995"/>
                  </a:cubicBezTo>
                  <a:lnTo>
                    <a:pt x="24296" y="27264"/>
                  </a:lnTo>
                  <a:cubicBezTo>
                    <a:pt x="24414" y="27148"/>
                    <a:pt x="24567" y="27090"/>
                    <a:pt x="24720" y="27090"/>
                  </a:cubicBezTo>
                  <a:cubicBezTo>
                    <a:pt x="24873" y="27090"/>
                    <a:pt x="25027" y="27148"/>
                    <a:pt x="25144" y="27264"/>
                  </a:cubicBezTo>
                  <a:lnTo>
                    <a:pt x="25264" y="27384"/>
                  </a:lnTo>
                  <a:cubicBezTo>
                    <a:pt x="25496" y="27619"/>
                    <a:pt x="25712" y="28077"/>
                    <a:pt x="25743" y="28402"/>
                  </a:cubicBezTo>
                  <a:cubicBezTo>
                    <a:pt x="25743" y="28402"/>
                    <a:pt x="25832" y="29315"/>
                    <a:pt x="26399" y="29883"/>
                  </a:cubicBezTo>
                  <a:cubicBezTo>
                    <a:pt x="26888" y="30368"/>
                    <a:pt x="27526" y="30611"/>
                    <a:pt x="28165" y="30611"/>
                  </a:cubicBezTo>
                  <a:cubicBezTo>
                    <a:pt x="28806" y="30611"/>
                    <a:pt x="29447" y="30366"/>
                    <a:pt x="29936" y="29878"/>
                  </a:cubicBezTo>
                  <a:cubicBezTo>
                    <a:pt x="30913" y="28901"/>
                    <a:pt x="30914" y="27319"/>
                    <a:pt x="29943" y="26340"/>
                  </a:cubicBezTo>
                  <a:lnTo>
                    <a:pt x="29943" y="26340"/>
                  </a:lnTo>
                  <a:lnTo>
                    <a:pt x="29943" y="26344"/>
                  </a:lnTo>
                  <a:cubicBezTo>
                    <a:pt x="29373" y="25774"/>
                    <a:pt x="28460" y="25688"/>
                    <a:pt x="28460" y="25688"/>
                  </a:cubicBezTo>
                  <a:cubicBezTo>
                    <a:pt x="28132" y="25654"/>
                    <a:pt x="27677" y="25439"/>
                    <a:pt x="27442" y="25206"/>
                  </a:cubicBezTo>
                  <a:lnTo>
                    <a:pt x="27322" y="25084"/>
                  </a:lnTo>
                  <a:cubicBezTo>
                    <a:pt x="27092" y="24851"/>
                    <a:pt x="27092" y="24475"/>
                    <a:pt x="27322" y="24241"/>
                  </a:cubicBezTo>
                  <a:lnTo>
                    <a:pt x="34054" y="17508"/>
                  </a:lnTo>
                  <a:cubicBezTo>
                    <a:pt x="34285" y="17275"/>
                    <a:pt x="34285" y="16897"/>
                    <a:pt x="34054" y="16664"/>
                  </a:cubicBezTo>
                  <a:lnTo>
                    <a:pt x="27322" y="9933"/>
                  </a:lnTo>
                  <a:cubicBezTo>
                    <a:pt x="27090" y="9698"/>
                    <a:pt x="27090" y="9320"/>
                    <a:pt x="27322" y="9085"/>
                  </a:cubicBezTo>
                  <a:lnTo>
                    <a:pt x="27327" y="9081"/>
                  </a:lnTo>
                  <a:cubicBezTo>
                    <a:pt x="27559" y="8848"/>
                    <a:pt x="28017" y="8635"/>
                    <a:pt x="28345" y="8601"/>
                  </a:cubicBezTo>
                  <a:cubicBezTo>
                    <a:pt x="28345" y="8601"/>
                    <a:pt x="29258" y="8515"/>
                    <a:pt x="29825" y="7947"/>
                  </a:cubicBezTo>
                  <a:cubicBezTo>
                    <a:pt x="30817" y="6972"/>
                    <a:pt x="30823" y="5372"/>
                    <a:pt x="29840" y="4389"/>
                  </a:cubicBezTo>
                  <a:cubicBezTo>
                    <a:pt x="29350" y="3899"/>
                    <a:pt x="28709" y="3655"/>
                    <a:pt x="28068" y="3655"/>
                  </a:cubicBezTo>
                  <a:cubicBezTo>
                    <a:pt x="27420" y="3655"/>
                    <a:pt x="26771" y="3905"/>
                    <a:pt x="26280" y="4404"/>
                  </a:cubicBezTo>
                  <a:cubicBezTo>
                    <a:pt x="25716" y="4969"/>
                    <a:pt x="25628" y="5887"/>
                    <a:pt x="25628" y="5887"/>
                  </a:cubicBezTo>
                  <a:cubicBezTo>
                    <a:pt x="25596" y="6210"/>
                    <a:pt x="25381" y="6670"/>
                    <a:pt x="25146" y="6903"/>
                  </a:cubicBezTo>
                  <a:lnTo>
                    <a:pt x="25144" y="6907"/>
                  </a:lnTo>
                  <a:cubicBezTo>
                    <a:pt x="25027" y="7023"/>
                    <a:pt x="24873" y="7081"/>
                    <a:pt x="24720" y="7081"/>
                  </a:cubicBezTo>
                  <a:cubicBezTo>
                    <a:pt x="24567" y="7081"/>
                    <a:pt x="24414" y="7023"/>
                    <a:pt x="24296" y="6907"/>
                  </a:cubicBezTo>
                  <a:lnTo>
                    <a:pt x="17567" y="176"/>
                  </a:lnTo>
                  <a:cubicBezTo>
                    <a:pt x="17450" y="59"/>
                    <a:pt x="17297" y="1"/>
                    <a:pt x="17145" y="1"/>
                  </a:cubicBez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32" name="Google Shape;4932;p73"/>
            <p:cNvSpPr/>
            <p:nvPr/>
          </p:nvSpPr>
          <p:spPr>
            <a:xfrm>
              <a:off x="1484068" y="1984268"/>
              <a:ext cx="408862" cy="407494"/>
            </a:xfrm>
            <a:custGeom>
              <a:avLst/>
              <a:gdLst/>
              <a:ahLst/>
              <a:cxnLst/>
              <a:rect l="l" t="t" r="r" b="b"/>
              <a:pathLst>
                <a:path w="34086" h="33972" extrusionOk="0">
                  <a:moveTo>
                    <a:pt x="17043" y="1"/>
                  </a:moveTo>
                  <a:cubicBezTo>
                    <a:pt x="16887" y="1"/>
                    <a:pt x="16736" y="61"/>
                    <a:pt x="16624" y="172"/>
                  </a:cubicBezTo>
                  <a:lnTo>
                    <a:pt x="9932" y="6866"/>
                  </a:lnTo>
                  <a:cubicBezTo>
                    <a:pt x="9701" y="7099"/>
                    <a:pt x="9701" y="7475"/>
                    <a:pt x="9932" y="7709"/>
                  </a:cubicBezTo>
                  <a:lnTo>
                    <a:pt x="10003" y="7779"/>
                  </a:lnTo>
                  <a:cubicBezTo>
                    <a:pt x="10235" y="8009"/>
                    <a:pt x="10689" y="8223"/>
                    <a:pt x="11014" y="8254"/>
                  </a:cubicBezTo>
                  <a:cubicBezTo>
                    <a:pt x="11014" y="8254"/>
                    <a:pt x="11923" y="8345"/>
                    <a:pt x="12486" y="8907"/>
                  </a:cubicBezTo>
                  <a:cubicBezTo>
                    <a:pt x="13430" y="9883"/>
                    <a:pt x="13420" y="11436"/>
                    <a:pt x="12459" y="12397"/>
                  </a:cubicBezTo>
                  <a:cubicBezTo>
                    <a:pt x="11973" y="12885"/>
                    <a:pt x="11335" y="13129"/>
                    <a:pt x="10697" y="13129"/>
                  </a:cubicBezTo>
                  <a:cubicBezTo>
                    <a:pt x="10074" y="13129"/>
                    <a:pt x="9450" y="12896"/>
                    <a:pt x="8968" y="12430"/>
                  </a:cubicBezTo>
                  <a:cubicBezTo>
                    <a:pt x="8402" y="11864"/>
                    <a:pt x="8314" y="10958"/>
                    <a:pt x="8314" y="10958"/>
                  </a:cubicBezTo>
                  <a:cubicBezTo>
                    <a:pt x="8280" y="10633"/>
                    <a:pt x="8067" y="10178"/>
                    <a:pt x="7835" y="9948"/>
                  </a:cubicBezTo>
                  <a:lnTo>
                    <a:pt x="7765" y="9873"/>
                  </a:lnTo>
                  <a:cubicBezTo>
                    <a:pt x="7653" y="9763"/>
                    <a:pt x="7502" y="9701"/>
                    <a:pt x="7344" y="9699"/>
                  </a:cubicBezTo>
                  <a:cubicBezTo>
                    <a:pt x="7186" y="9699"/>
                    <a:pt x="7037" y="9763"/>
                    <a:pt x="6926" y="9873"/>
                  </a:cubicBezTo>
                  <a:lnTo>
                    <a:pt x="232" y="16566"/>
                  </a:lnTo>
                  <a:cubicBezTo>
                    <a:pt x="0" y="16800"/>
                    <a:pt x="0" y="17174"/>
                    <a:pt x="232" y="17406"/>
                  </a:cubicBezTo>
                  <a:lnTo>
                    <a:pt x="6170" y="23347"/>
                  </a:lnTo>
                  <a:lnTo>
                    <a:pt x="6167" y="23347"/>
                  </a:lnTo>
                  <a:lnTo>
                    <a:pt x="6929" y="24109"/>
                  </a:lnTo>
                  <a:cubicBezTo>
                    <a:pt x="7154" y="24343"/>
                    <a:pt x="7152" y="24712"/>
                    <a:pt x="6924" y="24942"/>
                  </a:cubicBezTo>
                  <a:lnTo>
                    <a:pt x="6805" y="25059"/>
                  </a:lnTo>
                  <a:cubicBezTo>
                    <a:pt x="6574" y="25290"/>
                    <a:pt x="6119" y="25508"/>
                    <a:pt x="5794" y="25537"/>
                  </a:cubicBezTo>
                  <a:cubicBezTo>
                    <a:pt x="5794" y="25537"/>
                    <a:pt x="4883" y="25625"/>
                    <a:pt x="4322" y="26188"/>
                  </a:cubicBezTo>
                  <a:cubicBezTo>
                    <a:pt x="3610" y="26900"/>
                    <a:pt x="3397" y="27971"/>
                    <a:pt x="3781" y="28903"/>
                  </a:cubicBezTo>
                  <a:cubicBezTo>
                    <a:pt x="4167" y="29833"/>
                    <a:pt x="5075" y="30441"/>
                    <a:pt x="6083" y="30441"/>
                  </a:cubicBezTo>
                  <a:cubicBezTo>
                    <a:pt x="6102" y="30441"/>
                    <a:pt x="6119" y="30436"/>
                    <a:pt x="6138" y="30436"/>
                  </a:cubicBezTo>
                  <a:cubicBezTo>
                    <a:pt x="6148" y="30436"/>
                    <a:pt x="6158" y="30437"/>
                    <a:pt x="6170" y="30437"/>
                  </a:cubicBezTo>
                  <a:cubicBezTo>
                    <a:pt x="6173" y="30437"/>
                    <a:pt x="6175" y="30437"/>
                    <a:pt x="6177" y="30437"/>
                  </a:cubicBezTo>
                  <a:cubicBezTo>
                    <a:pt x="6835" y="30437"/>
                    <a:pt x="7466" y="30175"/>
                    <a:pt x="7933" y="29710"/>
                  </a:cubicBezTo>
                  <a:cubicBezTo>
                    <a:pt x="8494" y="29145"/>
                    <a:pt x="8582" y="28239"/>
                    <a:pt x="8582" y="28239"/>
                  </a:cubicBezTo>
                  <a:cubicBezTo>
                    <a:pt x="8614" y="27911"/>
                    <a:pt x="8829" y="27456"/>
                    <a:pt x="9059" y="27225"/>
                  </a:cubicBezTo>
                  <a:lnTo>
                    <a:pt x="9129" y="27154"/>
                  </a:lnTo>
                  <a:cubicBezTo>
                    <a:pt x="9243" y="27043"/>
                    <a:pt x="9394" y="26981"/>
                    <a:pt x="9551" y="26981"/>
                  </a:cubicBezTo>
                  <a:cubicBezTo>
                    <a:pt x="9708" y="26981"/>
                    <a:pt x="9859" y="27043"/>
                    <a:pt x="9970" y="27154"/>
                  </a:cubicBezTo>
                  <a:lnTo>
                    <a:pt x="11033" y="28217"/>
                  </a:lnTo>
                  <a:lnTo>
                    <a:pt x="11033" y="28211"/>
                  </a:lnTo>
                  <a:lnTo>
                    <a:pt x="16621" y="33800"/>
                  </a:lnTo>
                  <a:cubicBezTo>
                    <a:pt x="16734" y="33909"/>
                    <a:pt x="16885" y="33971"/>
                    <a:pt x="17043" y="33971"/>
                  </a:cubicBezTo>
                  <a:cubicBezTo>
                    <a:pt x="17192" y="33970"/>
                    <a:pt x="17337" y="33913"/>
                    <a:pt x="17445" y="33810"/>
                  </a:cubicBezTo>
                  <a:cubicBezTo>
                    <a:pt x="17450" y="33805"/>
                    <a:pt x="17457" y="33803"/>
                    <a:pt x="17462" y="33800"/>
                  </a:cubicBezTo>
                  <a:lnTo>
                    <a:pt x="23088" y="28172"/>
                  </a:lnTo>
                  <a:lnTo>
                    <a:pt x="24154" y="27106"/>
                  </a:lnTo>
                  <a:cubicBezTo>
                    <a:pt x="24209" y="27053"/>
                    <a:pt x="24274" y="27010"/>
                    <a:pt x="24346" y="26981"/>
                  </a:cubicBezTo>
                  <a:cubicBezTo>
                    <a:pt x="24418" y="26951"/>
                    <a:pt x="24494" y="26937"/>
                    <a:pt x="24569" y="26937"/>
                  </a:cubicBezTo>
                  <a:cubicBezTo>
                    <a:pt x="24724" y="26937"/>
                    <a:pt x="24876" y="26998"/>
                    <a:pt x="24990" y="27113"/>
                  </a:cubicBezTo>
                  <a:lnTo>
                    <a:pt x="25063" y="27187"/>
                  </a:lnTo>
                  <a:cubicBezTo>
                    <a:pt x="25067" y="27190"/>
                    <a:pt x="25070" y="27195"/>
                    <a:pt x="25074" y="27199"/>
                  </a:cubicBezTo>
                  <a:cubicBezTo>
                    <a:pt x="25274" y="27444"/>
                    <a:pt x="25450" y="27834"/>
                    <a:pt x="25480" y="28124"/>
                  </a:cubicBezTo>
                  <a:cubicBezTo>
                    <a:pt x="25480" y="28124"/>
                    <a:pt x="25556" y="28865"/>
                    <a:pt x="25985" y="29423"/>
                  </a:cubicBezTo>
                  <a:cubicBezTo>
                    <a:pt x="26049" y="29516"/>
                    <a:pt x="26119" y="29603"/>
                    <a:pt x="26198" y="29684"/>
                  </a:cubicBezTo>
                  <a:cubicBezTo>
                    <a:pt x="26689" y="30182"/>
                    <a:pt x="27336" y="30431"/>
                    <a:pt x="27983" y="30431"/>
                  </a:cubicBezTo>
                  <a:cubicBezTo>
                    <a:pt x="28624" y="30431"/>
                    <a:pt x="29265" y="30187"/>
                    <a:pt x="29754" y="29698"/>
                  </a:cubicBezTo>
                  <a:cubicBezTo>
                    <a:pt x="30737" y="28716"/>
                    <a:pt x="30732" y="27120"/>
                    <a:pt x="29742" y="26143"/>
                  </a:cubicBezTo>
                  <a:cubicBezTo>
                    <a:pt x="29667" y="26069"/>
                    <a:pt x="29584" y="26001"/>
                    <a:pt x="29497" y="25941"/>
                  </a:cubicBezTo>
                  <a:cubicBezTo>
                    <a:pt x="28937" y="25500"/>
                    <a:pt x="28182" y="25421"/>
                    <a:pt x="28182" y="25421"/>
                  </a:cubicBezTo>
                  <a:cubicBezTo>
                    <a:pt x="27878" y="25392"/>
                    <a:pt x="27470" y="25203"/>
                    <a:pt x="27226" y="24990"/>
                  </a:cubicBezTo>
                  <a:lnTo>
                    <a:pt x="27168" y="24932"/>
                  </a:lnTo>
                  <a:cubicBezTo>
                    <a:pt x="26938" y="24703"/>
                    <a:pt x="26936" y="24331"/>
                    <a:pt x="27164" y="24099"/>
                  </a:cubicBezTo>
                  <a:lnTo>
                    <a:pt x="29146" y="22115"/>
                  </a:lnTo>
                  <a:lnTo>
                    <a:pt x="33856" y="17407"/>
                  </a:lnTo>
                  <a:cubicBezTo>
                    <a:pt x="33861" y="17402"/>
                    <a:pt x="33861" y="17397"/>
                    <a:pt x="33866" y="17392"/>
                  </a:cubicBezTo>
                  <a:cubicBezTo>
                    <a:pt x="34086" y="17160"/>
                    <a:pt x="34081" y="16795"/>
                    <a:pt x="33856" y="16566"/>
                  </a:cubicBezTo>
                  <a:lnTo>
                    <a:pt x="27162" y="9873"/>
                  </a:lnTo>
                  <a:cubicBezTo>
                    <a:pt x="27052" y="9764"/>
                    <a:pt x="26905" y="9701"/>
                    <a:pt x="26750" y="9701"/>
                  </a:cubicBezTo>
                  <a:cubicBezTo>
                    <a:pt x="26748" y="9701"/>
                    <a:pt x="26746" y="9701"/>
                    <a:pt x="26744" y="9701"/>
                  </a:cubicBezTo>
                  <a:cubicBezTo>
                    <a:pt x="26586" y="9701"/>
                    <a:pt x="26435" y="9763"/>
                    <a:pt x="26323" y="9873"/>
                  </a:cubicBezTo>
                  <a:lnTo>
                    <a:pt x="26249" y="9948"/>
                  </a:lnTo>
                  <a:cubicBezTo>
                    <a:pt x="26019" y="10178"/>
                    <a:pt x="25803" y="10635"/>
                    <a:pt x="25774" y="10961"/>
                  </a:cubicBezTo>
                  <a:cubicBezTo>
                    <a:pt x="25774" y="10961"/>
                    <a:pt x="25685" y="11869"/>
                    <a:pt x="25122" y="12434"/>
                  </a:cubicBezTo>
                  <a:cubicBezTo>
                    <a:pt x="24634" y="12928"/>
                    <a:pt x="23990" y="13175"/>
                    <a:pt x="23347" y="13175"/>
                  </a:cubicBezTo>
                  <a:cubicBezTo>
                    <a:pt x="22709" y="13175"/>
                    <a:pt x="22072" y="12932"/>
                    <a:pt x="21586" y="12446"/>
                  </a:cubicBezTo>
                  <a:cubicBezTo>
                    <a:pt x="20608" y="11467"/>
                    <a:pt x="20613" y="9881"/>
                    <a:pt x="21598" y="8910"/>
                  </a:cubicBezTo>
                  <a:cubicBezTo>
                    <a:pt x="22163" y="8347"/>
                    <a:pt x="23071" y="8258"/>
                    <a:pt x="23071" y="8258"/>
                  </a:cubicBezTo>
                  <a:cubicBezTo>
                    <a:pt x="23395" y="8227"/>
                    <a:pt x="23850" y="8014"/>
                    <a:pt x="24080" y="7782"/>
                  </a:cubicBezTo>
                  <a:lnTo>
                    <a:pt x="24159" y="7709"/>
                  </a:lnTo>
                  <a:cubicBezTo>
                    <a:pt x="24389" y="7475"/>
                    <a:pt x="24389" y="7099"/>
                    <a:pt x="24159" y="6866"/>
                  </a:cubicBezTo>
                  <a:lnTo>
                    <a:pt x="17465" y="172"/>
                  </a:lnTo>
                  <a:cubicBezTo>
                    <a:pt x="17352" y="63"/>
                    <a:pt x="17201" y="1"/>
                    <a:pt x="1704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33" name="Google Shape;4933;p73"/>
            <p:cNvSpPr/>
            <p:nvPr/>
          </p:nvSpPr>
          <p:spPr>
            <a:xfrm flipH="1">
              <a:off x="865779" y="2190662"/>
              <a:ext cx="408898" cy="407518"/>
            </a:xfrm>
            <a:custGeom>
              <a:avLst/>
              <a:gdLst/>
              <a:ahLst/>
              <a:cxnLst/>
              <a:rect l="l" t="t" r="r" b="b"/>
              <a:pathLst>
                <a:path w="34089" h="33974" extrusionOk="0">
                  <a:moveTo>
                    <a:pt x="17044" y="0"/>
                  </a:moveTo>
                  <a:cubicBezTo>
                    <a:pt x="16893" y="2"/>
                    <a:pt x="16750" y="60"/>
                    <a:pt x="16640" y="163"/>
                  </a:cubicBezTo>
                  <a:lnTo>
                    <a:pt x="12729" y="4075"/>
                  </a:lnTo>
                  <a:lnTo>
                    <a:pt x="12729" y="4070"/>
                  </a:lnTo>
                  <a:lnTo>
                    <a:pt x="10005" y="6793"/>
                  </a:lnTo>
                  <a:cubicBezTo>
                    <a:pt x="9890" y="6904"/>
                    <a:pt x="9742" y="6959"/>
                    <a:pt x="9595" y="6959"/>
                  </a:cubicBezTo>
                  <a:cubicBezTo>
                    <a:pt x="9444" y="6959"/>
                    <a:pt x="9293" y="6901"/>
                    <a:pt x="9178" y="6787"/>
                  </a:cubicBezTo>
                  <a:lnTo>
                    <a:pt x="9104" y="6713"/>
                  </a:lnTo>
                  <a:cubicBezTo>
                    <a:pt x="8874" y="6481"/>
                    <a:pt x="8660" y="6026"/>
                    <a:pt x="8625" y="5702"/>
                  </a:cubicBezTo>
                  <a:cubicBezTo>
                    <a:pt x="8625" y="5702"/>
                    <a:pt x="8539" y="4792"/>
                    <a:pt x="7976" y="4229"/>
                  </a:cubicBezTo>
                  <a:cubicBezTo>
                    <a:pt x="7478" y="3726"/>
                    <a:pt x="6821" y="3474"/>
                    <a:pt x="6165" y="3474"/>
                  </a:cubicBezTo>
                  <a:cubicBezTo>
                    <a:pt x="5524" y="3474"/>
                    <a:pt x="4883" y="3714"/>
                    <a:pt x="4388" y="4197"/>
                  </a:cubicBezTo>
                  <a:cubicBezTo>
                    <a:pt x="3384" y="5172"/>
                    <a:pt x="3354" y="6775"/>
                    <a:pt x="4322" y="7785"/>
                  </a:cubicBezTo>
                  <a:cubicBezTo>
                    <a:pt x="4884" y="8350"/>
                    <a:pt x="5795" y="8439"/>
                    <a:pt x="5795" y="8439"/>
                  </a:cubicBezTo>
                  <a:cubicBezTo>
                    <a:pt x="6118" y="8468"/>
                    <a:pt x="6573" y="8686"/>
                    <a:pt x="6804" y="8916"/>
                  </a:cubicBezTo>
                  <a:lnTo>
                    <a:pt x="6924" y="9033"/>
                  </a:lnTo>
                  <a:cubicBezTo>
                    <a:pt x="7153" y="9267"/>
                    <a:pt x="7153" y="9641"/>
                    <a:pt x="6924" y="9874"/>
                  </a:cubicBezTo>
                  <a:lnTo>
                    <a:pt x="3488" y="13310"/>
                  </a:lnTo>
                  <a:lnTo>
                    <a:pt x="310" y="16487"/>
                  </a:lnTo>
                  <a:lnTo>
                    <a:pt x="233" y="16566"/>
                  </a:lnTo>
                  <a:cubicBezTo>
                    <a:pt x="1" y="16798"/>
                    <a:pt x="1" y="17174"/>
                    <a:pt x="233" y="17405"/>
                  </a:cubicBezTo>
                  <a:lnTo>
                    <a:pt x="6926" y="24099"/>
                  </a:lnTo>
                  <a:cubicBezTo>
                    <a:pt x="7156" y="24332"/>
                    <a:pt x="7156" y="24706"/>
                    <a:pt x="6926" y="24938"/>
                  </a:cubicBezTo>
                  <a:lnTo>
                    <a:pt x="6919" y="24945"/>
                  </a:lnTo>
                  <a:cubicBezTo>
                    <a:pt x="6688" y="25177"/>
                    <a:pt x="6233" y="25391"/>
                    <a:pt x="5908" y="25420"/>
                  </a:cubicBezTo>
                  <a:cubicBezTo>
                    <a:pt x="5908" y="25420"/>
                    <a:pt x="4999" y="25511"/>
                    <a:pt x="4436" y="26074"/>
                  </a:cubicBezTo>
                  <a:cubicBezTo>
                    <a:pt x="3478" y="27047"/>
                    <a:pt x="3485" y="28613"/>
                    <a:pt x="4451" y="29579"/>
                  </a:cubicBezTo>
                  <a:cubicBezTo>
                    <a:pt x="4938" y="30065"/>
                    <a:pt x="5575" y="30309"/>
                    <a:pt x="6213" y="30309"/>
                  </a:cubicBezTo>
                  <a:cubicBezTo>
                    <a:pt x="6843" y="30309"/>
                    <a:pt x="7473" y="30072"/>
                    <a:pt x="7958" y="29596"/>
                  </a:cubicBezTo>
                  <a:cubicBezTo>
                    <a:pt x="8522" y="29031"/>
                    <a:pt x="8608" y="28125"/>
                    <a:pt x="8608" y="28125"/>
                  </a:cubicBezTo>
                  <a:cubicBezTo>
                    <a:pt x="8642" y="27797"/>
                    <a:pt x="8857" y="27341"/>
                    <a:pt x="9087" y="27111"/>
                  </a:cubicBezTo>
                  <a:lnTo>
                    <a:pt x="9090" y="27107"/>
                  </a:lnTo>
                  <a:cubicBezTo>
                    <a:pt x="9204" y="26996"/>
                    <a:pt x="9355" y="26934"/>
                    <a:pt x="9513" y="26934"/>
                  </a:cubicBezTo>
                  <a:cubicBezTo>
                    <a:pt x="9669" y="26934"/>
                    <a:pt x="9820" y="26996"/>
                    <a:pt x="9930" y="27107"/>
                  </a:cubicBezTo>
                  <a:lnTo>
                    <a:pt x="16623" y="33801"/>
                  </a:lnTo>
                  <a:cubicBezTo>
                    <a:pt x="16741" y="33916"/>
                    <a:pt x="16893" y="33973"/>
                    <a:pt x="17045" y="33973"/>
                  </a:cubicBezTo>
                  <a:cubicBezTo>
                    <a:pt x="17198" y="33973"/>
                    <a:pt x="17350" y="33916"/>
                    <a:pt x="17468" y="33801"/>
                  </a:cubicBezTo>
                  <a:lnTo>
                    <a:pt x="24161" y="27107"/>
                  </a:lnTo>
                  <a:cubicBezTo>
                    <a:pt x="24391" y="26874"/>
                    <a:pt x="24391" y="26500"/>
                    <a:pt x="24161" y="26266"/>
                  </a:cubicBezTo>
                  <a:lnTo>
                    <a:pt x="24082" y="26193"/>
                  </a:lnTo>
                  <a:cubicBezTo>
                    <a:pt x="23852" y="25963"/>
                    <a:pt x="23396" y="25746"/>
                    <a:pt x="23073" y="25714"/>
                  </a:cubicBezTo>
                  <a:cubicBezTo>
                    <a:pt x="23073" y="25714"/>
                    <a:pt x="22167" y="25628"/>
                    <a:pt x="21600" y="25063"/>
                  </a:cubicBezTo>
                  <a:cubicBezTo>
                    <a:pt x="20626" y="24092"/>
                    <a:pt x="20631" y="22513"/>
                    <a:pt x="21600" y="21541"/>
                  </a:cubicBezTo>
                  <a:cubicBezTo>
                    <a:pt x="22087" y="21055"/>
                    <a:pt x="22725" y="20812"/>
                    <a:pt x="23362" y="20812"/>
                  </a:cubicBezTo>
                  <a:cubicBezTo>
                    <a:pt x="24000" y="20812"/>
                    <a:pt x="24637" y="21055"/>
                    <a:pt x="25124" y="21541"/>
                  </a:cubicBezTo>
                  <a:cubicBezTo>
                    <a:pt x="25685" y="22104"/>
                    <a:pt x="25776" y="23016"/>
                    <a:pt x="25776" y="23016"/>
                  </a:cubicBezTo>
                  <a:cubicBezTo>
                    <a:pt x="25805" y="23338"/>
                    <a:pt x="26022" y="23793"/>
                    <a:pt x="26252" y="24025"/>
                  </a:cubicBezTo>
                  <a:lnTo>
                    <a:pt x="26325" y="24099"/>
                  </a:lnTo>
                  <a:cubicBezTo>
                    <a:pt x="26437" y="24209"/>
                    <a:pt x="26588" y="24270"/>
                    <a:pt x="26746" y="24270"/>
                  </a:cubicBezTo>
                  <a:cubicBezTo>
                    <a:pt x="26902" y="24270"/>
                    <a:pt x="27053" y="24209"/>
                    <a:pt x="27165" y="24099"/>
                  </a:cubicBezTo>
                  <a:lnTo>
                    <a:pt x="33858" y="17405"/>
                  </a:lnTo>
                  <a:cubicBezTo>
                    <a:pt x="34088" y="17172"/>
                    <a:pt x="34087" y="16798"/>
                    <a:pt x="33855" y="16566"/>
                  </a:cubicBezTo>
                  <a:lnTo>
                    <a:pt x="28225" y="10937"/>
                  </a:lnTo>
                  <a:lnTo>
                    <a:pt x="27163" y="9874"/>
                  </a:lnTo>
                  <a:cubicBezTo>
                    <a:pt x="27051" y="9763"/>
                    <a:pt x="26900" y="9701"/>
                    <a:pt x="26742" y="9701"/>
                  </a:cubicBezTo>
                  <a:cubicBezTo>
                    <a:pt x="26585" y="9701"/>
                    <a:pt x="26434" y="9763"/>
                    <a:pt x="26322" y="9874"/>
                  </a:cubicBezTo>
                  <a:lnTo>
                    <a:pt x="26252" y="9945"/>
                  </a:lnTo>
                  <a:cubicBezTo>
                    <a:pt x="26022" y="10176"/>
                    <a:pt x="25807" y="10631"/>
                    <a:pt x="25773" y="10959"/>
                  </a:cubicBezTo>
                  <a:cubicBezTo>
                    <a:pt x="25773" y="10959"/>
                    <a:pt x="25687" y="11865"/>
                    <a:pt x="25124" y="12430"/>
                  </a:cubicBezTo>
                  <a:cubicBezTo>
                    <a:pt x="24657" y="12897"/>
                    <a:pt x="24024" y="13159"/>
                    <a:pt x="23363" y="13159"/>
                  </a:cubicBezTo>
                  <a:cubicBezTo>
                    <a:pt x="23351" y="13159"/>
                    <a:pt x="23341" y="13156"/>
                    <a:pt x="23329" y="13156"/>
                  </a:cubicBezTo>
                  <a:cubicBezTo>
                    <a:pt x="23312" y="13156"/>
                    <a:pt x="23293" y="13161"/>
                    <a:pt x="23276" y="13161"/>
                  </a:cubicBezTo>
                  <a:cubicBezTo>
                    <a:pt x="22268" y="13161"/>
                    <a:pt x="21358" y="12553"/>
                    <a:pt x="20974" y="11623"/>
                  </a:cubicBezTo>
                  <a:cubicBezTo>
                    <a:pt x="20588" y="10691"/>
                    <a:pt x="20801" y="9620"/>
                    <a:pt x="21513" y="8908"/>
                  </a:cubicBezTo>
                  <a:cubicBezTo>
                    <a:pt x="22076" y="8345"/>
                    <a:pt x="22987" y="8257"/>
                    <a:pt x="22987" y="8257"/>
                  </a:cubicBezTo>
                  <a:cubicBezTo>
                    <a:pt x="23310" y="8228"/>
                    <a:pt x="23765" y="8010"/>
                    <a:pt x="23996" y="7779"/>
                  </a:cubicBezTo>
                  <a:lnTo>
                    <a:pt x="24117" y="7662"/>
                  </a:lnTo>
                  <a:cubicBezTo>
                    <a:pt x="24345" y="7432"/>
                    <a:pt x="24347" y="7063"/>
                    <a:pt x="24122" y="6831"/>
                  </a:cubicBezTo>
                  <a:lnTo>
                    <a:pt x="23358" y="6067"/>
                  </a:lnTo>
                  <a:lnTo>
                    <a:pt x="17464" y="174"/>
                  </a:lnTo>
                  <a:cubicBezTo>
                    <a:pt x="17353" y="64"/>
                    <a:pt x="17202" y="0"/>
                    <a:pt x="1704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34" name="Google Shape;4934;p73"/>
            <p:cNvSpPr/>
            <p:nvPr/>
          </p:nvSpPr>
          <p:spPr>
            <a:xfrm>
              <a:off x="246070" y="1983826"/>
              <a:ext cx="408910" cy="407494"/>
            </a:xfrm>
            <a:custGeom>
              <a:avLst/>
              <a:gdLst/>
              <a:ahLst/>
              <a:cxnLst/>
              <a:rect l="l" t="t" r="r" b="b"/>
              <a:pathLst>
                <a:path w="34090" h="33972" extrusionOk="0">
                  <a:moveTo>
                    <a:pt x="17046" y="1"/>
                  </a:moveTo>
                  <a:cubicBezTo>
                    <a:pt x="16894" y="1"/>
                    <a:pt x="16742" y="59"/>
                    <a:pt x="16626" y="174"/>
                  </a:cubicBezTo>
                  <a:lnTo>
                    <a:pt x="9933" y="6868"/>
                  </a:lnTo>
                  <a:cubicBezTo>
                    <a:pt x="9821" y="6978"/>
                    <a:pt x="9670" y="7041"/>
                    <a:pt x="9512" y="7041"/>
                  </a:cubicBezTo>
                  <a:cubicBezTo>
                    <a:pt x="9354" y="7041"/>
                    <a:pt x="9203" y="6978"/>
                    <a:pt x="9094" y="6868"/>
                  </a:cubicBezTo>
                  <a:lnTo>
                    <a:pt x="9087" y="6861"/>
                  </a:lnTo>
                  <a:cubicBezTo>
                    <a:pt x="8857" y="6629"/>
                    <a:pt x="8642" y="6175"/>
                    <a:pt x="8611" y="5850"/>
                  </a:cubicBezTo>
                  <a:cubicBezTo>
                    <a:pt x="8611" y="5850"/>
                    <a:pt x="8522" y="4941"/>
                    <a:pt x="7959" y="4378"/>
                  </a:cubicBezTo>
                  <a:cubicBezTo>
                    <a:pt x="7469" y="3863"/>
                    <a:pt x="6813" y="3605"/>
                    <a:pt x="6156" y="3605"/>
                  </a:cubicBezTo>
                  <a:cubicBezTo>
                    <a:pt x="5520" y="3605"/>
                    <a:pt x="4883" y="3847"/>
                    <a:pt x="4396" y="4333"/>
                  </a:cubicBezTo>
                  <a:cubicBezTo>
                    <a:pt x="3407" y="5322"/>
                    <a:pt x="3425" y="6932"/>
                    <a:pt x="4435" y="7898"/>
                  </a:cubicBezTo>
                  <a:cubicBezTo>
                    <a:pt x="5002" y="8462"/>
                    <a:pt x="5908" y="8553"/>
                    <a:pt x="5908" y="8553"/>
                  </a:cubicBezTo>
                  <a:cubicBezTo>
                    <a:pt x="6232" y="8583"/>
                    <a:pt x="6687" y="8797"/>
                    <a:pt x="6919" y="9027"/>
                  </a:cubicBezTo>
                  <a:lnTo>
                    <a:pt x="6926" y="9034"/>
                  </a:lnTo>
                  <a:cubicBezTo>
                    <a:pt x="7156" y="9267"/>
                    <a:pt x="7156" y="9642"/>
                    <a:pt x="6926" y="9875"/>
                  </a:cubicBezTo>
                  <a:lnTo>
                    <a:pt x="232" y="16567"/>
                  </a:lnTo>
                  <a:cubicBezTo>
                    <a:pt x="1" y="16798"/>
                    <a:pt x="1" y="17174"/>
                    <a:pt x="232" y="17406"/>
                  </a:cubicBezTo>
                  <a:lnTo>
                    <a:pt x="6411" y="23585"/>
                  </a:lnTo>
                  <a:lnTo>
                    <a:pt x="6926" y="24100"/>
                  </a:lnTo>
                  <a:cubicBezTo>
                    <a:pt x="6969" y="24141"/>
                    <a:pt x="7020" y="24173"/>
                    <a:pt x="7073" y="24197"/>
                  </a:cubicBezTo>
                  <a:cubicBezTo>
                    <a:pt x="7158" y="24244"/>
                    <a:pt x="7250" y="24269"/>
                    <a:pt x="7345" y="24273"/>
                  </a:cubicBezTo>
                  <a:cubicBezTo>
                    <a:pt x="7503" y="24273"/>
                    <a:pt x="7654" y="24211"/>
                    <a:pt x="7765" y="24101"/>
                  </a:cubicBezTo>
                  <a:lnTo>
                    <a:pt x="7839" y="24027"/>
                  </a:lnTo>
                  <a:cubicBezTo>
                    <a:pt x="8069" y="23796"/>
                    <a:pt x="8283" y="23341"/>
                    <a:pt x="8318" y="23013"/>
                  </a:cubicBezTo>
                  <a:cubicBezTo>
                    <a:pt x="8318" y="23013"/>
                    <a:pt x="8405" y="22107"/>
                    <a:pt x="8967" y="21541"/>
                  </a:cubicBezTo>
                  <a:cubicBezTo>
                    <a:pt x="9183" y="21324"/>
                    <a:pt x="9437" y="21149"/>
                    <a:pt x="9717" y="21026"/>
                  </a:cubicBezTo>
                  <a:cubicBezTo>
                    <a:pt x="10047" y="20876"/>
                    <a:pt x="10396" y="20805"/>
                    <a:pt x="10740" y="20805"/>
                  </a:cubicBezTo>
                  <a:cubicBezTo>
                    <a:pt x="11539" y="20805"/>
                    <a:pt x="12316" y="21191"/>
                    <a:pt x="12792" y="21886"/>
                  </a:cubicBezTo>
                  <a:cubicBezTo>
                    <a:pt x="13474" y="22879"/>
                    <a:pt x="13347" y="24218"/>
                    <a:pt x="12490" y="25064"/>
                  </a:cubicBezTo>
                  <a:cubicBezTo>
                    <a:pt x="12119" y="25437"/>
                    <a:pt x="11599" y="25600"/>
                    <a:pt x="11289" y="25668"/>
                  </a:cubicBezTo>
                  <a:cubicBezTo>
                    <a:pt x="11157" y="25704"/>
                    <a:pt x="11023" y="25732"/>
                    <a:pt x="10887" y="25749"/>
                  </a:cubicBezTo>
                  <a:cubicBezTo>
                    <a:pt x="10830" y="25757"/>
                    <a:pt x="10775" y="25769"/>
                    <a:pt x="10722" y="25785"/>
                  </a:cubicBezTo>
                  <a:cubicBezTo>
                    <a:pt x="10456" y="25871"/>
                    <a:pt x="10173" y="26027"/>
                    <a:pt x="10008" y="26193"/>
                  </a:cubicBezTo>
                  <a:lnTo>
                    <a:pt x="9933" y="26265"/>
                  </a:lnTo>
                  <a:cubicBezTo>
                    <a:pt x="9699" y="26497"/>
                    <a:pt x="9699" y="26875"/>
                    <a:pt x="9933" y="27106"/>
                  </a:cubicBezTo>
                  <a:lnTo>
                    <a:pt x="11412" y="28584"/>
                  </a:lnTo>
                  <a:lnTo>
                    <a:pt x="16625" y="33798"/>
                  </a:lnTo>
                  <a:cubicBezTo>
                    <a:pt x="16736" y="33908"/>
                    <a:pt x="16887" y="33972"/>
                    <a:pt x="17043" y="33972"/>
                  </a:cubicBezTo>
                  <a:cubicBezTo>
                    <a:pt x="17198" y="33970"/>
                    <a:pt x="17347" y="33910"/>
                    <a:pt x="17459" y="33802"/>
                  </a:cubicBezTo>
                  <a:lnTo>
                    <a:pt x="20636" y="30627"/>
                  </a:lnTo>
                  <a:lnTo>
                    <a:pt x="24073" y="27189"/>
                  </a:lnTo>
                  <a:cubicBezTo>
                    <a:pt x="24300" y="26955"/>
                    <a:pt x="24300" y="26581"/>
                    <a:pt x="24073" y="26348"/>
                  </a:cubicBezTo>
                  <a:lnTo>
                    <a:pt x="23953" y="26231"/>
                  </a:lnTo>
                  <a:cubicBezTo>
                    <a:pt x="23722" y="26001"/>
                    <a:pt x="23267" y="25783"/>
                    <a:pt x="22942" y="25754"/>
                  </a:cubicBezTo>
                  <a:cubicBezTo>
                    <a:pt x="22942" y="25754"/>
                    <a:pt x="22033" y="25665"/>
                    <a:pt x="21470" y="25100"/>
                  </a:cubicBezTo>
                  <a:cubicBezTo>
                    <a:pt x="20528" y="24086"/>
                    <a:pt x="20569" y="22503"/>
                    <a:pt x="21561" y="21539"/>
                  </a:cubicBezTo>
                  <a:cubicBezTo>
                    <a:pt x="22056" y="21057"/>
                    <a:pt x="22698" y="20816"/>
                    <a:pt x="23340" y="20816"/>
                  </a:cubicBezTo>
                  <a:cubicBezTo>
                    <a:pt x="23985" y="20816"/>
                    <a:pt x="24629" y="21059"/>
                    <a:pt x="25125" y="21544"/>
                  </a:cubicBezTo>
                  <a:cubicBezTo>
                    <a:pt x="25687" y="22107"/>
                    <a:pt x="25774" y="23017"/>
                    <a:pt x="25774" y="23017"/>
                  </a:cubicBezTo>
                  <a:cubicBezTo>
                    <a:pt x="25807" y="23341"/>
                    <a:pt x="26021" y="23796"/>
                    <a:pt x="26253" y="24027"/>
                  </a:cubicBezTo>
                  <a:lnTo>
                    <a:pt x="26325" y="24101"/>
                  </a:lnTo>
                  <a:cubicBezTo>
                    <a:pt x="26441" y="24216"/>
                    <a:pt x="26592" y="24274"/>
                    <a:pt x="26744" y="24274"/>
                  </a:cubicBezTo>
                  <a:cubicBezTo>
                    <a:pt x="26891" y="24274"/>
                    <a:pt x="27038" y="24219"/>
                    <a:pt x="27152" y="24110"/>
                  </a:cubicBezTo>
                  <a:lnTo>
                    <a:pt x="29878" y="21384"/>
                  </a:lnTo>
                  <a:lnTo>
                    <a:pt x="33774" y="17487"/>
                  </a:lnTo>
                  <a:cubicBezTo>
                    <a:pt x="33779" y="17482"/>
                    <a:pt x="33786" y="17482"/>
                    <a:pt x="33791" y="17476"/>
                  </a:cubicBezTo>
                  <a:lnTo>
                    <a:pt x="33860" y="17408"/>
                  </a:lnTo>
                  <a:cubicBezTo>
                    <a:pt x="34090" y="17174"/>
                    <a:pt x="34090" y="16798"/>
                    <a:pt x="33860" y="16567"/>
                  </a:cubicBezTo>
                  <a:lnTo>
                    <a:pt x="27166" y="9875"/>
                  </a:lnTo>
                  <a:cubicBezTo>
                    <a:pt x="26934" y="9643"/>
                    <a:pt x="26934" y="9267"/>
                    <a:pt x="27166" y="9036"/>
                  </a:cubicBezTo>
                  <a:lnTo>
                    <a:pt x="27283" y="8914"/>
                  </a:lnTo>
                  <a:cubicBezTo>
                    <a:pt x="27513" y="8684"/>
                    <a:pt x="27973" y="8469"/>
                    <a:pt x="28297" y="8437"/>
                  </a:cubicBezTo>
                  <a:cubicBezTo>
                    <a:pt x="28297" y="8437"/>
                    <a:pt x="29203" y="8349"/>
                    <a:pt x="29770" y="7786"/>
                  </a:cubicBezTo>
                  <a:cubicBezTo>
                    <a:pt x="30769" y="6818"/>
                    <a:pt x="30782" y="5219"/>
                    <a:pt x="29799" y="4235"/>
                  </a:cubicBezTo>
                  <a:cubicBezTo>
                    <a:pt x="29311" y="3748"/>
                    <a:pt x="28674" y="3505"/>
                    <a:pt x="28036" y="3505"/>
                  </a:cubicBezTo>
                  <a:cubicBezTo>
                    <a:pt x="27385" y="3505"/>
                    <a:pt x="26735" y="3758"/>
                    <a:pt x="26246" y="4263"/>
                  </a:cubicBezTo>
                  <a:cubicBezTo>
                    <a:pt x="25685" y="4826"/>
                    <a:pt x="25594" y="5735"/>
                    <a:pt x="25594" y="5735"/>
                  </a:cubicBezTo>
                  <a:cubicBezTo>
                    <a:pt x="25563" y="6060"/>
                    <a:pt x="25350" y="6514"/>
                    <a:pt x="25119" y="6746"/>
                  </a:cubicBezTo>
                  <a:lnTo>
                    <a:pt x="24998" y="6866"/>
                  </a:lnTo>
                  <a:cubicBezTo>
                    <a:pt x="24883" y="6982"/>
                    <a:pt x="24731" y="7040"/>
                    <a:pt x="24579" y="7040"/>
                  </a:cubicBezTo>
                  <a:cubicBezTo>
                    <a:pt x="24427" y="7040"/>
                    <a:pt x="24275" y="6982"/>
                    <a:pt x="24159" y="6866"/>
                  </a:cubicBezTo>
                  <a:lnTo>
                    <a:pt x="17466" y="174"/>
                  </a:lnTo>
                  <a:cubicBezTo>
                    <a:pt x="17350" y="59"/>
                    <a:pt x="17198" y="1"/>
                    <a:pt x="17046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35" name="Google Shape;4935;p73"/>
            <p:cNvSpPr/>
            <p:nvPr/>
          </p:nvSpPr>
          <p:spPr>
            <a:xfrm flipH="1">
              <a:off x="659595" y="1983375"/>
              <a:ext cx="408862" cy="407494"/>
            </a:xfrm>
            <a:custGeom>
              <a:avLst/>
              <a:gdLst/>
              <a:ahLst/>
              <a:cxnLst/>
              <a:rect l="l" t="t" r="r" b="b"/>
              <a:pathLst>
                <a:path w="34086" h="33972" extrusionOk="0">
                  <a:moveTo>
                    <a:pt x="17043" y="1"/>
                  </a:moveTo>
                  <a:cubicBezTo>
                    <a:pt x="16887" y="1"/>
                    <a:pt x="16736" y="61"/>
                    <a:pt x="16624" y="172"/>
                  </a:cubicBezTo>
                  <a:lnTo>
                    <a:pt x="9932" y="6866"/>
                  </a:lnTo>
                  <a:cubicBezTo>
                    <a:pt x="9701" y="7099"/>
                    <a:pt x="9701" y="7475"/>
                    <a:pt x="9932" y="7709"/>
                  </a:cubicBezTo>
                  <a:lnTo>
                    <a:pt x="10003" y="7779"/>
                  </a:lnTo>
                  <a:cubicBezTo>
                    <a:pt x="10235" y="8009"/>
                    <a:pt x="10689" y="8223"/>
                    <a:pt x="11014" y="8254"/>
                  </a:cubicBezTo>
                  <a:cubicBezTo>
                    <a:pt x="11014" y="8254"/>
                    <a:pt x="11923" y="8345"/>
                    <a:pt x="12486" y="8907"/>
                  </a:cubicBezTo>
                  <a:cubicBezTo>
                    <a:pt x="13430" y="9883"/>
                    <a:pt x="13420" y="11436"/>
                    <a:pt x="12459" y="12397"/>
                  </a:cubicBezTo>
                  <a:cubicBezTo>
                    <a:pt x="11973" y="12885"/>
                    <a:pt x="11335" y="13129"/>
                    <a:pt x="10697" y="13129"/>
                  </a:cubicBezTo>
                  <a:cubicBezTo>
                    <a:pt x="10074" y="13129"/>
                    <a:pt x="9450" y="12896"/>
                    <a:pt x="8968" y="12430"/>
                  </a:cubicBezTo>
                  <a:cubicBezTo>
                    <a:pt x="8402" y="11864"/>
                    <a:pt x="8314" y="10958"/>
                    <a:pt x="8314" y="10958"/>
                  </a:cubicBezTo>
                  <a:cubicBezTo>
                    <a:pt x="8280" y="10633"/>
                    <a:pt x="8067" y="10178"/>
                    <a:pt x="7835" y="9948"/>
                  </a:cubicBezTo>
                  <a:lnTo>
                    <a:pt x="7765" y="9873"/>
                  </a:lnTo>
                  <a:cubicBezTo>
                    <a:pt x="7653" y="9763"/>
                    <a:pt x="7502" y="9701"/>
                    <a:pt x="7344" y="9699"/>
                  </a:cubicBezTo>
                  <a:cubicBezTo>
                    <a:pt x="7186" y="9699"/>
                    <a:pt x="7037" y="9763"/>
                    <a:pt x="6926" y="9873"/>
                  </a:cubicBezTo>
                  <a:lnTo>
                    <a:pt x="232" y="16566"/>
                  </a:lnTo>
                  <a:cubicBezTo>
                    <a:pt x="0" y="16800"/>
                    <a:pt x="0" y="17174"/>
                    <a:pt x="232" y="17406"/>
                  </a:cubicBezTo>
                  <a:lnTo>
                    <a:pt x="6170" y="23347"/>
                  </a:lnTo>
                  <a:lnTo>
                    <a:pt x="6167" y="23347"/>
                  </a:lnTo>
                  <a:lnTo>
                    <a:pt x="6929" y="24109"/>
                  </a:lnTo>
                  <a:cubicBezTo>
                    <a:pt x="7154" y="24343"/>
                    <a:pt x="7152" y="24712"/>
                    <a:pt x="6924" y="24942"/>
                  </a:cubicBezTo>
                  <a:lnTo>
                    <a:pt x="6805" y="25059"/>
                  </a:lnTo>
                  <a:cubicBezTo>
                    <a:pt x="6574" y="25290"/>
                    <a:pt x="6119" y="25508"/>
                    <a:pt x="5794" y="25537"/>
                  </a:cubicBezTo>
                  <a:cubicBezTo>
                    <a:pt x="5794" y="25537"/>
                    <a:pt x="4883" y="25625"/>
                    <a:pt x="4322" y="26188"/>
                  </a:cubicBezTo>
                  <a:cubicBezTo>
                    <a:pt x="3610" y="26900"/>
                    <a:pt x="3397" y="27971"/>
                    <a:pt x="3781" y="28903"/>
                  </a:cubicBezTo>
                  <a:cubicBezTo>
                    <a:pt x="4167" y="29833"/>
                    <a:pt x="5075" y="30441"/>
                    <a:pt x="6083" y="30441"/>
                  </a:cubicBezTo>
                  <a:cubicBezTo>
                    <a:pt x="6102" y="30441"/>
                    <a:pt x="6119" y="30436"/>
                    <a:pt x="6138" y="30436"/>
                  </a:cubicBezTo>
                  <a:cubicBezTo>
                    <a:pt x="6148" y="30436"/>
                    <a:pt x="6158" y="30437"/>
                    <a:pt x="6170" y="30437"/>
                  </a:cubicBezTo>
                  <a:cubicBezTo>
                    <a:pt x="6173" y="30437"/>
                    <a:pt x="6175" y="30437"/>
                    <a:pt x="6177" y="30437"/>
                  </a:cubicBezTo>
                  <a:cubicBezTo>
                    <a:pt x="6835" y="30437"/>
                    <a:pt x="7466" y="30175"/>
                    <a:pt x="7933" y="29710"/>
                  </a:cubicBezTo>
                  <a:cubicBezTo>
                    <a:pt x="8494" y="29145"/>
                    <a:pt x="8582" y="28239"/>
                    <a:pt x="8582" y="28239"/>
                  </a:cubicBezTo>
                  <a:cubicBezTo>
                    <a:pt x="8614" y="27911"/>
                    <a:pt x="8829" y="27456"/>
                    <a:pt x="9059" y="27225"/>
                  </a:cubicBezTo>
                  <a:lnTo>
                    <a:pt x="9129" y="27154"/>
                  </a:lnTo>
                  <a:cubicBezTo>
                    <a:pt x="9243" y="27043"/>
                    <a:pt x="9394" y="26981"/>
                    <a:pt x="9551" y="26981"/>
                  </a:cubicBezTo>
                  <a:cubicBezTo>
                    <a:pt x="9708" y="26981"/>
                    <a:pt x="9859" y="27043"/>
                    <a:pt x="9970" y="27154"/>
                  </a:cubicBezTo>
                  <a:lnTo>
                    <a:pt x="11033" y="28217"/>
                  </a:lnTo>
                  <a:lnTo>
                    <a:pt x="11033" y="28211"/>
                  </a:lnTo>
                  <a:lnTo>
                    <a:pt x="16621" y="33800"/>
                  </a:lnTo>
                  <a:cubicBezTo>
                    <a:pt x="16734" y="33909"/>
                    <a:pt x="16885" y="33971"/>
                    <a:pt x="17043" y="33971"/>
                  </a:cubicBezTo>
                  <a:cubicBezTo>
                    <a:pt x="17192" y="33970"/>
                    <a:pt x="17337" y="33913"/>
                    <a:pt x="17445" y="33810"/>
                  </a:cubicBezTo>
                  <a:cubicBezTo>
                    <a:pt x="17450" y="33805"/>
                    <a:pt x="17457" y="33803"/>
                    <a:pt x="17462" y="33800"/>
                  </a:cubicBezTo>
                  <a:lnTo>
                    <a:pt x="23088" y="28172"/>
                  </a:lnTo>
                  <a:lnTo>
                    <a:pt x="24154" y="27106"/>
                  </a:lnTo>
                  <a:cubicBezTo>
                    <a:pt x="24209" y="27053"/>
                    <a:pt x="24274" y="27010"/>
                    <a:pt x="24346" y="26981"/>
                  </a:cubicBezTo>
                  <a:cubicBezTo>
                    <a:pt x="24418" y="26951"/>
                    <a:pt x="24494" y="26937"/>
                    <a:pt x="24569" y="26937"/>
                  </a:cubicBezTo>
                  <a:cubicBezTo>
                    <a:pt x="24724" y="26937"/>
                    <a:pt x="24876" y="26998"/>
                    <a:pt x="24990" y="27113"/>
                  </a:cubicBezTo>
                  <a:lnTo>
                    <a:pt x="25063" y="27187"/>
                  </a:lnTo>
                  <a:cubicBezTo>
                    <a:pt x="25067" y="27190"/>
                    <a:pt x="25070" y="27195"/>
                    <a:pt x="25074" y="27199"/>
                  </a:cubicBezTo>
                  <a:cubicBezTo>
                    <a:pt x="25274" y="27444"/>
                    <a:pt x="25450" y="27834"/>
                    <a:pt x="25480" y="28124"/>
                  </a:cubicBezTo>
                  <a:cubicBezTo>
                    <a:pt x="25480" y="28124"/>
                    <a:pt x="25556" y="28865"/>
                    <a:pt x="25985" y="29423"/>
                  </a:cubicBezTo>
                  <a:cubicBezTo>
                    <a:pt x="26049" y="29516"/>
                    <a:pt x="26119" y="29603"/>
                    <a:pt x="26198" y="29684"/>
                  </a:cubicBezTo>
                  <a:cubicBezTo>
                    <a:pt x="26689" y="30182"/>
                    <a:pt x="27336" y="30431"/>
                    <a:pt x="27983" y="30431"/>
                  </a:cubicBezTo>
                  <a:cubicBezTo>
                    <a:pt x="28624" y="30431"/>
                    <a:pt x="29265" y="30187"/>
                    <a:pt x="29754" y="29698"/>
                  </a:cubicBezTo>
                  <a:cubicBezTo>
                    <a:pt x="30737" y="28716"/>
                    <a:pt x="30732" y="27120"/>
                    <a:pt x="29742" y="26143"/>
                  </a:cubicBezTo>
                  <a:cubicBezTo>
                    <a:pt x="29667" y="26069"/>
                    <a:pt x="29584" y="26001"/>
                    <a:pt x="29497" y="25941"/>
                  </a:cubicBezTo>
                  <a:cubicBezTo>
                    <a:pt x="28937" y="25500"/>
                    <a:pt x="28182" y="25421"/>
                    <a:pt x="28182" y="25421"/>
                  </a:cubicBezTo>
                  <a:cubicBezTo>
                    <a:pt x="27878" y="25392"/>
                    <a:pt x="27470" y="25203"/>
                    <a:pt x="27226" y="24990"/>
                  </a:cubicBezTo>
                  <a:lnTo>
                    <a:pt x="27168" y="24932"/>
                  </a:lnTo>
                  <a:cubicBezTo>
                    <a:pt x="26938" y="24703"/>
                    <a:pt x="26936" y="24331"/>
                    <a:pt x="27164" y="24099"/>
                  </a:cubicBezTo>
                  <a:lnTo>
                    <a:pt x="29146" y="22115"/>
                  </a:lnTo>
                  <a:lnTo>
                    <a:pt x="33856" y="17407"/>
                  </a:lnTo>
                  <a:cubicBezTo>
                    <a:pt x="33861" y="17402"/>
                    <a:pt x="33861" y="17397"/>
                    <a:pt x="33866" y="17392"/>
                  </a:cubicBezTo>
                  <a:cubicBezTo>
                    <a:pt x="34086" y="17160"/>
                    <a:pt x="34081" y="16795"/>
                    <a:pt x="33856" y="16566"/>
                  </a:cubicBezTo>
                  <a:lnTo>
                    <a:pt x="27162" y="9873"/>
                  </a:lnTo>
                  <a:cubicBezTo>
                    <a:pt x="27052" y="9764"/>
                    <a:pt x="26905" y="9701"/>
                    <a:pt x="26750" y="9701"/>
                  </a:cubicBezTo>
                  <a:cubicBezTo>
                    <a:pt x="26748" y="9701"/>
                    <a:pt x="26746" y="9701"/>
                    <a:pt x="26744" y="9701"/>
                  </a:cubicBezTo>
                  <a:cubicBezTo>
                    <a:pt x="26586" y="9701"/>
                    <a:pt x="26435" y="9763"/>
                    <a:pt x="26323" y="9873"/>
                  </a:cubicBezTo>
                  <a:lnTo>
                    <a:pt x="26249" y="9948"/>
                  </a:lnTo>
                  <a:cubicBezTo>
                    <a:pt x="26019" y="10178"/>
                    <a:pt x="25803" y="10635"/>
                    <a:pt x="25774" y="10961"/>
                  </a:cubicBezTo>
                  <a:cubicBezTo>
                    <a:pt x="25774" y="10961"/>
                    <a:pt x="25685" y="11869"/>
                    <a:pt x="25122" y="12434"/>
                  </a:cubicBezTo>
                  <a:cubicBezTo>
                    <a:pt x="24634" y="12928"/>
                    <a:pt x="23990" y="13175"/>
                    <a:pt x="23347" y="13175"/>
                  </a:cubicBezTo>
                  <a:cubicBezTo>
                    <a:pt x="22709" y="13175"/>
                    <a:pt x="22072" y="12932"/>
                    <a:pt x="21586" y="12446"/>
                  </a:cubicBezTo>
                  <a:cubicBezTo>
                    <a:pt x="20608" y="11467"/>
                    <a:pt x="20613" y="9881"/>
                    <a:pt x="21598" y="8910"/>
                  </a:cubicBezTo>
                  <a:cubicBezTo>
                    <a:pt x="22163" y="8347"/>
                    <a:pt x="23071" y="8258"/>
                    <a:pt x="23071" y="8258"/>
                  </a:cubicBezTo>
                  <a:cubicBezTo>
                    <a:pt x="23395" y="8227"/>
                    <a:pt x="23850" y="8014"/>
                    <a:pt x="24080" y="7782"/>
                  </a:cubicBezTo>
                  <a:lnTo>
                    <a:pt x="24159" y="7709"/>
                  </a:lnTo>
                  <a:cubicBezTo>
                    <a:pt x="24389" y="7475"/>
                    <a:pt x="24389" y="7099"/>
                    <a:pt x="24159" y="6866"/>
                  </a:cubicBezTo>
                  <a:lnTo>
                    <a:pt x="17465" y="172"/>
                  </a:lnTo>
                  <a:cubicBezTo>
                    <a:pt x="17352" y="63"/>
                    <a:pt x="17201" y="1"/>
                    <a:pt x="1704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36" name="Google Shape;4936;p73"/>
            <p:cNvSpPr/>
            <p:nvPr/>
          </p:nvSpPr>
          <p:spPr>
            <a:xfrm flipH="1">
              <a:off x="451107" y="2189486"/>
              <a:ext cx="411261" cy="409845"/>
            </a:xfrm>
            <a:custGeom>
              <a:avLst/>
              <a:gdLst/>
              <a:ahLst/>
              <a:cxnLst/>
              <a:rect l="l" t="t" r="r" b="b"/>
              <a:pathLst>
                <a:path w="34286" h="34168" extrusionOk="0">
                  <a:moveTo>
                    <a:pt x="17145" y="1"/>
                  </a:moveTo>
                  <a:cubicBezTo>
                    <a:pt x="16992" y="1"/>
                    <a:pt x="16839" y="59"/>
                    <a:pt x="16722" y="176"/>
                  </a:cubicBezTo>
                  <a:lnTo>
                    <a:pt x="16686" y="210"/>
                  </a:lnTo>
                  <a:cubicBezTo>
                    <a:pt x="16681" y="215"/>
                    <a:pt x="16681" y="220"/>
                    <a:pt x="16676" y="225"/>
                  </a:cubicBezTo>
                  <a:lnTo>
                    <a:pt x="11966" y="4935"/>
                  </a:lnTo>
                  <a:lnTo>
                    <a:pt x="9984" y="6917"/>
                  </a:lnTo>
                  <a:cubicBezTo>
                    <a:pt x="9756" y="7149"/>
                    <a:pt x="9758" y="7521"/>
                    <a:pt x="9988" y="7751"/>
                  </a:cubicBezTo>
                  <a:lnTo>
                    <a:pt x="10048" y="7810"/>
                  </a:lnTo>
                  <a:cubicBezTo>
                    <a:pt x="10290" y="8021"/>
                    <a:pt x="10698" y="8211"/>
                    <a:pt x="11002" y="8239"/>
                  </a:cubicBezTo>
                  <a:cubicBezTo>
                    <a:pt x="11002" y="8239"/>
                    <a:pt x="11759" y="8319"/>
                    <a:pt x="12317" y="8760"/>
                  </a:cubicBezTo>
                  <a:cubicBezTo>
                    <a:pt x="12404" y="8821"/>
                    <a:pt x="12487" y="8887"/>
                    <a:pt x="12562" y="8963"/>
                  </a:cubicBezTo>
                  <a:cubicBezTo>
                    <a:pt x="13552" y="9938"/>
                    <a:pt x="13559" y="11536"/>
                    <a:pt x="12576" y="12516"/>
                  </a:cubicBezTo>
                  <a:cubicBezTo>
                    <a:pt x="12086" y="13006"/>
                    <a:pt x="11445" y="13250"/>
                    <a:pt x="10804" y="13250"/>
                  </a:cubicBezTo>
                  <a:cubicBezTo>
                    <a:pt x="10156" y="13250"/>
                    <a:pt x="9509" y="13001"/>
                    <a:pt x="9018" y="12502"/>
                  </a:cubicBezTo>
                  <a:cubicBezTo>
                    <a:pt x="8939" y="12421"/>
                    <a:pt x="8869" y="12335"/>
                    <a:pt x="8807" y="12241"/>
                  </a:cubicBezTo>
                  <a:cubicBezTo>
                    <a:pt x="8376" y="11683"/>
                    <a:pt x="8300" y="10944"/>
                    <a:pt x="8300" y="10944"/>
                  </a:cubicBezTo>
                  <a:cubicBezTo>
                    <a:pt x="8271" y="10652"/>
                    <a:pt x="8094" y="10264"/>
                    <a:pt x="7894" y="10017"/>
                  </a:cubicBezTo>
                  <a:cubicBezTo>
                    <a:pt x="7890" y="10013"/>
                    <a:pt x="7887" y="10008"/>
                    <a:pt x="7883" y="10005"/>
                  </a:cubicBezTo>
                  <a:lnTo>
                    <a:pt x="7810" y="9933"/>
                  </a:lnTo>
                  <a:cubicBezTo>
                    <a:pt x="7697" y="9818"/>
                    <a:pt x="7544" y="9756"/>
                    <a:pt x="7388" y="9756"/>
                  </a:cubicBezTo>
                  <a:cubicBezTo>
                    <a:pt x="7313" y="9756"/>
                    <a:pt x="7238" y="9770"/>
                    <a:pt x="7166" y="9799"/>
                  </a:cubicBezTo>
                  <a:cubicBezTo>
                    <a:pt x="7096" y="9828"/>
                    <a:pt x="7029" y="9871"/>
                    <a:pt x="6974" y="9924"/>
                  </a:cubicBezTo>
                  <a:lnTo>
                    <a:pt x="5908" y="10990"/>
                  </a:lnTo>
                  <a:lnTo>
                    <a:pt x="282" y="16618"/>
                  </a:lnTo>
                  <a:cubicBezTo>
                    <a:pt x="277" y="16623"/>
                    <a:pt x="270" y="16624"/>
                    <a:pt x="265" y="16628"/>
                  </a:cubicBezTo>
                  <a:lnTo>
                    <a:pt x="236" y="16662"/>
                  </a:lnTo>
                  <a:cubicBezTo>
                    <a:pt x="0" y="16896"/>
                    <a:pt x="0" y="17275"/>
                    <a:pt x="236" y="17510"/>
                  </a:cubicBezTo>
                  <a:lnTo>
                    <a:pt x="6965" y="24238"/>
                  </a:lnTo>
                  <a:cubicBezTo>
                    <a:pt x="7082" y="24355"/>
                    <a:pt x="7235" y="24414"/>
                    <a:pt x="7388" y="24414"/>
                  </a:cubicBezTo>
                  <a:cubicBezTo>
                    <a:pt x="7541" y="24414"/>
                    <a:pt x="7695" y="24355"/>
                    <a:pt x="7811" y="24238"/>
                  </a:cubicBezTo>
                  <a:lnTo>
                    <a:pt x="7882" y="24168"/>
                  </a:lnTo>
                  <a:cubicBezTo>
                    <a:pt x="8115" y="23932"/>
                    <a:pt x="8330" y="23478"/>
                    <a:pt x="8364" y="23150"/>
                  </a:cubicBezTo>
                  <a:cubicBezTo>
                    <a:pt x="8364" y="23150"/>
                    <a:pt x="8450" y="22237"/>
                    <a:pt x="9016" y="21669"/>
                  </a:cubicBezTo>
                  <a:cubicBezTo>
                    <a:pt x="9506" y="21169"/>
                    <a:pt x="10154" y="20919"/>
                    <a:pt x="10803" y="20919"/>
                  </a:cubicBezTo>
                  <a:cubicBezTo>
                    <a:pt x="11444" y="20919"/>
                    <a:pt x="12085" y="21163"/>
                    <a:pt x="12574" y="21653"/>
                  </a:cubicBezTo>
                  <a:cubicBezTo>
                    <a:pt x="13559" y="22637"/>
                    <a:pt x="13552" y="24236"/>
                    <a:pt x="12559" y="25211"/>
                  </a:cubicBezTo>
                  <a:cubicBezTo>
                    <a:pt x="11994" y="25777"/>
                    <a:pt x="11081" y="25867"/>
                    <a:pt x="11081" y="25867"/>
                  </a:cubicBezTo>
                  <a:cubicBezTo>
                    <a:pt x="10753" y="25898"/>
                    <a:pt x="10295" y="26116"/>
                    <a:pt x="10063" y="26346"/>
                  </a:cubicBezTo>
                  <a:lnTo>
                    <a:pt x="9989" y="26419"/>
                  </a:lnTo>
                  <a:cubicBezTo>
                    <a:pt x="9758" y="26653"/>
                    <a:pt x="9758" y="27030"/>
                    <a:pt x="9989" y="27264"/>
                  </a:cubicBezTo>
                  <a:lnTo>
                    <a:pt x="16722" y="33995"/>
                  </a:lnTo>
                  <a:cubicBezTo>
                    <a:pt x="16839" y="34110"/>
                    <a:pt x="16991" y="34168"/>
                    <a:pt x="17144" y="34168"/>
                  </a:cubicBezTo>
                  <a:cubicBezTo>
                    <a:pt x="17296" y="34168"/>
                    <a:pt x="17448" y="34110"/>
                    <a:pt x="17565" y="33995"/>
                  </a:cubicBezTo>
                  <a:lnTo>
                    <a:pt x="24296" y="27264"/>
                  </a:lnTo>
                  <a:cubicBezTo>
                    <a:pt x="24414" y="27148"/>
                    <a:pt x="24567" y="27090"/>
                    <a:pt x="24720" y="27090"/>
                  </a:cubicBezTo>
                  <a:cubicBezTo>
                    <a:pt x="24873" y="27090"/>
                    <a:pt x="25027" y="27148"/>
                    <a:pt x="25144" y="27264"/>
                  </a:cubicBezTo>
                  <a:lnTo>
                    <a:pt x="25264" y="27384"/>
                  </a:lnTo>
                  <a:cubicBezTo>
                    <a:pt x="25496" y="27619"/>
                    <a:pt x="25712" y="28077"/>
                    <a:pt x="25743" y="28402"/>
                  </a:cubicBezTo>
                  <a:cubicBezTo>
                    <a:pt x="25743" y="28402"/>
                    <a:pt x="25832" y="29315"/>
                    <a:pt x="26399" y="29883"/>
                  </a:cubicBezTo>
                  <a:cubicBezTo>
                    <a:pt x="26888" y="30368"/>
                    <a:pt x="27526" y="30611"/>
                    <a:pt x="28165" y="30611"/>
                  </a:cubicBezTo>
                  <a:cubicBezTo>
                    <a:pt x="28806" y="30611"/>
                    <a:pt x="29447" y="30366"/>
                    <a:pt x="29936" y="29878"/>
                  </a:cubicBezTo>
                  <a:cubicBezTo>
                    <a:pt x="30913" y="28901"/>
                    <a:pt x="30914" y="27319"/>
                    <a:pt x="29943" y="26340"/>
                  </a:cubicBezTo>
                  <a:lnTo>
                    <a:pt x="29943" y="26340"/>
                  </a:lnTo>
                  <a:lnTo>
                    <a:pt x="29943" y="26344"/>
                  </a:lnTo>
                  <a:cubicBezTo>
                    <a:pt x="29373" y="25774"/>
                    <a:pt x="28460" y="25688"/>
                    <a:pt x="28460" y="25688"/>
                  </a:cubicBezTo>
                  <a:cubicBezTo>
                    <a:pt x="28132" y="25654"/>
                    <a:pt x="27677" y="25439"/>
                    <a:pt x="27442" y="25206"/>
                  </a:cubicBezTo>
                  <a:lnTo>
                    <a:pt x="27322" y="25084"/>
                  </a:lnTo>
                  <a:cubicBezTo>
                    <a:pt x="27092" y="24851"/>
                    <a:pt x="27092" y="24475"/>
                    <a:pt x="27322" y="24241"/>
                  </a:cubicBezTo>
                  <a:lnTo>
                    <a:pt x="34054" y="17508"/>
                  </a:lnTo>
                  <a:cubicBezTo>
                    <a:pt x="34285" y="17275"/>
                    <a:pt x="34285" y="16897"/>
                    <a:pt x="34054" y="16664"/>
                  </a:cubicBezTo>
                  <a:lnTo>
                    <a:pt x="27322" y="9933"/>
                  </a:lnTo>
                  <a:cubicBezTo>
                    <a:pt x="27090" y="9698"/>
                    <a:pt x="27090" y="9320"/>
                    <a:pt x="27322" y="9085"/>
                  </a:cubicBezTo>
                  <a:lnTo>
                    <a:pt x="27327" y="9081"/>
                  </a:lnTo>
                  <a:cubicBezTo>
                    <a:pt x="27559" y="8848"/>
                    <a:pt x="28017" y="8635"/>
                    <a:pt x="28345" y="8601"/>
                  </a:cubicBezTo>
                  <a:cubicBezTo>
                    <a:pt x="28345" y="8601"/>
                    <a:pt x="29258" y="8515"/>
                    <a:pt x="29825" y="7947"/>
                  </a:cubicBezTo>
                  <a:cubicBezTo>
                    <a:pt x="30817" y="6972"/>
                    <a:pt x="30823" y="5372"/>
                    <a:pt x="29840" y="4389"/>
                  </a:cubicBezTo>
                  <a:cubicBezTo>
                    <a:pt x="29350" y="3899"/>
                    <a:pt x="28709" y="3655"/>
                    <a:pt x="28068" y="3655"/>
                  </a:cubicBezTo>
                  <a:cubicBezTo>
                    <a:pt x="27420" y="3655"/>
                    <a:pt x="26771" y="3905"/>
                    <a:pt x="26280" y="4404"/>
                  </a:cubicBezTo>
                  <a:cubicBezTo>
                    <a:pt x="25716" y="4969"/>
                    <a:pt x="25628" y="5887"/>
                    <a:pt x="25628" y="5887"/>
                  </a:cubicBezTo>
                  <a:cubicBezTo>
                    <a:pt x="25596" y="6210"/>
                    <a:pt x="25381" y="6670"/>
                    <a:pt x="25146" y="6903"/>
                  </a:cubicBezTo>
                  <a:lnTo>
                    <a:pt x="25144" y="6907"/>
                  </a:lnTo>
                  <a:cubicBezTo>
                    <a:pt x="25027" y="7023"/>
                    <a:pt x="24873" y="7081"/>
                    <a:pt x="24720" y="7081"/>
                  </a:cubicBezTo>
                  <a:cubicBezTo>
                    <a:pt x="24567" y="7081"/>
                    <a:pt x="24414" y="7023"/>
                    <a:pt x="24296" y="6907"/>
                  </a:cubicBezTo>
                  <a:lnTo>
                    <a:pt x="17567" y="176"/>
                  </a:lnTo>
                  <a:cubicBezTo>
                    <a:pt x="17450" y="59"/>
                    <a:pt x="17297" y="1"/>
                    <a:pt x="17145" y="1"/>
                  </a:cubicBez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937" name="Google Shape;4937;p73"/>
          <p:cNvGrpSpPr/>
          <p:nvPr/>
        </p:nvGrpSpPr>
        <p:grpSpPr>
          <a:xfrm>
            <a:off x="3093900" y="1295076"/>
            <a:ext cx="948073" cy="994657"/>
            <a:chOff x="2496269" y="1171698"/>
            <a:chExt cx="761953" cy="799392"/>
          </a:xfrm>
        </p:grpSpPr>
        <p:grpSp>
          <p:nvGrpSpPr>
            <p:cNvPr id="4938" name="Google Shape;4938;p73"/>
            <p:cNvGrpSpPr/>
            <p:nvPr/>
          </p:nvGrpSpPr>
          <p:grpSpPr>
            <a:xfrm>
              <a:off x="2496269" y="1171698"/>
              <a:ext cx="761953" cy="723022"/>
              <a:chOff x="2496269" y="1171698"/>
              <a:chExt cx="761953" cy="723022"/>
            </a:xfrm>
          </p:grpSpPr>
          <p:sp>
            <p:nvSpPr>
              <p:cNvPr id="4939" name="Google Shape;4939;p73"/>
              <p:cNvSpPr/>
              <p:nvPr/>
            </p:nvSpPr>
            <p:spPr>
              <a:xfrm>
                <a:off x="2727495" y="1360642"/>
                <a:ext cx="175877" cy="207414"/>
              </a:xfrm>
              <a:custGeom>
                <a:avLst/>
                <a:gdLst/>
                <a:ahLst/>
                <a:cxnLst/>
                <a:rect l="l" t="t" r="r" b="b"/>
                <a:pathLst>
                  <a:path w="27928" h="32936" extrusionOk="0">
                    <a:moveTo>
                      <a:pt x="23" y="1"/>
                    </a:moveTo>
                    <a:cubicBezTo>
                      <a:pt x="8" y="305"/>
                      <a:pt x="0" y="607"/>
                      <a:pt x="0" y="910"/>
                    </a:cubicBezTo>
                    <a:cubicBezTo>
                      <a:pt x="0" y="18582"/>
                      <a:pt x="10658" y="32913"/>
                      <a:pt x="23811" y="32936"/>
                    </a:cubicBezTo>
                    <a:cubicBezTo>
                      <a:pt x="23827" y="32889"/>
                      <a:pt x="23841" y="32840"/>
                      <a:pt x="23857" y="32793"/>
                    </a:cubicBezTo>
                    <a:cubicBezTo>
                      <a:pt x="27927" y="20274"/>
                      <a:pt x="17588" y="5690"/>
                      <a:pt x="767" y="228"/>
                    </a:cubicBezTo>
                    <a:cubicBezTo>
                      <a:pt x="522" y="146"/>
                      <a:pt x="273" y="70"/>
                      <a:pt x="23" y="1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40" name="Google Shape;4940;p73"/>
              <p:cNvSpPr/>
              <p:nvPr/>
            </p:nvSpPr>
            <p:spPr>
              <a:xfrm>
                <a:off x="2730750" y="1408371"/>
                <a:ext cx="108720" cy="144761"/>
              </a:xfrm>
              <a:custGeom>
                <a:avLst/>
                <a:gdLst/>
                <a:ahLst/>
                <a:cxnLst/>
                <a:rect l="l" t="t" r="r" b="b"/>
                <a:pathLst>
                  <a:path w="17264" h="2298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51" y="10456"/>
                      <a:pt x="7099" y="19031"/>
                      <a:pt x="14312" y="22986"/>
                    </a:cubicBezTo>
                    <a:cubicBezTo>
                      <a:pt x="14397" y="22780"/>
                      <a:pt x="14469" y="22572"/>
                      <a:pt x="14539" y="22357"/>
                    </a:cubicBezTo>
                    <a:cubicBezTo>
                      <a:pt x="17263" y="13961"/>
                      <a:pt x="10821" y="4262"/>
                      <a:pt x="0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941" name="Google Shape;4941;p73"/>
              <p:cNvGrpSpPr/>
              <p:nvPr/>
            </p:nvGrpSpPr>
            <p:grpSpPr>
              <a:xfrm>
                <a:off x="2496269" y="1171698"/>
                <a:ext cx="761953" cy="723022"/>
                <a:chOff x="2496269" y="1120652"/>
                <a:chExt cx="761953" cy="723022"/>
              </a:xfrm>
            </p:grpSpPr>
            <p:grpSp>
              <p:nvGrpSpPr>
                <p:cNvPr id="4942" name="Google Shape;4942;p73"/>
                <p:cNvGrpSpPr/>
                <p:nvPr/>
              </p:nvGrpSpPr>
              <p:grpSpPr>
                <a:xfrm>
                  <a:off x="2496269" y="1120652"/>
                  <a:ext cx="761953" cy="723022"/>
                  <a:chOff x="2496269" y="1120652"/>
                  <a:chExt cx="761953" cy="723022"/>
                </a:xfrm>
              </p:grpSpPr>
              <p:grpSp>
                <p:nvGrpSpPr>
                  <p:cNvPr id="4943" name="Google Shape;4943;p73"/>
                  <p:cNvGrpSpPr/>
                  <p:nvPr/>
                </p:nvGrpSpPr>
                <p:grpSpPr>
                  <a:xfrm>
                    <a:off x="2496269" y="1304589"/>
                    <a:ext cx="407089" cy="305057"/>
                    <a:chOff x="2496269" y="1304589"/>
                    <a:chExt cx="407089" cy="305057"/>
                  </a:xfrm>
                </p:grpSpPr>
                <p:sp>
                  <p:nvSpPr>
                    <p:cNvPr id="4944" name="Google Shape;4944;p73"/>
                    <p:cNvSpPr/>
                    <p:nvPr/>
                  </p:nvSpPr>
                  <p:spPr>
                    <a:xfrm>
                      <a:off x="2496269" y="1304589"/>
                      <a:ext cx="407089" cy="3050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643" h="48441" extrusionOk="0">
                          <a:moveTo>
                            <a:pt x="30753" y="1"/>
                          </a:moveTo>
                          <a:cubicBezTo>
                            <a:pt x="19553" y="1"/>
                            <a:pt x="7984" y="7486"/>
                            <a:pt x="2667" y="11431"/>
                          </a:cubicBezTo>
                          <a:cubicBezTo>
                            <a:pt x="790" y="12823"/>
                            <a:pt x="1" y="15251"/>
                            <a:pt x="700" y="17481"/>
                          </a:cubicBezTo>
                          <a:cubicBezTo>
                            <a:pt x="3088" y="25083"/>
                            <a:pt x="9784" y="42156"/>
                            <a:pt x="22752" y="46368"/>
                          </a:cubicBezTo>
                          <a:cubicBezTo>
                            <a:pt x="27079" y="47774"/>
                            <a:pt x="31415" y="48440"/>
                            <a:pt x="35536" y="48440"/>
                          </a:cubicBezTo>
                          <a:cubicBezTo>
                            <a:pt x="47434" y="48440"/>
                            <a:pt x="57553" y="42892"/>
                            <a:pt x="60574" y="33591"/>
                          </a:cubicBezTo>
                          <a:cubicBezTo>
                            <a:pt x="64643" y="21069"/>
                            <a:pt x="54305" y="6487"/>
                            <a:pt x="37486" y="1023"/>
                          </a:cubicBezTo>
                          <a:cubicBezTo>
                            <a:pt x="35294" y="311"/>
                            <a:pt x="33031" y="1"/>
                            <a:pt x="30753" y="1"/>
                          </a:cubicBezTo>
                          <a:close/>
                        </a:path>
                      </a:pathLst>
                    </a:custGeom>
                    <a:solidFill>
                      <a:srgbClr val="213B5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45" name="Google Shape;4945;p73"/>
                    <p:cNvSpPr/>
                    <p:nvPr/>
                  </p:nvSpPr>
                  <p:spPr>
                    <a:xfrm>
                      <a:off x="2553035" y="1348798"/>
                      <a:ext cx="287349" cy="2153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629" h="34191" extrusionOk="0">
                          <a:moveTo>
                            <a:pt x="21708" y="1"/>
                          </a:moveTo>
                          <a:cubicBezTo>
                            <a:pt x="13802" y="1"/>
                            <a:pt x="5636" y="5284"/>
                            <a:pt x="1883" y="8068"/>
                          </a:cubicBezTo>
                          <a:cubicBezTo>
                            <a:pt x="558" y="9051"/>
                            <a:pt x="1" y="10765"/>
                            <a:pt x="495" y="12338"/>
                          </a:cubicBezTo>
                          <a:cubicBezTo>
                            <a:pt x="2180" y="17705"/>
                            <a:pt x="6907" y="29755"/>
                            <a:pt x="16060" y="32728"/>
                          </a:cubicBezTo>
                          <a:cubicBezTo>
                            <a:pt x="19114" y="33721"/>
                            <a:pt x="22174" y="34191"/>
                            <a:pt x="25083" y="34191"/>
                          </a:cubicBezTo>
                          <a:cubicBezTo>
                            <a:pt x="33482" y="34191"/>
                            <a:pt x="40624" y="30275"/>
                            <a:pt x="42758" y="23710"/>
                          </a:cubicBezTo>
                          <a:cubicBezTo>
                            <a:pt x="45629" y="14872"/>
                            <a:pt x="38332" y="4579"/>
                            <a:pt x="26460" y="722"/>
                          </a:cubicBezTo>
                          <a:cubicBezTo>
                            <a:pt x="24913" y="219"/>
                            <a:pt x="23316" y="1"/>
                            <a:pt x="21708" y="1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4946" name="Google Shape;4946;p73"/>
                  <p:cNvGrpSpPr/>
                  <p:nvPr/>
                </p:nvGrpSpPr>
                <p:grpSpPr>
                  <a:xfrm>
                    <a:off x="2586468" y="1493376"/>
                    <a:ext cx="358850" cy="349656"/>
                    <a:chOff x="2586468" y="1493376"/>
                    <a:chExt cx="358850" cy="349656"/>
                  </a:xfrm>
                </p:grpSpPr>
                <p:sp>
                  <p:nvSpPr>
                    <p:cNvPr id="4947" name="Google Shape;4947;p73"/>
                    <p:cNvSpPr/>
                    <p:nvPr/>
                  </p:nvSpPr>
                  <p:spPr>
                    <a:xfrm>
                      <a:off x="2586468" y="1493376"/>
                      <a:ext cx="358850" cy="3496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983" h="55523" extrusionOk="0">
                          <a:moveTo>
                            <a:pt x="34707" y="1"/>
                          </a:moveTo>
                          <a:cubicBezTo>
                            <a:pt x="25495" y="1"/>
                            <a:pt x="15173" y="5595"/>
                            <a:pt x="8014" y="15449"/>
                          </a:cubicBezTo>
                          <a:cubicBezTo>
                            <a:pt x="0" y="26478"/>
                            <a:pt x="4618" y="44227"/>
                            <a:pt x="7155" y="51780"/>
                          </a:cubicBezTo>
                          <a:cubicBezTo>
                            <a:pt x="7899" y="53993"/>
                            <a:pt x="9963" y="55495"/>
                            <a:pt x="12300" y="55519"/>
                          </a:cubicBezTo>
                          <a:cubicBezTo>
                            <a:pt x="12540" y="55521"/>
                            <a:pt x="12789" y="55522"/>
                            <a:pt x="13047" y="55522"/>
                          </a:cubicBezTo>
                          <a:cubicBezTo>
                            <a:pt x="21360" y="55522"/>
                            <a:pt x="38815" y="54172"/>
                            <a:pt x="46588" y="43473"/>
                          </a:cubicBezTo>
                          <a:cubicBezTo>
                            <a:pt x="56983" y="29165"/>
                            <a:pt x="56776" y="11292"/>
                            <a:pt x="46123" y="3553"/>
                          </a:cubicBezTo>
                          <a:cubicBezTo>
                            <a:pt x="42808" y="1144"/>
                            <a:pt x="38871" y="1"/>
                            <a:pt x="34707" y="1"/>
                          </a:cubicBezTo>
                          <a:close/>
                        </a:path>
                      </a:pathLst>
                    </a:custGeom>
                    <a:solidFill>
                      <a:srgbClr val="445D73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48" name="Google Shape;4948;p73"/>
                    <p:cNvSpPr/>
                    <p:nvPr/>
                  </p:nvSpPr>
                  <p:spPr>
                    <a:xfrm>
                      <a:off x="2637642" y="1547125"/>
                      <a:ext cx="253304" cy="2468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223" h="39191" extrusionOk="0">
                          <a:moveTo>
                            <a:pt x="24498" y="0"/>
                          </a:moveTo>
                          <a:cubicBezTo>
                            <a:pt x="17996" y="0"/>
                            <a:pt x="10711" y="3949"/>
                            <a:pt x="5658" y="10904"/>
                          </a:cubicBezTo>
                          <a:cubicBezTo>
                            <a:pt x="0" y="18689"/>
                            <a:pt x="3260" y="31216"/>
                            <a:pt x="5050" y="36549"/>
                          </a:cubicBezTo>
                          <a:cubicBezTo>
                            <a:pt x="5576" y="38112"/>
                            <a:pt x="7034" y="39172"/>
                            <a:pt x="8683" y="39188"/>
                          </a:cubicBezTo>
                          <a:cubicBezTo>
                            <a:pt x="8850" y="39189"/>
                            <a:pt x="9023" y="39190"/>
                            <a:pt x="9202" y="39190"/>
                          </a:cubicBezTo>
                          <a:cubicBezTo>
                            <a:pt x="15067" y="39190"/>
                            <a:pt x="27395" y="38240"/>
                            <a:pt x="32884" y="30686"/>
                          </a:cubicBezTo>
                          <a:cubicBezTo>
                            <a:pt x="40222" y="20587"/>
                            <a:pt x="40075" y="7970"/>
                            <a:pt x="32557" y="2508"/>
                          </a:cubicBezTo>
                          <a:cubicBezTo>
                            <a:pt x="30217" y="807"/>
                            <a:pt x="27437" y="0"/>
                            <a:pt x="24498" y="0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4949" name="Google Shape;4949;p73"/>
                  <p:cNvGrpSpPr/>
                  <p:nvPr/>
                </p:nvGrpSpPr>
                <p:grpSpPr>
                  <a:xfrm>
                    <a:off x="2807939" y="1494024"/>
                    <a:ext cx="358857" cy="349650"/>
                    <a:chOff x="2807939" y="1494024"/>
                    <a:chExt cx="358857" cy="349650"/>
                  </a:xfrm>
                </p:grpSpPr>
                <p:sp>
                  <p:nvSpPr>
                    <p:cNvPr id="4950" name="Google Shape;4950;p73"/>
                    <p:cNvSpPr/>
                    <p:nvPr/>
                  </p:nvSpPr>
                  <p:spPr>
                    <a:xfrm>
                      <a:off x="2807939" y="1494024"/>
                      <a:ext cx="358857" cy="349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984" h="55522" extrusionOk="0">
                          <a:moveTo>
                            <a:pt x="22278" y="1"/>
                          </a:moveTo>
                          <a:cubicBezTo>
                            <a:pt x="18114" y="1"/>
                            <a:pt x="14176" y="1144"/>
                            <a:pt x="10859" y="3554"/>
                          </a:cubicBezTo>
                          <a:cubicBezTo>
                            <a:pt x="208" y="11292"/>
                            <a:pt x="0" y="29166"/>
                            <a:pt x="10397" y="43474"/>
                          </a:cubicBezTo>
                          <a:cubicBezTo>
                            <a:pt x="18169" y="54172"/>
                            <a:pt x="35625" y="55522"/>
                            <a:pt x="43938" y="55522"/>
                          </a:cubicBezTo>
                          <a:cubicBezTo>
                            <a:pt x="44195" y="55522"/>
                            <a:pt x="44444" y="55521"/>
                            <a:pt x="44684" y="55518"/>
                          </a:cubicBezTo>
                          <a:cubicBezTo>
                            <a:pt x="47019" y="55494"/>
                            <a:pt x="49085" y="53995"/>
                            <a:pt x="49830" y="51779"/>
                          </a:cubicBezTo>
                          <a:cubicBezTo>
                            <a:pt x="52366" y="44227"/>
                            <a:pt x="56984" y="26479"/>
                            <a:pt x="48970" y="15448"/>
                          </a:cubicBezTo>
                          <a:cubicBezTo>
                            <a:pt x="41810" y="5595"/>
                            <a:pt x="31490" y="1"/>
                            <a:pt x="22278" y="1"/>
                          </a:cubicBezTo>
                          <a:close/>
                        </a:path>
                      </a:pathLst>
                    </a:custGeom>
                    <a:solidFill>
                      <a:srgbClr val="667E9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51" name="Google Shape;4951;p73"/>
                    <p:cNvSpPr/>
                    <p:nvPr/>
                  </p:nvSpPr>
                  <p:spPr>
                    <a:xfrm>
                      <a:off x="2862324" y="1547767"/>
                      <a:ext cx="253292" cy="2468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221" h="39191" extrusionOk="0">
                          <a:moveTo>
                            <a:pt x="15724" y="1"/>
                          </a:moveTo>
                          <a:cubicBezTo>
                            <a:pt x="12785" y="1"/>
                            <a:pt x="10006" y="808"/>
                            <a:pt x="7665" y="2508"/>
                          </a:cubicBezTo>
                          <a:cubicBezTo>
                            <a:pt x="146" y="7971"/>
                            <a:pt x="0" y="20586"/>
                            <a:pt x="7339" y="30686"/>
                          </a:cubicBezTo>
                          <a:cubicBezTo>
                            <a:pt x="12827" y="38240"/>
                            <a:pt x="25156" y="39191"/>
                            <a:pt x="31020" y="39191"/>
                          </a:cubicBezTo>
                          <a:cubicBezTo>
                            <a:pt x="31200" y="39191"/>
                            <a:pt x="31373" y="39190"/>
                            <a:pt x="31540" y="39188"/>
                          </a:cubicBezTo>
                          <a:cubicBezTo>
                            <a:pt x="33188" y="39171"/>
                            <a:pt x="34646" y="38111"/>
                            <a:pt x="35173" y="36549"/>
                          </a:cubicBezTo>
                          <a:cubicBezTo>
                            <a:pt x="36962" y="31218"/>
                            <a:pt x="40221" y="18689"/>
                            <a:pt x="34564" y="10904"/>
                          </a:cubicBezTo>
                          <a:cubicBezTo>
                            <a:pt x="29511" y="3949"/>
                            <a:pt x="22226" y="1"/>
                            <a:pt x="15724" y="1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4952" name="Google Shape;4952;p73"/>
                  <p:cNvGrpSpPr/>
                  <p:nvPr/>
                </p:nvGrpSpPr>
                <p:grpSpPr>
                  <a:xfrm>
                    <a:off x="2851133" y="1305635"/>
                    <a:ext cx="407089" cy="305057"/>
                    <a:chOff x="2851133" y="1305635"/>
                    <a:chExt cx="407089" cy="305057"/>
                  </a:xfrm>
                </p:grpSpPr>
                <p:sp>
                  <p:nvSpPr>
                    <p:cNvPr id="4953" name="Google Shape;4953;p73"/>
                    <p:cNvSpPr/>
                    <p:nvPr/>
                  </p:nvSpPr>
                  <p:spPr>
                    <a:xfrm>
                      <a:off x="2851133" y="1305635"/>
                      <a:ext cx="407089" cy="3050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643" h="48441" extrusionOk="0">
                          <a:moveTo>
                            <a:pt x="33890" y="0"/>
                          </a:moveTo>
                          <a:cubicBezTo>
                            <a:pt x="31613" y="0"/>
                            <a:pt x="29351" y="310"/>
                            <a:pt x="27159" y="1022"/>
                          </a:cubicBezTo>
                          <a:cubicBezTo>
                            <a:pt x="10340" y="6488"/>
                            <a:pt x="1" y="21070"/>
                            <a:pt x="4069" y="33592"/>
                          </a:cubicBezTo>
                          <a:cubicBezTo>
                            <a:pt x="7091" y="42892"/>
                            <a:pt x="17210" y="48440"/>
                            <a:pt x="29109" y="48440"/>
                          </a:cubicBezTo>
                          <a:cubicBezTo>
                            <a:pt x="33230" y="48440"/>
                            <a:pt x="37566" y="47775"/>
                            <a:pt x="41894" y="46368"/>
                          </a:cubicBezTo>
                          <a:cubicBezTo>
                            <a:pt x="54859" y="42156"/>
                            <a:pt x="61556" y="25084"/>
                            <a:pt x="63944" y="17481"/>
                          </a:cubicBezTo>
                          <a:cubicBezTo>
                            <a:pt x="64643" y="15252"/>
                            <a:pt x="63854" y="12824"/>
                            <a:pt x="61978" y="11431"/>
                          </a:cubicBezTo>
                          <a:cubicBezTo>
                            <a:pt x="56659" y="7487"/>
                            <a:pt x="45090" y="0"/>
                            <a:pt x="33890" y="0"/>
                          </a:cubicBezTo>
                          <a:close/>
                        </a:path>
                      </a:pathLst>
                    </a:custGeom>
                    <a:solidFill>
                      <a:srgbClr val="869FB1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54" name="Google Shape;4954;p73"/>
                    <p:cNvSpPr/>
                    <p:nvPr/>
                  </p:nvSpPr>
                  <p:spPr>
                    <a:xfrm>
                      <a:off x="2914108" y="1349849"/>
                      <a:ext cx="287349" cy="2153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629" h="34192" extrusionOk="0">
                          <a:moveTo>
                            <a:pt x="23922" y="0"/>
                          </a:moveTo>
                          <a:cubicBezTo>
                            <a:pt x="22315" y="0"/>
                            <a:pt x="20718" y="219"/>
                            <a:pt x="19171" y="721"/>
                          </a:cubicBezTo>
                          <a:cubicBezTo>
                            <a:pt x="7297" y="4578"/>
                            <a:pt x="1" y="14871"/>
                            <a:pt x="2873" y="23711"/>
                          </a:cubicBezTo>
                          <a:cubicBezTo>
                            <a:pt x="5006" y="30275"/>
                            <a:pt x="12149" y="34191"/>
                            <a:pt x="20548" y="34191"/>
                          </a:cubicBezTo>
                          <a:cubicBezTo>
                            <a:pt x="23457" y="34191"/>
                            <a:pt x="26517" y="33722"/>
                            <a:pt x="29571" y="32729"/>
                          </a:cubicBezTo>
                          <a:cubicBezTo>
                            <a:pt x="38723" y="29754"/>
                            <a:pt x="43449" y="17704"/>
                            <a:pt x="45134" y="12339"/>
                          </a:cubicBezTo>
                          <a:cubicBezTo>
                            <a:pt x="45629" y="10764"/>
                            <a:pt x="45072" y="9052"/>
                            <a:pt x="43747" y="8069"/>
                          </a:cubicBezTo>
                          <a:cubicBezTo>
                            <a:pt x="39994" y="5284"/>
                            <a:pt x="31827" y="0"/>
                            <a:pt x="23922" y="0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4955" name="Google Shape;4955;p73"/>
                  <p:cNvGrpSpPr/>
                  <p:nvPr/>
                </p:nvGrpSpPr>
                <p:grpSpPr>
                  <a:xfrm>
                    <a:off x="2727495" y="1120652"/>
                    <a:ext cx="300271" cy="396358"/>
                    <a:chOff x="2727495" y="1120652"/>
                    <a:chExt cx="300271" cy="396358"/>
                  </a:xfrm>
                </p:grpSpPr>
                <p:sp>
                  <p:nvSpPr>
                    <p:cNvPr id="4956" name="Google Shape;4956;p73"/>
                    <p:cNvSpPr/>
                    <p:nvPr/>
                  </p:nvSpPr>
                  <p:spPr>
                    <a:xfrm>
                      <a:off x="2727495" y="1120652"/>
                      <a:ext cx="300271" cy="3963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681" h="62939" extrusionOk="0">
                          <a:moveTo>
                            <a:pt x="23841" y="1"/>
                          </a:moveTo>
                          <a:cubicBezTo>
                            <a:pt x="22726" y="1"/>
                            <a:pt x="21612" y="340"/>
                            <a:pt x="20660" y="1017"/>
                          </a:cubicBezTo>
                          <a:cubicBezTo>
                            <a:pt x="14168" y="5636"/>
                            <a:pt x="0" y="17280"/>
                            <a:pt x="0" y="30914"/>
                          </a:cubicBezTo>
                          <a:cubicBezTo>
                            <a:pt x="0" y="48601"/>
                            <a:pt x="10674" y="62939"/>
                            <a:pt x="23841" y="62939"/>
                          </a:cubicBezTo>
                          <a:cubicBezTo>
                            <a:pt x="37007" y="62939"/>
                            <a:pt x="47681" y="48600"/>
                            <a:pt x="47681" y="30914"/>
                          </a:cubicBezTo>
                          <a:cubicBezTo>
                            <a:pt x="47681" y="17280"/>
                            <a:pt x="33513" y="5636"/>
                            <a:pt x="27022" y="1017"/>
                          </a:cubicBezTo>
                          <a:cubicBezTo>
                            <a:pt x="26069" y="340"/>
                            <a:pt x="24955" y="1"/>
                            <a:pt x="23841" y="1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57" name="Google Shape;4957;p73"/>
                    <p:cNvSpPr/>
                    <p:nvPr/>
                  </p:nvSpPr>
                  <p:spPr>
                    <a:xfrm>
                      <a:off x="2771659" y="1178948"/>
                      <a:ext cx="211942" cy="2797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655" h="44425" extrusionOk="0">
                          <a:moveTo>
                            <a:pt x="16828" y="0"/>
                          </a:moveTo>
                          <a:cubicBezTo>
                            <a:pt x="16042" y="0"/>
                            <a:pt x="15255" y="240"/>
                            <a:pt x="14583" y="718"/>
                          </a:cubicBezTo>
                          <a:cubicBezTo>
                            <a:pt x="10001" y="3978"/>
                            <a:pt x="1" y="12199"/>
                            <a:pt x="1" y="21821"/>
                          </a:cubicBezTo>
                          <a:cubicBezTo>
                            <a:pt x="1" y="34304"/>
                            <a:pt x="7534" y="44424"/>
                            <a:pt x="16828" y="44424"/>
                          </a:cubicBezTo>
                          <a:cubicBezTo>
                            <a:pt x="26121" y="44424"/>
                            <a:pt x="33654" y="34304"/>
                            <a:pt x="33654" y="21821"/>
                          </a:cubicBezTo>
                          <a:cubicBezTo>
                            <a:pt x="33654" y="12197"/>
                            <a:pt x="23654" y="3978"/>
                            <a:pt x="19072" y="718"/>
                          </a:cubicBezTo>
                          <a:cubicBezTo>
                            <a:pt x="18401" y="240"/>
                            <a:pt x="17615" y="0"/>
                            <a:pt x="16828" y="0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4958" name="Google Shape;4958;p73"/>
                <p:cNvGrpSpPr/>
                <p:nvPr/>
              </p:nvGrpSpPr>
              <p:grpSpPr>
                <a:xfrm>
                  <a:off x="2722305" y="1350460"/>
                  <a:ext cx="308357" cy="308344"/>
                  <a:chOff x="2722305" y="1350460"/>
                  <a:chExt cx="308357" cy="308344"/>
                </a:xfrm>
              </p:grpSpPr>
              <p:sp>
                <p:nvSpPr>
                  <p:cNvPr id="4959" name="Google Shape;4959;p73"/>
                  <p:cNvSpPr/>
                  <p:nvPr/>
                </p:nvSpPr>
                <p:spPr>
                  <a:xfrm>
                    <a:off x="2722305" y="1350460"/>
                    <a:ext cx="308357" cy="3083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965" h="48963" extrusionOk="0">
                        <a:moveTo>
                          <a:pt x="24483" y="0"/>
                        </a:moveTo>
                        <a:cubicBezTo>
                          <a:pt x="17990" y="0"/>
                          <a:pt x="11762" y="2578"/>
                          <a:pt x="7172" y="7170"/>
                        </a:cubicBezTo>
                        <a:cubicBezTo>
                          <a:pt x="2580" y="11762"/>
                          <a:pt x="0" y="17988"/>
                          <a:pt x="0" y="24481"/>
                        </a:cubicBezTo>
                        <a:cubicBezTo>
                          <a:pt x="0" y="30974"/>
                          <a:pt x="2580" y="37202"/>
                          <a:pt x="7172" y="41792"/>
                        </a:cubicBezTo>
                        <a:cubicBezTo>
                          <a:pt x="11762" y="46384"/>
                          <a:pt x="17990" y="48962"/>
                          <a:pt x="24483" y="48962"/>
                        </a:cubicBezTo>
                        <a:cubicBezTo>
                          <a:pt x="30976" y="48962"/>
                          <a:pt x="37202" y="46384"/>
                          <a:pt x="41794" y="41792"/>
                        </a:cubicBezTo>
                        <a:cubicBezTo>
                          <a:pt x="46386" y="37202"/>
                          <a:pt x="48964" y="30974"/>
                          <a:pt x="48964" y="24481"/>
                        </a:cubicBezTo>
                        <a:cubicBezTo>
                          <a:pt x="48964" y="17988"/>
                          <a:pt x="46386" y="11762"/>
                          <a:pt x="41794" y="7170"/>
                        </a:cubicBezTo>
                        <a:cubicBezTo>
                          <a:pt x="37202" y="2578"/>
                          <a:pt x="30976" y="0"/>
                          <a:pt x="2448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en-GB" sz="1867" kern="0" noProof="0" dirty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960" name="Google Shape;4960;p73"/>
                  <p:cNvGrpSpPr/>
                  <p:nvPr/>
                </p:nvGrpSpPr>
                <p:grpSpPr>
                  <a:xfrm>
                    <a:off x="2725064" y="1364529"/>
                    <a:ext cx="297954" cy="280182"/>
                    <a:chOff x="2725064" y="1364529"/>
                    <a:chExt cx="297954" cy="280182"/>
                  </a:xfrm>
                </p:grpSpPr>
                <p:sp>
                  <p:nvSpPr>
                    <p:cNvPr id="4961" name="Google Shape;4961;p73"/>
                    <p:cNvSpPr/>
                    <p:nvPr/>
                  </p:nvSpPr>
                  <p:spPr>
                    <a:xfrm>
                      <a:off x="2743100" y="1541306"/>
                      <a:ext cx="133551" cy="1034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207" h="16420" extrusionOk="0">
                          <a:moveTo>
                            <a:pt x="3036" y="0"/>
                          </a:moveTo>
                          <a:lnTo>
                            <a:pt x="0" y="986"/>
                          </a:lnTo>
                          <a:cubicBezTo>
                            <a:pt x="722" y="3230"/>
                            <a:pt x="1796" y="5346"/>
                            <a:pt x="3182" y="7254"/>
                          </a:cubicBezTo>
                          <a:cubicBezTo>
                            <a:pt x="7535" y="13245"/>
                            <a:pt x="14318" y="16420"/>
                            <a:pt x="21196" y="16420"/>
                          </a:cubicBezTo>
                          <a:cubicBezTo>
                            <a:pt x="21200" y="16420"/>
                            <a:pt x="21203" y="16420"/>
                            <a:pt x="21207" y="16420"/>
                          </a:cubicBezTo>
                          <a:lnTo>
                            <a:pt x="21207" y="13228"/>
                          </a:lnTo>
                          <a:cubicBezTo>
                            <a:pt x="21203" y="13228"/>
                            <a:pt x="21200" y="13228"/>
                            <a:pt x="21196" y="13228"/>
                          </a:cubicBezTo>
                          <a:cubicBezTo>
                            <a:pt x="15304" y="13228"/>
                            <a:pt x="9492" y="10509"/>
                            <a:pt x="5763" y="5378"/>
                          </a:cubicBezTo>
                          <a:cubicBezTo>
                            <a:pt x="4574" y="3741"/>
                            <a:pt x="3654" y="1926"/>
                            <a:pt x="3036" y="0"/>
                          </a:cubicBezTo>
                          <a:close/>
                        </a:path>
                      </a:pathLst>
                    </a:custGeom>
                    <a:solidFill>
                      <a:srgbClr val="445D73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62" name="Google Shape;4962;p73"/>
                    <p:cNvSpPr/>
                    <p:nvPr/>
                  </p:nvSpPr>
                  <p:spPr>
                    <a:xfrm>
                      <a:off x="2946887" y="1391180"/>
                      <a:ext cx="76130" cy="15624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089" h="24810" extrusionOk="0">
                          <a:moveTo>
                            <a:pt x="1876" y="0"/>
                          </a:moveTo>
                          <a:lnTo>
                            <a:pt x="0" y="2583"/>
                          </a:lnTo>
                          <a:cubicBezTo>
                            <a:pt x="1626" y="3761"/>
                            <a:pt x="3057" y="5189"/>
                            <a:pt x="4237" y="6815"/>
                          </a:cubicBezTo>
                          <a:cubicBezTo>
                            <a:pt x="7945" y="11917"/>
                            <a:pt x="8749" y="18242"/>
                            <a:pt x="6967" y="23823"/>
                          </a:cubicBezTo>
                          <a:lnTo>
                            <a:pt x="10002" y="24809"/>
                          </a:lnTo>
                          <a:cubicBezTo>
                            <a:pt x="12089" y="18290"/>
                            <a:pt x="11151" y="10899"/>
                            <a:pt x="6820" y="4938"/>
                          </a:cubicBezTo>
                          <a:cubicBezTo>
                            <a:pt x="5442" y="3041"/>
                            <a:pt x="3774" y="1375"/>
                            <a:pt x="1876" y="0"/>
                          </a:cubicBezTo>
                          <a:close/>
                        </a:path>
                      </a:pathLst>
                    </a:custGeom>
                    <a:solidFill>
                      <a:srgbClr val="869FB1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63" name="Google Shape;4963;p73"/>
                    <p:cNvSpPr/>
                    <p:nvPr/>
                  </p:nvSpPr>
                  <p:spPr>
                    <a:xfrm>
                      <a:off x="2794481" y="1364529"/>
                      <a:ext cx="164226" cy="429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078" h="6816" extrusionOk="0">
                          <a:moveTo>
                            <a:pt x="12998" y="1"/>
                          </a:moveTo>
                          <a:cubicBezTo>
                            <a:pt x="8487" y="1"/>
                            <a:pt x="3935" y="1369"/>
                            <a:pt x="0" y="4210"/>
                          </a:cubicBezTo>
                          <a:lnTo>
                            <a:pt x="1876" y="6793"/>
                          </a:lnTo>
                          <a:cubicBezTo>
                            <a:pt x="5245" y="4363"/>
                            <a:pt x="9141" y="3193"/>
                            <a:pt x="13002" y="3193"/>
                          </a:cubicBezTo>
                          <a:cubicBezTo>
                            <a:pt x="16976" y="3193"/>
                            <a:pt x="20914" y="4433"/>
                            <a:pt x="24201" y="6815"/>
                          </a:cubicBezTo>
                          <a:lnTo>
                            <a:pt x="26077" y="4232"/>
                          </a:lnTo>
                          <a:cubicBezTo>
                            <a:pt x="22239" y="1449"/>
                            <a:pt x="17641" y="1"/>
                            <a:pt x="12998" y="1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64" name="Google Shape;4964;p73"/>
                    <p:cNvSpPr/>
                    <p:nvPr/>
                  </p:nvSpPr>
                  <p:spPr>
                    <a:xfrm>
                      <a:off x="2876645" y="1541193"/>
                      <a:ext cx="133243" cy="1035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158" h="16438" extrusionOk="0">
                          <a:moveTo>
                            <a:pt x="18123" y="1"/>
                          </a:moveTo>
                          <a:cubicBezTo>
                            <a:pt x="16894" y="3864"/>
                            <a:pt x="14459" y="7233"/>
                            <a:pt x="11175" y="9612"/>
                          </a:cubicBezTo>
                          <a:cubicBezTo>
                            <a:pt x="7931" y="11974"/>
                            <a:pt x="4021" y="13246"/>
                            <a:pt x="8" y="13246"/>
                          </a:cubicBezTo>
                          <a:cubicBezTo>
                            <a:pt x="6" y="13246"/>
                            <a:pt x="3" y="13246"/>
                            <a:pt x="1" y="13246"/>
                          </a:cubicBezTo>
                          <a:lnTo>
                            <a:pt x="1" y="16438"/>
                          </a:lnTo>
                          <a:cubicBezTo>
                            <a:pt x="4532" y="16436"/>
                            <a:pt x="9106" y="15060"/>
                            <a:pt x="13053" y="12192"/>
                          </a:cubicBezTo>
                          <a:cubicBezTo>
                            <a:pt x="17030" y="9301"/>
                            <a:pt x="19767" y="5338"/>
                            <a:pt x="21157" y="988"/>
                          </a:cubicBezTo>
                          <a:lnTo>
                            <a:pt x="18123" y="1"/>
                          </a:lnTo>
                          <a:close/>
                        </a:path>
                      </a:pathLst>
                    </a:custGeom>
                    <a:solidFill>
                      <a:srgbClr val="667E9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65" name="Google Shape;4965;p73"/>
                    <p:cNvSpPr/>
                    <p:nvPr/>
                  </p:nvSpPr>
                  <p:spPr>
                    <a:xfrm>
                      <a:off x="2725064" y="1391035"/>
                      <a:ext cx="81238" cy="1564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900" h="24849" extrusionOk="0">
                          <a:moveTo>
                            <a:pt x="11023" y="1"/>
                          </a:moveTo>
                          <a:cubicBezTo>
                            <a:pt x="11006" y="13"/>
                            <a:pt x="10987" y="26"/>
                            <a:pt x="10967" y="39"/>
                          </a:cubicBezTo>
                          <a:cubicBezTo>
                            <a:pt x="2989" y="5836"/>
                            <a:pt x="1" y="15945"/>
                            <a:pt x="2866" y="24848"/>
                          </a:cubicBezTo>
                          <a:lnTo>
                            <a:pt x="5900" y="23861"/>
                          </a:lnTo>
                          <a:cubicBezTo>
                            <a:pt x="3451" y="16238"/>
                            <a:pt x="6012" y="7585"/>
                            <a:pt x="12845" y="2622"/>
                          </a:cubicBezTo>
                          <a:cubicBezTo>
                            <a:pt x="12862" y="2608"/>
                            <a:pt x="12882" y="2597"/>
                            <a:pt x="12899" y="2584"/>
                          </a:cubicBezTo>
                          <a:lnTo>
                            <a:pt x="11023" y="1"/>
                          </a:lnTo>
                          <a:close/>
                        </a:path>
                      </a:pathLst>
                    </a:custGeom>
                    <a:solidFill>
                      <a:srgbClr val="213B55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en-GB" sz="1867" kern="0" noProof="0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4966" name="Google Shape;4966;p73"/>
            <p:cNvSpPr/>
            <p:nvPr/>
          </p:nvSpPr>
          <p:spPr>
            <a:xfrm>
              <a:off x="2621966" y="1245876"/>
              <a:ext cx="114832" cy="86149"/>
            </a:xfrm>
            <a:custGeom>
              <a:avLst/>
              <a:gdLst/>
              <a:ahLst/>
              <a:cxnLst/>
              <a:rect l="l" t="t" r="r" b="b"/>
              <a:pathLst>
                <a:path w="10285" h="7716" extrusionOk="0">
                  <a:moveTo>
                    <a:pt x="10284" y="1"/>
                  </a:moveTo>
                  <a:lnTo>
                    <a:pt x="7413" y="282"/>
                  </a:lnTo>
                  <a:lnTo>
                    <a:pt x="7949" y="1144"/>
                  </a:lnTo>
                  <a:cubicBezTo>
                    <a:pt x="4966" y="2788"/>
                    <a:pt x="2280" y="4920"/>
                    <a:pt x="0" y="7451"/>
                  </a:cubicBezTo>
                  <a:lnTo>
                    <a:pt x="294" y="7716"/>
                  </a:lnTo>
                  <a:cubicBezTo>
                    <a:pt x="2547" y="5212"/>
                    <a:pt x="5206" y="3102"/>
                    <a:pt x="8156" y="1479"/>
                  </a:cubicBezTo>
                  <a:lnTo>
                    <a:pt x="8760" y="245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67" name="Google Shape;4967;p73"/>
            <p:cNvSpPr/>
            <p:nvPr/>
          </p:nvSpPr>
          <p:spPr>
            <a:xfrm>
              <a:off x="2517909" y="1600456"/>
              <a:ext cx="54396" cy="134951"/>
            </a:xfrm>
            <a:custGeom>
              <a:avLst/>
              <a:gdLst/>
              <a:ahLst/>
              <a:cxnLst/>
              <a:rect l="l" t="t" r="r" b="b"/>
              <a:pathLst>
                <a:path w="4872" h="12087" extrusionOk="0">
                  <a:moveTo>
                    <a:pt x="4871" y="11889"/>
                  </a:moveTo>
                  <a:cubicBezTo>
                    <a:pt x="3186" y="8971"/>
                    <a:pt x="2004" y="5793"/>
                    <a:pt x="1370" y="2482"/>
                  </a:cubicBezTo>
                  <a:lnTo>
                    <a:pt x="2481" y="2209"/>
                  </a:lnTo>
                  <a:lnTo>
                    <a:pt x="620" y="0"/>
                  </a:lnTo>
                  <a:lnTo>
                    <a:pt x="1" y="2820"/>
                  </a:lnTo>
                  <a:lnTo>
                    <a:pt x="987" y="2578"/>
                  </a:lnTo>
                  <a:cubicBezTo>
                    <a:pt x="1629" y="5923"/>
                    <a:pt x="2827" y="9136"/>
                    <a:pt x="4530" y="12087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68" name="Google Shape;4968;p73"/>
            <p:cNvSpPr/>
            <p:nvPr/>
          </p:nvSpPr>
          <p:spPr>
            <a:xfrm>
              <a:off x="3174265" y="1614044"/>
              <a:ext cx="46346" cy="135275"/>
            </a:xfrm>
            <a:custGeom>
              <a:avLst/>
              <a:gdLst/>
              <a:ahLst/>
              <a:cxnLst/>
              <a:rect l="l" t="t" r="r" b="b"/>
              <a:pathLst>
                <a:path w="4151" h="12116" extrusionOk="0">
                  <a:moveTo>
                    <a:pt x="4150" y="41"/>
                  </a:moveTo>
                  <a:lnTo>
                    <a:pt x="3759" y="0"/>
                  </a:lnTo>
                  <a:cubicBezTo>
                    <a:pt x="3405" y="3350"/>
                    <a:pt x="2494" y="6618"/>
                    <a:pt x="1059" y="9668"/>
                  </a:cubicBezTo>
                  <a:lnTo>
                    <a:pt x="0" y="9237"/>
                  </a:lnTo>
                  <a:lnTo>
                    <a:pt x="208" y="12116"/>
                  </a:lnTo>
                  <a:lnTo>
                    <a:pt x="2367" y="10200"/>
                  </a:lnTo>
                  <a:lnTo>
                    <a:pt x="1426" y="9817"/>
                  </a:lnTo>
                  <a:cubicBezTo>
                    <a:pt x="2873" y="6733"/>
                    <a:pt x="3793" y="3429"/>
                    <a:pt x="4150" y="4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69" name="Google Shape;4969;p73"/>
            <p:cNvSpPr/>
            <p:nvPr/>
          </p:nvSpPr>
          <p:spPr>
            <a:xfrm>
              <a:off x="3023194" y="1254350"/>
              <a:ext cx="116417" cy="83525"/>
            </a:xfrm>
            <a:custGeom>
              <a:avLst/>
              <a:gdLst/>
              <a:ahLst/>
              <a:cxnLst/>
              <a:rect l="l" t="t" r="r" b="b"/>
              <a:pathLst>
                <a:path w="10427" h="7481" extrusionOk="0">
                  <a:moveTo>
                    <a:pt x="10427" y="7480"/>
                  </a:moveTo>
                  <a:lnTo>
                    <a:pt x="9270" y="4835"/>
                  </a:lnTo>
                  <a:lnTo>
                    <a:pt x="8616" y="5611"/>
                  </a:lnTo>
                  <a:cubicBezTo>
                    <a:pt x="6131" y="3282"/>
                    <a:pt x="3273" y="1386"/>
                    <a:pt x="160" y="1"/>
                  </a:cubicBezTo>
                  <a:lnTo>
                    <a:pt x="0" y="361"/>
                  </a:lnTo>
                  <a:cubicBezTo>
                    <a:pt x="3078" y="1731"/>
                    <a:pt x="5904" y="3608"/>
                    <a:pt x="8362" y="5913"/>
                  </a:cubicBezTo>
                  <a:lnTo>
                    <a:pt x="7624" y="6787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70" name="Google Shape;4970;p73"/>
            <p:cNvSpPr/>
            <p:nvPr/>
          </p:nvSpPr>
          <p:spPr>
            <a:xfrm rot="8660313">
              <a:off x="2818264" y="1861446"/>
              <a:ext cx="116433" cy="83536"/>
            </a:xfrm>
            <a:custGeom>
              <a:avLst/>
              <a:gdLst/>
              <a:ahLst/>
              <a:cxnLst/>
              <a:rect l="l" t="t" r="r" b="b"/>
              <a:pathLst>
                <a:path w="10427" h="7481" extrusionOk="0">
                  <a:moveTo>
                    <a:pt x="10427" y="7480"/>
                  </a:moveTo>
                  <a:lnTo>
                    <a:pt x="9270" y="4835"/>
                  </a:lnTo>
                  <a:lnTo>
                    <a:pt x="8616" y="5611"/>
                  </a:lnTo>
                  <a:cubicBezTo>
                    <a:pt x="6131" y="3282"/>
                    <a:pt x="3273" y="1386"/>
                    <a:pt x="160" y="1"/>
                  </a:cubicBezTo>
                  <a:lnTo>
                    <a:pt x="0" y="361"/>
                  </a:lnTo>
                  <a:cubicBezTo>
                    <a:pt x="3078" y="1731"/>
                    <a:pt x="5904" y="3608"/>
                    <a:pt x="8362" y="5913"/>
                  </a:cubicBezTo>
                  <a:lnTo>
                    <a:pt x="7624" y="6787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971" name="Google Shape;4971;p73"/>
          <p:cNvGrpSpPr/>
          <p:nvPr/>
        </p:nvGrpSpPr>
        <p:grpSpPr>
          <a:xfrm>
            <a:off x="5212165" y="3636550"/>
            <a:ext cx="2092192" cy="788020"/>
            <a:chOff x="3820100" y="3023049"/>
            <a:chExt cx="1303926" cy="491162"/>
          </a:xfrm>
        </p:grpSpPr>
        <p:grpSp>
          <p:nvGrpSpPr>
            <p:cNvPr id="4972" name="Google Shape;4972;p73"/>
            <p:cNvGrpSpPr/>
            <p:nvPr/>
          </p:nvGrpSpPr>
          <p:grpSpPr>
            <a:xfrm>
              <a:off x="3820100" y="3023072"/>
              <a:ext cx="1303926" cy="491139"/>
              <a:chOff x="3820100" y="3023072"/>
              <a:chExt cx="1303926" cy="491139"/>
            </a:xfrm>
          </p:grpSpPr>
          <p:sp>
            <p:nvSpPr>
              <p:cNvPr id="4973" name="Google Shape;4973;p73"/>
              <p:cNvSpPr/>
              <p:nvPr/>
            </p:nvSpPr>
            <p:spPr>
              <a:xfrm>
                <a:off x="3820100" y="3023072"/>
                <a:ext cx="505424" cy="491139"/>
              </a:xfrm>
              <a:custGeom>
                <a:avLst/>
                <a:gdLst/>
                <a:ahLst/>
                <a:cxnLst/>
                <a:rect l="l" t="t" r="r" b="b"/>
                <a:pathLst>
                  <a:path w="45218" h="43940" extrusionOk="0">
                    <a:moveTo>
                      <a:pt x="0" y="0"/>
                    </a:moveTo>
                    <a:cubicBezTo>
                      <a:pt x="0" y="24200"/>
                      <a:pt x="19796" y="43939"/>
                      <a:pt x="44111" y="43939"/>
                    </a:cubicBezTo>
                    <a:lnTo>
                      <a:pt x="45218" y="43939"/>
                    </a:lnTo>
                    <a:lnTo>
                      <a:pt x="45218" y="34795"/>
                    </a:lnTo>
                    <a:lnTo>
                      <a:pt x="44111" y="34795"/>
                    </a:lnTo>
                    <a:cubicBezTo>
                      <a:pt x="24972" y="34795"/>
                      <a:pt x="9345" y="19439"/>
                      <a:pt x="9103" y="450"/>
                    </a:cubicBezTo>
                    <a:cubicBezTo>
                      <a:pt x="9103" y="301"/>
                      <a:pt x="9100" y="150"/>
                      <a:pt x="9100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74" name="Google Shape;4974;p73"/>
              <p:cNvSpPr/>
              <p:nvPr/>
            </p:nvSpPr>
            <p:spPr>
              <a:xfrm>
                <a:off x="4323828" y="3411976"/>
                <a:ext cx="800197" cy="102229"/>
              </a:xfrm>
              <a:custGeom>
                <a:avLst/>
                <a:gdLst/>
                <a:ahLst/>
                <a:cxnLst/>
                <a:rect l="l" t="t" r="r" b="b"/>
                <a:pathLst>
                  <a:path w="71590" h="9146" extrusionOk="0">
                    <a:moveTo>
                      <a:pt x="1" y="1"/>
                    </a:moveTo>
                    <a:lnTo>
                      <a:pt x="1" y="9145"/>
                    </a:lnTo>
                    <a:lnTo>
                      <a:pt x="71589" y="9145"/>
                    </a:lnTo>
                    <a:lnTo>
                      <a:pt x="71589" y="1"/>
                    </a:ln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75" name="Google Shape;4975;p73"/>
            <p:cNvGrpSpPr/>
            <p:nvPr/>
          </p:nvGrpSpPr>
          <p:grpSpPr>
            <a:xfrm>
              <a:off x="4132439" y="3023645"/>
              <a:ext cx="393633" cy="177096"/>
              <a:chOff x="4132439" y="3023645"/>
              <a:chExt cx="393633" cy="177096"/>
            </a:xfrm>
          </p:grpSpPr>
          <p:sp>
            <p:nvSpPr>
              <p:cNvPr id="4976" name="Google Shape;4976;p73"/>
              <p:cNvSpPr/>
              <p:nvPr/>
            </p:nvSpPr>
            <p:spPr>
              <a:xfrm>
                <a:off x="4132439" y="3023645"/>
                <a:ext cx="190085" cy="177096"/>
              </a:xfrm>
              <a:custGeom>
                <a:avLst/>
                <a:gdLst/>
                <a:ahLst/>
                <a:cxnLst/>
                <a:rect l="l" t="t" r="r" b="b"/>
                <a:pathLst>
                  <a:path w="17006" h="15844" extrusionOk="0">
                    <a:moveTo>
                      <a:pt x="0" y="1"/>
                    </a:moveTo>
                    <a:cubicBezTo>
                      <a:pt x="0" y="5035"/>
                      <a:pt x="2405" y="9521"/>
                      <a:pt x="6124" y="12423"/>
                    </a:cubicBezTo>
                    <a:cubicBezTo>
                      <a:pt x="8932" y="14639"/>
                      <a:pt x="12404" y="15844"/>
                      <a:pt x="15981" y="15844"/>
                    </a:cubicBezTo>
                    <a:lnTo>
                      <a:pt x="17005" y="15844"/>
                    </a:lnTo>
                    <a:lnTo>
                      <a:pt x="17005" y="6962"/>
                    </a:lnTo>
                    <a:lnTo>
                      <a:pt x="15905" y="6962"/>
                    </a:lnTo>
                    <a:cubicBezTo>
                      <a:pt x="12043" y="6962"/>
                      <a:pt x="8822" y="3862"/>
                      <a:pt x="8822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77" name="Google Shape;4977;p73"/>
              <p:cNvSpPr/>
              <p:nvPr/>
            </p:nvSpPr>
            <p:spPr>
              <a:xfrm>
                <a:off x="4318649" y="3101461"/>
                <a:ext cx="207423" cy="99267"/>
              </a:xfrm>
              <a:custGeom>
                <a:avLst/>
                <a:gdLst/>
                <a:ahLst/>
                <a:cxnLst/>
                <a:rect l="l" t="t" r="r" b="b"/>
                <a:pathLst>
                  <a:path w="18211" h="8881" extrusionOk="0">
                    <a:moveTo>
                      <a:pt x="0" y="0"/>
                    </a:moveTo>
                    <a:lnTo>
                      <a:pt x="0" y="8880"/>
                    </a:lnTo>
                    <a:lnTo>
                      <a:pt x="18210" y="8880"/>
                    </a:lnTo>
                    <a:lnTo>
                      <a:pt x="18210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78" name="Google Shape;4978;p73"/>
            <p:cNvGrpSpPr/>
            <p:nvPr/>
          </p:nvGrpSpPr>
          <p:grpSpPr>
            <a:xfrm>
              <a:off x="3921811" y="3023049"/>
              <a:ext cx="1002397" cy="388943"/>
              <a:chOff x="3921811" y="3023049"/>
              <a:chExt cx="1002397" cy="388943"/>
            </a:xfrm>
          </p:grpSpPr>
          <p:sp>
            <p:nvSpPr>
              <p:cNvPr id="4979" name="Google Shape;4979;p73"/>
              <p:cNvSpPr/>
              <p:nvPr/>
            </p:nvSpPr>
            <p:spPr>
              <a:xfrm>
                <a:off x="3921811" y="3023049"/>
                <a:ext cx="403709" cy="388943"/>
              </a:xfrm>
              <a:custGeom>
                <a:avLst/>
                <a:gdLst/>
                <a:ahLst/>
                <a:cxnLst/>
                <a:rect l="l" t="t" r="r" b="b"/>
                <a:pathLst>
                  <a:path w="36118" h="34797" extrusionOk="0">
                    <a:moveTo>
                      <a:pt x="0" y="1"/>
                    </a:moveTo>
                    <a:cubicBezTo>
                      <a:pt x="0" y="152"/>
                      <a:pt x="3" y="301"/>
                      <a:pt x="3" y="452"/>
                    </a:cubicBezTo>
                    <a:cubicBezTo>
                      <a:pt x="245" y="19441"/>
                      <a:pt x="15879" y="34797"/>
                      <a:pt x="35018" y="34797"/>
                    </a:cubicBezTo>
                    <a:lnTo>
                      <a:pt x="36118" y="34797"/>
                    </a:lnTo>
                    <a:lnTo>
                      <a:pt x="36118" y="25652"/>
                    </a:lnTo>
                    <a:lnTo>
                      <a:pt x="34843" y="25652"/>
                    </a:lnTo>
                    <a:lnTo>
                      <a:pt x="34798" y="25632"/>
                    </a:lnTo>
                    <a:cubicBezTo>
                      <a:pt x="20649" y="25575"/>
                      <a:pt x="9181" y="14193"/>
                      <a:pt x="9115" y="123"/>
                    </a:cubicBezTo>
                    <a:cubicBezTo>
                      <a:pt x="9115" y="81"/>
                      <a:pt x="9108" y="42"/>
                      <a:pt x="910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80" name="Google Shape;4980;p73"/>
              <p:cNvSpPr/>
              <p:nvPr/>
            </p:nvSpPr>
            <p:spPr>
              <a:xfrm>
                <a:off x="4322109" y="3309770"/>
                <a:ext cx="602098" cy="102218"/>
              </a:xfrm>
              <a:custGeom>
                <a:avLst/>
                <a:gdLst/>
                <a:ahLst/>
                <a:cxnLst/>
                <a:rect l="l" t="t" r="r" b="b"/>
                <a:pathLst>
                  <a:path w="53867" h="9145" extrusionOk="0">
                    <a:moveTo>
                      <a:pt x="1" y="0"/>
                    </a:moveTo>
                    <a:lnTo>
                      <a:pt x="1" y="9145"/>
                    </a:lnTo>
                    <a:lnTo>
                      <a:pt x="53867" y="9145"/>
                    </a:lnTo>
                    <a:lnTo>
                      <a:pt x="53867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81" name="Google Shape;4981;p73"/>
            <p:cNvGrpSpPr/>
            <p:nvPr/>
          </p:nvGrpSpPr>
          <p:grpSpPr>
            <a:xfrm>
              <a:off x="4023645" y="3023049"/>
              <a:ext cx="683032" cy="286722"/>
              <a:chOff x="4023645" y="3023049"/>
              <a:chExt cx="683032" cy="286722"/>
            </a:xfrm>
          </p:grpSpPr>
          <p:sp>
            <p:nvSpPr>
              <p:cNvPr id="4982" name="Google Shape;4982;p73"/>
              <p:cNvSpPr/>
              <p:nvPr/>
            </p:nvSpPr>
            <p:spPr>
              <a:xfrm>
                <a:off x="4023645" y="3023049"/>
                <a:ext cx="300664" cy="286524"/>
              </a:xfrm>
              <a:custGeom>
                <a:avLst/>
                <a:gdLst/>
                <a:ahLst/>
                <a:cxnLst/>
                <a:rect l="l" t="t" r="r" b="b"/>
                <a:pathLst>
                  <a:path w="26899" h="25634" extrusionOk="0">
                    <a:moveTo>
                      <a:pt x="1" y="1"/>
                    </a:moveTo>
                    <a:cubicBezTo>
                      <a:pt x="1" y="42"/>
                      <a:pt x="4" y="81"/>
                      <a:pt x="4" y="121"/>
                    </a:cubicBezTo>
                    <a:cubicBezTo>
                      <a:pt x="70" y="14193"/>
                      <a:pt x="11538" y="25575"/>
                      <a:pt x="25687" y="25630"/>
                    </a:cubicBezTo>
                    <a:cubicBezTo>
                      <a:pt x="25723" y="25630"/>
                      <a:pt x="25757" y="25634"/>
                      <a:pt x="25792" y="25634"/>
                    </a:cubicBezTo>
                    <a:lnTo>
                      <a:pt x="26899" y="25634"/>
                    </a:lnTo>
                    <a:lnTo>
                      <a:pt x="26899" y="15842"/>
                    </a:lnTo>
                    <a:lnTo>
                      <a:pt x="25768" y="15842"/>
                    </a:lnTo>
                    <a:cubicBezTo>
                      <a:pt x="22191" y="15842"/>
                      <a:pt x="18719" y="14637"/>
                      <a:pt x="15911" y="12423"/>
                    </a:cubicBezTo>
                    <a:cubicBezTo>
                      <a:pt x="12192" y="9521"/>
                      <a:pt x="9787" y="5035"/>
                      <a:pt x="9787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83" name="Google Shape;4983;p73"/>
              <p:cNvSpPr/>
              <p:nvPr/>
            </p:nvSpPr>
            <p:spPr>
              <a:xfrm>
                <a:off x="4314850" y="3200125"/>
                <a:ext cx="391827" cy="109646"/>
              </a:xfrm>
              <a:custGeom>
                <a:avLst/>
                <a:gdLst/>
                <a:ahLst/>
                <a:cxnLst/>
                <a:rect l="l" t="t" r="r" b="b"/>
                <a:pathLst>
                  <a:path w="35055" h="9792" extrusionOk="0">
                    <a:moveTo>
                      <a:pt x="1" y="0"/>
                    </a:moveTo>
                    <a:lnTo>
                      <a:pt x="1" y="88"/>
                    </a:lnTo>
                    <a:lnTo>
                      <a:pt x="1" y="9792"/>
                    </a:lnTo>
                    <a:lnTo>
                      <a:pt x="35054" y="9792"/>
                    </a:lnTo>
                    <a:lnTo>
                      <a:pt x="35054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84" name="Google Shape;4984;p73"/>
          <p:cNvGrpSpPr/>
          <p:nvPr/>
        </p:nvGrpSpPr>
        <p:grpSpPr>
          <a:xfrm>
            <a:off x="2054995" y="2472343"/>
            <a:ext cx="951363" cy="917367"/>
            <a:chOff x="1706078" y="2092648"/>
            <a:chExt cx="660913" cy="637296"/>
          </a:xfrm>
        </p:grpSpPr>
        <p:sp>
          <p:nvSpPr>
            <p:cNvPr id="4985" name="Google Shape;4985;p73"/>
            <p:cNvSpPr/>
            <p:nvPr/>
          </p:nvSpPr>
          <p:spPr>
            <a:xfrm>
              <a:off x="1745332" y="2158066"/>
              <a:ext cx="571867" cy="571878"/>
            </a:xfrm>
            <a:custGeom>
              <a:avLst/>
              <a:gdLst/>
              <a:ahLst/>
              <a:cxnLst/>
              <a:rect l="l" t="t" r="r" b="b"/>
              <a:pathLst>
                <a:path w="107747" h="107749" extrusionOk="0">
                  <a:moveTo>
                    <a:pt x="53874" y="11565"/>
                  </a:moveTo>
                  <a:cubicBezTo>
                    <a:pt x="77238" y="11565"/>
                    <a:pt x="96182" y="30509"/>
                    <a:pt x="96182" y="53873"/>
                  </a:cubicBezTo>
                  <a:cubicBezTo>
                    <a:pt x="96182" y="77240"/>
                    <a:pt x="77240" y="96182"/>
                    <a:pt x="53874" y="96182"/>
                  </a:cubicBezTo>
                  <a:cubicBezTo>
                    <a:pt x="30507" y="96182"/>
                    <a:pt x="11565" y="77240"/>
                    <a:pt x="11565" y="53873"/>
                  </a:cubicBezTo>
                  <a:cubicBezTo>
                    <a:pt x="11565" y="30509"/>
                    <a:pt x="30507" y="11565"/>
                    <a:pt x="53874" y="11565"/>
                  </a:cubicBezTo>
                  <a:close/>
                  <a:moveTo>
                    <a:pt x="53874" y="1"/>
                  </a:moveTo>
                  <a:cubicBezTo>
                    <a:pt x="24120" y="1"/>
                    <a:pt x="1" y="24120"/>
                    <a:pt x="1" y="53873"/>
                  </a:cubicBezTo>
                  <a:cubicBezTo>
                    <a:pt x="1" y="83626"/>
                    <a:pt x="24120" y="107748"/>
                    <a:pt x="53874" y="107748"/>
                  </a:cubicBezTo>
                  <a:cubicBezTo>
                    <a:pt x="83625" y="107748"/>
                    <a:pt x="107746" y="83626"/>
                    <a:pt x="107746" y="53873"/>
                  </a:cubicBezTo>
                  <a:cubicBezTo>
                    <a:pt x="107746" y="24120"/>
                    <a:pt x="83627" y="1"/>
                    <a:pt x="53874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986" name="Google Shape;4986;p73"/>
            <p:cNvGrpSpPr/>
            <p:nvPr/>
          </p:nvGrpSpPr>
          <p:grpSpPr>
            <a:xfrm>
              <a:off x="1706078" y="2092648"/>
              <a:ext cx="660913" cy="575241"/>
              <a:chOff x="1706078" y="2092648"/>
              <a:chExt cx="660913" cy="575241"/>
            </a:xfrm>
          </p:grpSpPr>
          <p:sp>
            <p:nvSpPr>
              <p:cNvPr id="4987" name="Google Shape;4987;p73"/>
              <p:cNvSpPr/>
              <p:nvPr/>
            </p:nvSpPr>
            <p:spPr>
              <a:xfrm>
                <a:off x="1938891" y="2092648"/>
                <a:ext cx="192041" cy="353676"/>
              </a:xfrm>
              <a:custGeom>
                <a:avLst/>
                <a:gdLst/>
                <a:ahLst/>
                <a:cxnLst/>
                <a:rect l="l" t="t" r="r" b="b"/>
                <a:pathLst>
                  <a:path w="36183" h="66637" extrusionOk="0">
                    <a:moveTo>
                      <a:pt x="18094" y="1"/>
                    </a:moveTo>
                    <a:cubicBezTo>
                      <a:pt x="8801" y="1"/>
                      <a:pt x="1202" y="7552"/>
                      <a:pt x="1202" y="16877"/>
                    </a:cubicBezTo>
                    <a:cubicBezTo>
                      <a:pt x="1202" y="23723"/>
                      <a:pt x="5288" y="29491"/>
                      <a:pt x="11057" y="32260"/>
                    </a:cubicBezTo>
                    <a:cubicBezTo>
                      <a:pt x="13944" y="33580"/>
                      <a:pt x="15864" y="36464"/>
                      <a:pt x="15864" y="39714"/>
                    </a:cubicBezTo>
                    <a:cubicBezTo>
                      <a:pt x="15864" y="42954"/>
                      <a:pt x="13829" y="45963"/>
                      <a:pt x="10817" y="47040"/>
                    </a:cubicBezTo>
                    <a:cubicBezTo>
                      <a:pt x="6250" y="48723"/>
                      <a:pt x="2404" y="51972"/>
                      <a:pt x="1" y="56176"/>
                    </a:cubicBezTo>
                    <a:lnTo>
                      <a:pt x="18155" y="66637"/>
                    </a:lnTo>
                    <a:lnTo>
                      <a:pt x="36182" y="56176"/>
                    </a:lnTo>
                    <a:cubicBezTo>
                      <a:pt x="33779" y="51975"/>
                      <a:pt x="29930" y="48725"/>
                      <a:pt x="25479" y="47040"/>
                    </a:cubicBezTo>
                    <a:cubicBezTo>
                      <a:pt x="22352" y="45966"/>
                      <a:pt x="20316" y="42957"/>
                      <a:pt x="20316" y="39714"/>
                    </a:cubicBezTo>
                    <a:lnTo>
                      <a:pt x="20316" y="39474"/>
                    </a:lnTo>
                    <a:cubicBezTo>
                      <a:pt x="20316" y="36349"/>
                      <a:pt x="22239" y="33578"/>
                      <a:pt x="24998" y="32260"/>
                    </a:cubicBezTo>
                    <a:cubicBezTo>
                      <a:pt x="31250" y="29491"/>
                      <a:pt x="35461" y="22999"/>
                      <a:pt x="34980" y="15676"/>
                    </a:cubicBezTo>
                    <a:cubicBezTo>
                      <a:pt x="34375" y="7376"/>
                      <a:pt x="27644" y="646"/>
                      <a:pt x="19357" y="47"/>
                    </a:cubicBezTo>
                    <a:cubicBezTo>
                      <a:pt x="18933" y="18"/>
                      <a:pt x="18513" y="1"/>
                      <a:pt x="18094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88" name="Google Shape;4988;p73"/>
              <p:cNvSpPr/>
              <p:nvPr/>
            </p:nvSpPr>
            <p:spPr>
              <a:xfrm>
                <a:off x="1706078" y="2390779"/>
                <a:ext cx="329208" cy="277004"/>
              </a:xfrm>
              <a:custGeom>
                <a:avLst/>
                <a:gdLst/>
                <a:ahLst/>
                <a:cxnLst/>
                <a:rect l="l" t="t" r="r" b="b"/>
                <a:pathLst>
                  <a:path w="62027" h="52191" extrusionOk="0">
                    <a:moveTo>
                      <a:pt x="43872" y="1"/>
                    </a:moveTo>
                    <a:cubicBezTo>
                      <a:pt x="41468" y="4212"/>
                      <a:pt x="40629" y="9019"/>
                      <a:pt x="41353" y="13829"/>
                    </a:cubicBezTo>
                    <a:cubicBezTo>
                      <a:pt x="41946" y="17069"/>
                      <a:pt x="40389" y="20321"/>
                      <a:pt x="37504" y="21878"/>
                    </a:cubicBezTo>
                    <a:lnTo>
                      <a:pt x="37379" y="22004"/>
                    </a:lnTo>
                    <a:cubicBezTo>
                      <a:pt x="36131" y="22712"/>
                      <a:pt x="34723" y="23085"/>
                      <a:pt x="33288" y="23090"/>
                    </a:cubicBezTo>
                    <a:cubicBezTo>
                      <a:pt x="31652" y="23095"/>
                      <a:pt x="30056" y="22587"/>
                      <a:pt x="28724" y="21638"/>
                    </a:cubicBezTo>
                    <a:cubicBezTo>
                      <a:pt x="25815" y="19553"/>
                      <a:pt x="22344" y="18435"/>
                      <a:pt x="18815" y="18435"/>
                    </a:cubicBezTo>
                    <a:cubicBezTo>
                      <a:pt x="15632" y="18435"/>
                      <a:pt x="12399" y="19345"/>
                      <a:pt x="9490" y="21282"/>
                    </a:cubicBezTo>
                    <a:cubicBezTo>
                      <a:pt x="2520" y="25965"/>
                      <a:pt x="1" y="35101"/>
                      <a:pt x="3721" y="42677"/>
                    </a:cubicBezTo>
                    <a:cubicBezTo>
                      <a:pt x="6677" y="48755"/>
                      <a:pt x="12664" y="52191"/>
                      <a:pt x="18840" y="52191"/>
                    </a:cubicBezTo>
                    <a:cubicBezTo>
                      <a:pt x="21707" y="52191"/>
                      <a:pt x="24613" y="51450"/>
                      <a:pt x="27282" y="49890"/>
                    </a:cubicBezTo>
                    <a:cubicBezTo>
                      <a:pt x="33291" y="46525"/>
                      <a:pt x="36303" y="40151"/>
                      <a:pt x="35694" y="33659"/>
                    </a:cubicBezTo>
                    <a:cubicBezTo>
                      <a:pt x="35456" y="30534"/>
                      <a:pt x="37024" y="27407"/>
                      <a:pt x="39783" y="25852"/>
                    </a:cubicBezTo>
                    <a:cubicBezTo>
                      <a:pt x="41044" y="25114"/>
                      <a:pt x="42424" y="24748"/>
                      <a:pt x="43786" y="24748"/>
                    </a:cubicBezTo>
                    <a:cubicBezTo>
                      <a:pt x="45537" y="24748"/>
                      <a:pt x="47261" y="25356"/>
                      <a:pt x="48676" y="26573"/>
                    </a:cubicBezTo>
                    <a:cubicBezTo>
                      <a:pt x="52525" y="29572"/>
                      <a:pt x="57216" y="31255"/>
                      <a:pt x="62026" y="31255"/>
                    </a:cubicBezTo>
                    <a:lnTo>
                      <a:pt x="62026" y="10461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89" name="Google Shape;4989;p73"/>
              <p:cNvSpPr/>
              <p:nvPr/>
            </p:nvSpPr>
            <p:spPr>
              <a:xfrm>
                <a:off x="2035235" y="2390779"/>
                <a:ext cx="331756" cy="277110"/>
              </a:xfrm>
              <a:custGeom>
                <a:avLst/>
                <a:gdLst/>
                <a:ahLst/>
                <a:cxnLst/>
                <a:rect l="l" t="t" r="r" b="b"/>
                <a:pathLst>
                  <a:path w="62507" h="52211" extrusionOk="0">
                    <a:moveTo>
                      <a:pt x="18030" y="1"/>
                    </a:moveTo>
                    <a:lnTo>
                      <a:pt x="0" y="10461"/>
                    </a:lnTo>
                    <a:lnTo>
                      <a:pt x="0" y="31253"/>
                    </a:lnTo>
                    <a:cubicBezTo>
                      <a:pt x="4807" y="31253"/>
                      <a:pt x="9489" y="29570"/>
                      <a:pt x="13222" y="26570"/>
                    </a:cubicBezTo>
                    <a:cubicBezTo>
                      <a:pt x="15722" y="24434"/>
                      <a:pt x="19307" y="24145"/>
                      <a:pt x="22118" y="25849"/>
                    </a:cubicBezTo>
                    <a:lnTo>
                      <a:pt x="22359" y="25965"/>
                    </a:lnTo>
                    <a:cubicBezTo>
                      <a:pt x="25003" y="27532"/>
                      <a:pt x="26560" y="30534"/>
                      <a:pt x="26204" y="33659"/>
                    </a:cubicBezTo>
                    <a:cubicBezTo>
                      <a:pt x="25599" y="40389"/>
                      <a:pt x="28964" y="47244"/>
                      <a:pt x="35578" y="50486"/>
                    </a:cubicBezTo>
                    <a:cubicBezTo>
                      <a:pt x="37877" y="51619"/>
                      <a:pt x="40405" y="52210"/>
                      <a:pt x="42968" y="52208"/>
                    </a:cubicBezTo>
                    <a:cubicBezTo>
                      <a:pt x="48435" y="52208"/>
                      <a:pt x="53755" y="49544"/>
                      <a:pt x="56978" y="44840"/>
                    </a:cubicBezTo>
                    <a:cubicBezTo>
                      <a:pt x="62506" y="36540"/>
                      <a:pt x="59862" y="25484"/>
                      <a:pt x="51447" y="20674"/>
                    </a:cubicBezTo>
                    <a:cubicBezTo>
                      <a:pt x="48774" y="19149"/>
                      <a:pt x="45855" y="18413"/>
                      <a:pt x="42983" y="18413"/>
                    </a:cubicBezTo>
                    <a:cubicBezTo>
                      <a:pt x="39520" y="18413"/>
                      <a:pt x="36121" y="19482"/>
                      <a:pt x="33290" y="21523"/>
                    </a:cubicBezTo>
                    <a:cubicBezTo>
                      <a:pt x="30671" y="23429"/>
                      <a:pt x="27161" y="23571"/>
                      <a:pt x="24397" y="21878"/>
                    </a:cubicBezTo>
                    <a:cubicBezTo>
                      <a:pt x="21510" y="20321"/>
                      <a:pt x="19955" y="17069"/>
                      <a:pt x="20549" y="13829"/>
                    </a:cubicBezTo>
                    <a:cubicBezTo>
                      <a:pt x="21272" y="9019"/>
                      <a:pt x="20433" y="4212"/>
                      <a:pt x="18030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90" name="Google Shape;4990;p73"/>
          <p:cNvGrpSpPr/>
          <p:nvPr/>
        </p:nvGrpSpPr>
        <p:grpSpPr>
          <a:xfrm>
            <a:off x="8404139" y="1295741"/>
            <a:ext cx="1756612" cy="912224"/>
            <a:chOff x="238125" y="999450"/>
            <a:chExt cx="7140700" cy="3708225"/>
          </a:xfrm>
        </p:grpSpPr>
        <p:sp>
          <p:nvSpPr>
            <p:cNvPr id="4991" name="Google Shape;4991;p73"/>
            <p:cNvSpPr/>
            <p:nvPr/>
          </p:nvSpPr>
          <p:spPr>
            <a:xfrm>
              <a:off x="2171975" y="3872925"/>
              <a:ext cx="7900" cy="25"/>
            </a:xfrm>
            <a:custGeom>
              <a:avLst/>
              <a:gdLst/>
              <a:ahLst/>
              <a:cxnLst/>
              <a:rect l="l" t="t" r="r" b="b"/>
              <a:pathLst>
                <a:path w="316" h="1" extrusionOk="0">
                  <a:moveTo>
                    <a:pt x="316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2" name="Google Shape;4992;p73"/>
            <p:cNvSpPr/>
            <p:nvPr/>
          </p:nvSpPr>
          <p:spPr>
            <a:xfrm>
              <a:off x="2180300" y="999450"/>
              <a:ext cx="3256350" cy="3708225"/>
            </a:xfrm>
            <a:custGeom>
              <a:avLst/>
              <a:gdLst/>
              <a:ahLst/>
              <a:cxnLst/>
              <a:rect l="l" t="t" r="r" b="b"/>
              <a:pathLst>
                <a:path w="130254" h="148329" extrusionOk="0">
                  <a:moveTo>
                    <a:pt x="130254" y="0"/>
                  </a:moveTo>
                  <a:cubicBezTo>
                    <a:pt x="90641" y="0"/>
                    <a:pt x="69506" y="34788"/>
                    <a:pt x="50871" y="65485"/>
                  </a:cubicBezTo>
                  <a:cubicBezTo>
                    <a:pt x="32725" y="95360"/>
                    <a:pt x="19404" y="114939"/>
                    <a:pt x="0" y="114939"/>
                  </a:cubicBezTo>
                  <a:cubicBezTo>
                    <a:pt x="9213" y="114939"/>
                    <a:pt x="16695" y="122421"/>
                    <a:pt x="16695" y="131634"/>
                  </a:cubicBezTo>
                  <a:cubicBezTo>
                    <a:pt x="16695" y="140846"/>
                    <a:pt x="9213" y="148328"/>
                    <a:pt x="0" y="148328"/>
                  </a:cubicBezTo>
                  <a:cubicBezTo>
                    <a:pt x="39630" y="148328"/>
                    <a:pt x="60765" y="113541"/>
                    <a:pt x="79400" y="82844"/>
                  </a:cubicBezTo>
                  <a:cubicBezTo>
                    <a:pt x="97528" y="52951"/>
                    <a:pt x="110867" y="33372"/>
                    <a:pt x="130254" y="33372"/>
                  </a:cubicBezTo>
                  <a:cubicBezTo>
                    <a:pt x="121041" y="33075"/>
                    <a:pt x="113804" y="25383"/>
                    <a:pt x="114083" y="16170"/>
                  </a:cubicBezTo>
                  <a:cubicBezTo>
                    <a:pt x="114346" y="7360"/>
                    <a:pt x="121425" y="280"/>
                    <a:pt x="130254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3" name="Google Shape;4993;p73"/>
            <p:cNvSpPr/>
            <p:nvPr/>
          </p:nvSpPr>
          <p:spPr>
            <a:xfrm>
              <a:off x="238125" y="2853750"/>
              <a:ext cx="2358675" cy="1853475"/>
            </a:xfrm>
            <a:custGeom>
              <a:avLst/>
              <a:gdLst/>
              <a:ahLst/>
              <a:cxnLst/>
              <a:rect l="l" t="t" r="r" b="b"/>
              <a:pathLst>
                <a:path w="94347" h="74139" extrusionOk="0">
                  <a:moveTo>
                    <a:pt x="33354" y="1"/>
                  </a:moveTo>
                  <a:cubicBezTo>
                    <a:pt x="33354" y="9196"/>
                    <a:pt x="25872" y="16661"/>
                    <a:pt x="16642" y="16661"/>
                  </a:cubicBezTo>
                  <a:cubicBezTo>
                    <a:pt x="7482" y="16661"/>
                    <a:pt x="0" y="9196"/>
                    <a:pt x="0" y="1"/>
                  </a:cubicBezTo>
                  <a:lnTo>
                    <a:pt x="0" y="1"/>
                  </a:lnTo>
                  <a:cubicBezTo>
                    <a:pt x="0" y="40872"/>
                    <a:pt x="34858" y="74139"/>
                    <a:pt x="77670" y="74139"/>
                  </a:cubicBezTo>
                  <a:cubicBezTo>
                    <a:pt x="86882" y="74139"/>
                    <a:pt x="94347" y="66657"/>
                    <a:pt x="94347" y="57444"/>
                  </a:cubicBezTo>
                  <a:cubicBezTo>
                    <a:pt x="94347" y="48214"/>
                    <a:pt x="86882" y="40767"/>
                    <a:pt x="77670" y="40767"/>
                  </a:cubicBezTo>
                  <a:lnTo>
                    <a:pt x="77355" y="40767"/>
                  </a:lnTo>
                  <a:cubicBezTo>
                    <a:pt x="53073" y="40610"/>
                    <a:pt x="33354" y="22394"/>
                    <a:pt x="3335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4" name="Google Shape;4994;p73"/>
            <p:cNvSpPr/>
            <p:nvPr/>
          </p:nvSpPr>
          <p:spPr>
            <a:xfrm>
              <a:off x="238125" y="999450"/>
              <a:ext cx="1942200" cy="2270400"/>
            </a:xfrm>
            <a:custGeom>
              <a:avLst/>
              <a:gdLst/>
              <a:ahLst/>
              <a:cxnLst/>
              <a:rect l="l" t="t" r="r" b="b"/>
              <a:pathLst>
                <a:path w="77688" h="90816" extrusionOk="0">
                  <a:moveTo>
                    <a:pt x="77687" y="0"/>
                  </a:moveTo>
                  <a:cubicBezTo>
                    <a:pt x="34858" y="0"/>
                    <a:pt x="0" y="33249"/>
                    <a:pt x="0" y="74138"/>
                  </a:cubicBezTo>
                  <a:cubicBezTo>
                    <a:pt x="0" y="83368"/>
                    <a:pt x="7482" y="90815"/>
                    <a:pt x="16695" y="90815"/>
                  </a:cubicBezTo>
                  <a:cubicBezTo>
                    <a:pt x="25925" y="90815"/>
                    <a:pt x="33372" y="83351"/>
                    <a:pt x="33389" y="74138"/>
                  </a:cubicBezTo>
                  <a:lnTo>
                    <a:pt x="33389" y="74120"/>
                  </a:lnTo>
                  <a:cubicBezTo>
                    <a:pt x="33389" y="51654"/>
                    <a:pt x="53222" y="33378"/>
                    <a:pt x="77639" y="33354"/>
                  </a:cubicBezTo>
                  <a:lnTo>
                    <a:pt x="77639" y="33354"/>
                  </a:lnTo>
                  <a:cubicBezTo>
                    <a:pt x="77644" y="33354"/>
                    <a:pt x="77650" y="33354"/>
                    <a:pt x="77655" y="33354"/>
                  </a:cubicBezTo>
                  <a:cubicBezTo>
                    <a:pt x="77666" y="33354"/>
                    <a:pt x="77676" y="33354"/>
                    <a:pt x="77687" y="33354"/>
                  </a:cubicBezTo>
                  <a:cubicBezTo>
                    <a:pt x="77671" y="33354"/>
                    <a:pt x="77655" y="33354"/>
                    <a:pt x="77639" y="33354"/>
                  </a:cubicBezTo>
                  <a:lnTo>
                    <a:pt x="77639" y="33354"/>
                  </a:lnTo>
                  <a:cubicBezTo>
                    <a:pt x="68431" y="33346"/>
                    <a:pt x="60992" y="25874"/>
                    <a:pt x="60992" y="16695"/>
                  </a:cubicBezTo>
                  <a:cubicBezTo>
                    <a:pt x="60992" y="7482"/>
                    <a:pt x="68457" y="0"/>
                    <a:pt x="7768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5" name="Google Shape;4995;p73"/>
            <p:cNvSpPr/>
            <p:nvPr/>
          </p:nvSpPr>
          <p:spPr>
            <a:xfrm>
              <a:off x="3808250" y="2852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DB634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6" name="Google Shape;4996;p73"/>
            <p:cNvSpPr/>
            <p:nvPr/>
          </p:nvSpPr>
          <p:spPr>
            <a:xfrm>
              <a:off x="1762475" y="999450"/>
              <a:ext cx="2386250" cy="2044875"/>
            </a:xfrm>
            <a:custGeom>
              <a:avLst/>
              <a:gdLst/>
              <a:ahLst/>
              <a:cxnLst/>
              <a:rect l="l" t="t" r="r" b="b"/>
              <a:pathLst>
                <a:path w="95450" h="81795" extrusionOk="0">
                  <a:moveTo>
                    <a:pt x="16696" y="0"/>
                  </a:moveTo>
                  <a:cubicBezTo>
                    <a:pt x="7465" y="0"/>
                    <a:pt x="1" y="7482"/>
                    <a:pt x="1" y="16695"/>
                  </a:cubicBezTo>
                  <a:cubicBezTo>
                    <a:pt x="1" y="25925"/>
                    <a:pt x="7465" y="33389"/>
                    <a:pt x="16696" y="33389"/>
                  </a:cubicBezTo>
                  <a:cubicBezTo>
                    <a:pt x="36030" y="33389"/>
                    <a:pt x="49473" y="53038"/>
                    <a:pt x="66325" y="80781"/>
                  </a:cubicBezTo>
                  <a:cubicBezTo>
                    <a:pt x="66552" y="81130"/>
                    <a:pt x="66762" y="81463"/>
                    <a:pt x="67007" y="81795"/>
                  </a:cubicBezTo>
                  <a:cubicBezTo>
                    <a:pt x="63021" y="74086"/>
                    <a:pt x="65643" y="64471"/>
                    <a:pt x="73178" y="59891"/>
                  </a:cubicBezTo>
                  <a:cubicBezTo>
                    <a:pt x="75886" y="58251"/>
                    <a:pt x="78874" y="57469"/>
                    <a:pt x="81824" y="57469"/>
                  </a:cubicBezTo>
                  <a:cubicBezTo>
                    <a:pt x="87083" y="57469"/>
                    <a:pt x="92224" y="59953"/>
                    <a:pt x="95449" y="64488"/>
                  </a:cubicBezTo>
                  <a:cubicBezTo>
                    <a:pt x="95274" y="64139"/>
                    <a:pt x="95064" y="63789"/>
                    <a:pt x="94855" y="63439"/>
                  </a:cubicBezTo>
                  <a:cubicBezTo>
                    <a:pt x="77653" y="35190"/>
                    <a:pt x="56291" y="0"/>
                    <a:pt x="16696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7" name="Google Shape;4997;p73"/>
            <p:cNvSpPr/>
            <p:nvPr/>
          </p:nvSpPr>
          <p:spPr>
            <a:xfrm>
              <a:off x="3338000" y="2435975"/>
              <a:ext cx="2101275" cy="2271250"/>
            </a:xfrm>
            <a:custGeom>
              <a:avLst/>
              <a:gdLst/>
              <a:ahLst/>
              <a:cxnLst/>
              <a:rect l="l" t="t" r="r" b="b"/>
              <a:pathLst>
                <a:path w="84051" h="90850" extrusionOk="0">
                  <a:moveTo>
                    <a:pt x="84011" y="57465"/>
                  </a:moveTo>
                  <a:cubicBezTo>
                    <a:pt x="83994" y="57465"/>
                    <a:pt x="83972" y="57469"/>
                    <a:pt x="83946" y="57478"/>
                  </a:cubicBezTo>
                  <a:lnTo>
                    <a:pt x="84050" y="57478"/>
                  </a:lnTo>
                  <a:cubicBezTo>
                    <a:pt x="84042" y="57469"/>
                    <a:pt x="84029" y="57465"/>
                    <a:pt x="84011" y="57465"/>
                  </a:cubicBezTo>
                  <a:close/>
                  <a:moveTo>
                    <a:pt x="18801" y="0"/>
                  </a:moveTo>
                  <a:cubicBezTo>
                    <a:pt x="15851" y="0"/>
                    <a:pt x="12864" y="784"/>
                    <a:pt x="10157" y="2430"/>
                  </a:cubicBezTo>
                  <a:cubicBezTo>
                    <a:pt x="2622" y="7027"/>
                    <a:pt x="0" y="16625"/>
                    <a:pt x="3986" y="24334"/>
                  </a:cubicBezTo>
                  <a:cubicBezTo>
                    <a:pt x="4161" y="24683"/>
                    <a:pt x="4370" y="25033"/>
                    <a:pt x="4563" y="25348"/>
                  </a:cubicBezTo>
                  <a:cubicBezTo>
                    <a:pt x="23198" y="56062"/>
                    <a:pt x="44333" y="90850"/>
                    <a:pt x="83963" y="90850"/>
                  </a:cubicBezTo>
                  <a:cubicBezTo>
                    <a:pt x="74750" y="90850"/>
                    <a:pt x="67268" y="83368"/>
                    <a:pt x="67268" y="74155"/>
                  </a:cubicBezTo>
                  <a:cubicBezTo>
                    <a:pt x="67268" y="64925"/>
                    <a:pt x="74750" y="57478"/>
                    <a:pt x="83946" y="57478"/>
                  </a:cubicBezTo>
                  <a:cubicBezTo>
                    <a:pt x="64541" y="57478"/>
                    <a:pt x="51220" y="37899"/>
                    <a:pt x="33075" y="8024"/>
                  </a:cubicBezTo>
                  <a:cubicBezTo>
                    <a:pt x="32865" y="7674"/>
                    <a:pt x="32638" y="7342"/>
                    <a:pt x="32428" y="7027"/>
                  </a:cubicBezTo>
                  <a:cubicBezTo>
                    <a:pt x="29202" y="2491"/>
                    <a:pt x="24061" y="0"/>
                    <a:pt x="18801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8" name="Google Shape;4998;p73"/>
            <p:cNvSpPr/>
            <p:nvPr/>
          </p:nvSpPr>
          <p:spPr>
            <a:xfrm>
              <a:off x="5019250" y="2852875"/>
              <a:ext cx="2359150" cy="1854350"/>
            </a:xfrm>
            <a:custGeom>
              <a:avLst/>
              <a:gdLst/>
              <a:ahLst/>
              <a:cxnLst/>
              <a:rect l="l" t="t" r="r" b="b"/>
              <a:pathLst>
                <a:path w="94366" h="74174" extrusionOk="0">
                  <a:moveTo>
                    <a:pt x="94365" y="18"/>
                  </a:moveTo>
                  <a:cubicBezTo>
                    <a:pt x="94365" y="47"/>
                    <a:pt x="94365" y="76"/>
                    <a:pt x="94365" y="105"/>
                  </a:cubicBezTo>
                  <a:lnTo>
                    <a:pt x="94365" y="105"/>
                  </a:lnTo>
                  <a:cubicBezTo>
                    <a:pt x="94365" y="76"/>
                    <a:pt x="94365" y="47"/>
                    <a:pt x="94365" y="18"/>
                  </a:cubicBezTo>
                  <a:close/>
                  <a:moveTo>
                    <a:pt x="60993" y="1"/>
                  </a:moveTo>
                  <a:cubicBezTo>
                    <a:pt x="60993" y="22447"/>
                    <a:pt x="41187" y="40715"/>
                    <a:pt x="16800" y="40785"/>
                  </a:cubicBezTo>
                  <a:lnTo>
                    <a:pt x="16696" y="40785"/>
                  </a:lnTo>
                  <a:cubicBezTo>
                    <a:pt x="7465" y="40785"/>
                    <a:pt x="1" y="48249"/>
                    <a:pt x="1" y="57479"/>
                  </a:cubicBezTo>
                  <a:cubicBezTo>
                    <a:pt x="1" y="66692"/>
                    <a:pt x="7483" y="74174"/>
                    <a:pt x="16696" y="74174"/>
                  </a:cubicBezTo>
                  <a:cubicBezTo>
                    <a:pt x="59495" y="74174"/>
                    <a:pt x="94316" y="40954"/>
                    <a:pt x="94365" y="105"/>
                  </a:cubicBezTo>
                  <a:lnTo>
                    <a:pt x="94365" y="105"/>
                  </a:lnTo>
                  <a:cubicBezTo>
                    <a:pt x="94336" y="9278"/>
                    <a:pt x="86872" y="16696"/>
                    <a:pt x="77688" y="16696"/>
                  </a:cubicBezTo>
                  <a:cubicBezTo>
                    <a:pt x="68458" y="16696"/>
                    <a:pt x="60993" y="9231"/>
                    <a:pt x="6099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9" name="Google Shape;4999;p73"/>
            <p:cNvSpPr/>
            <p:nvPr/>
          </p:nvSpPr>
          <p:spPr>
            <a:xfrm>
              <a:off x="5025375" y="999450"/>
              <a:ext cx="2353450" cy="2270825"/>
            </a:xfrm>
            <a:custGeom>
              <a:avLst/>
              <a:gdLst/>
              <a:ahLst/>
              <a:cxnLst/>
              <a:rect l="l" t="t" r="r" b="b"/>
              <a:pathLst>
                <a:path w="94138" h="90833" extrusionOk="0">
                  <a:moveTo>
                    <a:pt x="16451" y="0"/>
                  </a:moveTo>
                  <a:cubicBezTo>
                    <a:pt x="7640" y="280"/>
                    <a:pt x="560" y="7360"/>
                    <a:pt x="280" y="16170"/>
                  </a:cubicBezTo>
                  <a:cubicBezTo>
                    <a:pt x="1" y="25400"/>
                    <a:pt x="7238" y="33092"/>
                    <a:pt x="16451" y="33372"/>
                  </a:cubicBezTo>
                  <a:lnTo>
                    <a:pt x="16520" y="33372"/>
                  </a:lnTo>
                  <a:cubicBezTo>
                    <a:pt x="40907" y="33389"/>
                    <a:pt x="60748" y="51675"/>
                    <a:pt x="60748" y="74138"/>
                  </a:cubicBezTo>
                  <a:cubicBezTo>
                    <a:pt x="60748" y="83368"/>
                    <a:pt x="68213" y="90833"/>
                    <a:pt x="77443" y="90833"/>
                  </a:cubicBezTo>
                  <a:cubicBezTo>
                    <a:pt x="86656" y="90833"/>
                    <a:pt x="94138" y="83368"/>
                    <a:pt x="94138" y="74138"/>
                  </a:cubicBezTo>
                  <a:cubicBezTo>
                    <a:pt x="94138" y="33249"/>
                    <a:pt x="59280" y="0"/>
                    <a:pt x="1645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4" name="Google Shape;5004;p74"/>
          <p:cNvGrpSpPr/>
          <p:nvPr/>
        </p:nvGrpSpPr>
        <p:grpSpPr>
          <a:xfrm>
            <a:off x="956034" y="1290153"/>
            <a:ext cx="2181489" cy="2034859"/>
            <a:chOff x="729238" y="1179665"/>
            <a:chExt cx="1636117" cy="1526144"/>
          </a:xfrm>
        </p:grpSpPr>
        <p:grpSp>
          <p:nvGrpSpPr>
            <p:cNvPr id="5005" name="Google Shape;5005;p74"/>
            <p:cNvGrpSpPr/>
            <p:nvPr/>
          </p:nvGrpSpPr>
          <p:grpSpPr>
            <a:xfrm>
              <a:off x="729238" y="1179665"/>
              <a:ext cx="80700" cy="1526144"/>
              <a:chOff x="729238" y="1179665"/>
              <a:chExt cx="80700" cy="1526144"/>
            </a:xfrm>
          </p:grpSpPr>
          <p:sp>
            <p:nvSpPr>
              <p:cNvPr id="5006" name="Google Shape;5006;p74"/>
              <p:cNvSpPr/>
              <p:nvPr/>
            </p:nvSpPr>
            <p:spPr>
              <a:xfrm>
                <a:off x="72923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07" name="Google Shape;5007;p74"/>
              <p:cNvSpPr/>
              <p:nvPr/>
            </p:nvSpPr>
            <p:spPr>
              <a:xfrm>
                <a:off x="72923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08" name="Google Shape;5008;p74"/>
              <p:cNvSpPr/>
              <p:nvPr/>
            </p:nvSpPr>
            <p:spPr>
              <a:xfrm>
                <a:off x="72923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09" name="Google Shape;5009;p74"/>
              <p:cNvSpPr/>
              <p:nvPr/>
            </p:nvSpPr>
            <p:spPr>
              <a:xfrm>
                <a:off x="72923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10" name="Google Shape;5010;p74"/>
              <p:cNvSpPr/>
              <p:nvPr/>
            </p:nvSpPr>
            <p:spPr>
              <a:xfrm>
                <a:off x="729238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11" name="Google Shape;5011;p74"/>
              <p:cNvSpPr/>
              <p:nvPr/>
            </p:nvSpPr>
            <p:spPr>
              <a:xfrm>
                <a:off x="729238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12" name="Google Shape;5012;p74"/>
              <p:cNvSpPr/>
              <p:nvPr/>
            </p:nvSpPr>
            <p:spPr>
              <a:xfrm>
                <a:off x="729238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13" name="Google Shape;5013;p74"/>
              <p:cNvSpPr/>
              <p:nvPr/>
            </p:nvSpPr>
            <p:spPr>
              <a:xfrm>
                <a:off x="72923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14" name="Google Shape;5014;p74"/>
              <p:cNvSpPr/>
              <p:nvPr/>
            </p:nvSpPr>
            <p:spPr>
              <a:xfrm>
                <a:off x="72923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15" name="Google Shape;5015;p74"/>
              <p:cNvSpPr/>
              <p:nvPr/>
            </p:nvSpPr>
            <p:spPr>
              <a:xfrm>
                <a:off x="72923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16" name="Google Shape;5016;p74"/>
            <p:cNvGrpSpPr/>
            <p:nvPr/>
          </p:nvGrpSpPr>
          <p:grpSpPr>
            <a:xfrm>
              <a:off x="903098" y="1179665"/>
              <a:ext cx="80700" cy="1526144"/>
              <a:chOff x="903098" y="1179665"/>
              <a:chExt cx="80700" cy="1526144"/>
            </a:xfrm>
          </p:grpSpPr>
          <p:sp>
            <p:nvSpPr>
              <p:cNvPr id="5017" name="Google Shape;5017;p74"/>
              <p:cNvSpPr/>
              <p:nvPr/>
            </p:nvSpPr>
            <p:spPr>
              <a:xfrm>
                <a:off x="90309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18" name="Google Shape;5018;p74"/>
              <p:cNvSpPr/>
              <p:nvPr/>
            </p:nvSpPr>
            <p:spPr>
              <a:xfrm>
                <a:off x="90309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19" name="Google Shape;5019;p74"/>
              <p:cNvSpPr/>
              <p:nvPr/>
            </p:nvSpPr>
            <p:spPr>
              <a:xfrm>
                <a:off x="90309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20" name="Google Shape;5020;p74"/>
              <p:cNvSpPr/>
              <p:nvPr/>
            </p:nvSpPr>
            <p:spPr>
              <a:xfrm>
                <a:off x="90309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21" name="Google Shape;5021;p74"/>
              <p:cNvSpPr/>
              <p:nvPr/>
            </p:nvSpPr>
            <p:spPr>
              <a:xfrm>
                <a:off x="903098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22" name="Google Shape;5022;p74"/>
              <p:cNvSpPr/>
              <p:nvPr/>
            </p:nvSpPr>
            <p:spPr>
              <a:xfrm>
                <a:off x="903098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23" name="Google Shape;5023;p74"/>
              <p:cNvSpPr/>
              <p:nvPr/>
            </p:nvSpPr>
            <p:spPr>
              <a:xfrm>
                <a:off x="903098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24" name="Google Shape;5024;p74"/>
              <p:cNvSpPr/>
              <p:nvPr/>
            </p:nvSpPr>
            <p:spPr>
              <a:xfrm>
                <a:off x="90309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25" name="Google Shape;5025;p74"/>
              <p:cNvSpPr/>
              <p:nvPr/>
            </p:nvSpPr>
            <p:spPr>
              <a:xfrm>
                <a:off x="90309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26" name="Google Shape;5026;p74"/>
              <p:cNvSpPr/>
              <p:nvPr/>
            </p:nvSpPr>
            <p:spPr>
              <a:xfrm>
                <a:off x="90309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27" name="Google Shape;5027;p74"/>
            <p:cNvGrpSpPr/>
            <p:nvPr/>
          </p:nvGrpSpPr>
          <p:grpSpPr>
            <a:xfrm>
              <a:off x="1076958" y="1179665"/>
              <a:ext cx="80700" cy="1526144"/>
              <a:chOff x="1076958" y="1179665"/>
              <a:chExt cx="80700" cy="1526144"/>
            </a:xfrm>
          </p:grpSpPr>
          <p:sp>
            <p:nvSpPr>
              <p:cNvPr id="5028" name="Google Shape;5028;p74"/>
              <p:cNvSpPr/>
              <p:nvPr/>
            </p:nvSpPr>
            <p:spPr>
              <a:xfrm>
                <a:off x="1076958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29" name="Google Shape;5029;p74"/>
              <p:cNvSpPr/>
              <p:nvPr/>
            </p:nvSpPr>
            <p:spPr>
              <a:xfrm>
                <a:off x="1076958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30" name="Google Shape;5030;p74"/>
              <p:cNvSpPr/>
              <p:nvPr/>
            </p:nvSpPr>
            <p:spPr>
              <a:xfrm>
                <a:off x="1076958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31" name="Google Shape;5031;p74"/>
              <p:cNvSpPr/>
              <p:nvPr/>
            </p:nvSpPr>
            <p:spPr>
              <a:xfrm>
                <a:off x="1076958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32" name="Google Shape;5032;p74"/>
              <p:cNvSpPr/>
              <p:nvPr/>
            </p:nvSpPr>
            <p:spPr>
              <a:xfrm>
                <a:off x="1076958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33" name="Google Shape;5033;p74"/>
              <p:cNvSpPr/>
              <p:nvPr/>
            </p:nvSpPr>
            <p:spPr>
              <a:xfrm>
                <a:off x="1076958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34" name="Google Shape;5034;p74"/>
              <p:cNvSpPr/>
              <p:nvPr/>
            </p:nvSpPr>
            <p:spPr>
              <a:xfrm>
                <a:off x="1076958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35" name="Google Shape;5035;p74"/>
              <p:cNvSpPr/>
              <p:nvPr/>
            </p:nvSpPr>
            <p:spPr>
              <a:xfrm>
                <a:off x="1076958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36" name="Google Shape;5036;p74"/>
              <p:cNvSpPr/>
              <p:nvPr/>
            </p:nvSpPr>
            <p:spPr>
              <a:xfrm>
                <a:off x="1076958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37" name="Google Shape;5037;p74"/>
              <p:cNvSpPr/>
              <p:nvPr/>
            </p:nvSpPr>
            <p:spPr>
              <a:xfrm>
                <a:off x="1076958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38" name="Google Shape;5038;p74"/>
            <p:cNvGrpSpPr/>
            <p:nvPr/>
          </p:nvGrpSpPr>
          <p:grpSpPr>
            <a:xfrm>
              <a:off x="1247707" y="1179665"/>
              <a:ext cx="80700" cy="1526144"/>
              <a:chOff x="1247707" y="1179665"/>
              <a:chExt cx="80700" cy="1526144"/>
            </a:xfrm>
          </p:grpSpPr>
          <p:sp>
            <p:nvSpPr>
              <p:cNvPr id="5039" name="Google Shape;5039;p74"/>
              <p:cNvSpPr/>
              <p:nvPr/>
            </p:nvSpPr>
            <p:spPr>
              <a:xfrm>
                <a:off x="124770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0" name="Google Shape;5040;p74"/>
              <p:cNvSpPr/>
              <p:nvPr/>
            </p:nvSpPr>
            <p:spPr>
              <a:xfrm>
                <a:off x="124770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1" name="Google Shape;5041;p74"/>
              <p:cNvSpPr/>
              <p:nvPr/>
            </p:nvSpPr>
            <p:spPr>
              <a:xfrm>
                <a:off x="124770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2" name="Google Shape;5042;p74"/>
              <p:cNvSpPr/>
              <p:nvPr/>
            </p:nvSpPr>
            <p:spPr>
              <a:xfrm>
                <a:off x="1247707" y="166175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3" name="Google Shape;5043;p74"/>
              <p:cNvSpPr/>
              <p:nvPr/>
            </p:nvSpPr>
            <p:spPr>
              <a:xfrm>
                <a:off x="1247707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4" name="Google Shape;5044;p74"/>
              <p:cNvSpPr/>
              <p:nvPr/>
            </p:nvSpPr>
            <p:spPr>
              <a:xfrm>
                <a:off x="1247707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5" name="Google Shape;5045;p74"/>
              <p:cNvSpPr/>
              <p:nvPr/>
            </p:nvSpPr>
            <p:spPr>
              <a:xfrm>
                <a:off x="1247707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6" name="Google Shape;5046;p74"/>
              <p:cNvSpPr/>
              <p:nvPr/>
            </p:nvSpPr>
            <p:spPr>
              <a:xfrm>
                <a:off x="1247707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7" name="Google Shape;5047;p74"/>
              <p:cNvSpPr/>
              <p:nvPr/>
            </p:nvSpPr>
            <p:spPr>
              <a:xfrm>
                <a:off x="124770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48" name="Google Shape;5048;p74"/>
              <p:cNvSpPr/>
              <p:nvPr/>
            </p:nvSpPr>
            <p:spPr>
              <a:xfrm>
                <a:off x="124770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49" name="Google Shape;5049;p74"/>
            <p:cNvGrpSpPr/>
            <p:nvPr/>
          </p:nvGrpSpPr>
          <p:grpSpPr>
            <a:xfrm>
              <a:off x="1421567" y="1179665"/>
              <a:ext cx="80700" cy="1526144"/>
              <a:chOff x="1421567" y="1179665"/>
              <a:chExt cx="80700" cy="1526144"/>
            </a:xfrm>
          </p:grpSpPr>
          <p:sp>
            <p:nvSpPr>
              <p:cNvPr id="5050" name="Google Shape;5050;p74"/>
              <p:cNvSpPr/>
              <p:nvPr/>
            </p:nvSpPr>
            <p:spPr>
              <a:xfrm>
                <a:off x="142156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1" name="Google Shape;5051;p74"/>
              <p:cNvSpPr/>
              <p:nvPr/>
            </p:nvSpPr>
            <p:spPr>
              <a:xfrm>
                <a:off x="142156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2" name="Google Shape;5052;p74"/>
              <p:cNvSpPr/>
              <p:nvPr/>
            </p:nvSpPr>
            <p:spPr>
              <a:xfrm>
                <a:off x="142156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3" name="Google Shape;5053;p74"/>
              <p:cNvSpPr/>
              <p:nvPr/>
            </p:nvSpPr>
            <p:spPr>
              <a:xfrm>
                <a:off x="142156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4" name="Google Shape;5054;p74"/>
              <p:cNvSpPr/>
              <p:nvPr/>
            </p:nvSpPr>
            <p:spPr>
              <a:xfrm>
                <a:off x="142156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5" name="Google Shape;5055;p74"/>
              <p:cNvSpPr/>
              <p:nvPr/>
            </p:nvSpPr>
            <p:spPr>
              <a:xfrm>
                <a:off x="142156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6" name="Google Shape;5056;p74"/>
              <p:cNvSpPr/>
              <p:nvPr/>
            </p:nvSpPr>
            <p:spPr>
              <a:xfrm>
                <a:off x="1421567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7" name="Google Shape;5057;p74"/>
              <p:cNvSpPr/>
              <p:nvPr/>
            </p:nvSpPr>
            <p:spPr>
              <a:xfrm>
                <a:off x="1421567" y="2303717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8" name="Google Shape;5058;p74"/>
              <p:cNvSpPr/>
              <p:nvPr/>
            </p:nvSpPr>
            <p:spPr>
              <a:xfrm>
                <a:off x="142156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59" name="Google Shape;5059;p74"/>
              <p:cNvSpPr/>
              <p:nvPr/>
            </p:nvSpPr>
            <p:spPr>
              <a:xfrm>
                <a:off x="142156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60" name="Google Shape;5060;p74"/>
            <p:cNvGrpSpPr/>
            <p:nvPr/>
          </p:nvGrpSpPr>
          <p:grpSpPr>
            <a:xfrm>
              <a:off x="1592327" y="1179665"/>
              <a:ext cx="80700" cy="1526144"/>
              <a:chOff x="1592327" y="1179665"/>
              <a:chExt cx="80700" cy="1526144"/>
            </a:xfrm>
          </p:grpSpPr>
          <p:sp>
            <p:nvSpPr>
              <p:cNvPr id="5061" name="Google Shape;5061;p74"/>
              <p:cNvSpPr/>
              <p:nvPr/>
            </p:nvSpPr>
            <p:spPr>
              <a:xfrm>
                <a:off x="159232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62" name="Google Shape;5062;p74"/>
              <p:cNvSpPr/>
              <p:nvPr/>
            </p:nvSpPr>
            <p:spPr>
              <a:xfrm>
                <a:off x="159232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63" name="Google Shape;5063;p74"/>
              <p:cNvSpPr/>
              <p:nvPr/>
            </p:nvSpPr>
            <p:spPr>
              <a:xfrm>
                <a:off x="159232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64" name="Google Shape;5064;p74"/>
              <p:cNvSpPr/>
              <p:nvPr/>
            </p:nvSpPr>
            <p:spPr>
              <a:xfrm>
                <a:off x="159232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65" name="Google Shape;5065;p74"/>
              <p:cNvSpPr/>
              <p:nvPr/>
            </p:nvSpPr>
            <p:spPr>
              <a:xfrm>
                <a:off x="159232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66" name="Google Shape;5066;p74"/>
              <p:cNvSpPr/>
              <p:nvPr/>
            </p:nvSpPr>
            <p:spPr>
              <a:xfrm>
                <a:off x="159232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67" name="Google Shape;5067;p74"/>
              <p:cNvSpPr/>
              <p:nvPr/>
            </p:nvSpPr>
            <p:spPr>
              <a:xfrm>
                <a:off x="1592327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68" name="Google Shape;5068;p74"/>
              <p:cNvSpPr/>
              <p:nvPr/>
            </p:nvSpPr>
            <p:spPr>
              <a:xfrm>
                <a:off x="1592327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69" name="Google Shape;5069;p74"/>
              <p:cNvSpPr/>
              <p:nvPr/>
            </p:nvSpPr>
            <p:spPr>
              <a:xfrm>
                <a:off x="1592327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70" name="Google Shape;5070;p74"/>
              <p:cNvSpPr/>
              <p:nvPr/>
            </p:nvSpPr>
            <p:spPr>
              <a:xfrm>
                <a:off x="159232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71" name="Google Shape;5071;p74"/>
            <p:cNvGrpSpPr/>
            <p:nvPr/>
          </p:nvGrpSpPr>
          <p:grpSpPr>
            <a:xfrm>
              <a:off x="1766187" y="1179665"/>
              <a:ext cx="80700" cy="1526144"/>
              <a:chOff x="1766187" y="1179665"/>
              <a:chExt cx="80700" cy="1526144"/>
            </a:xfrm>
          </p:grpSpPr>
          <p:sp>
            <p:nvSpPr>
              <p:cNvPr id="5072" name="Google Shape;5072;p74"/>
              <p:cNvSpPr/>
              <p:nvPr/>
            </p:nvSpPr>
            <p:spPr>
              <a:xfrm>
                <a:off x="1766187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73" name="Google Shape;5073;p74"/>
              <p:cNvSpPr/>
              <p:nvPr/>
            </p:nvSpPr>
            <p:spPr>
              <a:xfrm>
                <a:off x="1766187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74" name="Google Shape;5074;p74"/>
              <p:cNvSpPr/>
              <p:nvPr/>
            </p:nvSpPr>
            <p:spPr>
              <a:xfrm>
                <a:off x="1766187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75" name="Google Shape;5075;p74"/>
              <p:cNvSpPr/>
              <p:nvPr/>
            </p:nvSpPr>
            <p:spPr>
              <a:xfrm>
                <a:off x="1766187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76" name="Google Shape;5076;p74"/>
              <p:cNvSpPr/>
              <p:nvPr/>
            </p:nvSpPr>
            <p:spPr>
              <a:xfrm>
                <a:off x="1766187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77" name="Google Shape;5077;p74"/>
              <p:cNvSpPr/>
              <p:nvPr/>
            </p:nvSpPr>
            <p:spPr>
              <a:xfrm>
                <a:off x="1766187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78" name="Google Shape;5078;p74"/>
              <p:cNvSpPr/>
              <p:nvPr/>
            </p:nvSpPr>
            <p:spPr>
              <a:xfrm>
                <a:off x="1766187" y="214302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79" name="Google Shape;5079;p74"/>
              <p:cNvSpPr/>
              <p:nvPr/>
            </p:nvSpPr>
            <p:spPr>
              <a:xfrm>
                <a:off x="1766187" y="2303717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80" name="Google Shape;5080;p74"/>
              <p:cNvSpPr/>
              <p:nvPr/>
            </p:nvSpPr>
            <p:spPr>
              <a:xfrm>
                <a:off x="1766187" y="2464413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81" name="Google Shape;5081;p74"/>
              <p:cNvSpPr/>
              <p:nvPr/>
            </p:nvSpPr>
            <p:spPr>
              <a:xfrm>
                <a:off x="1766187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82" name="Google Shape;5082;p74"/>
            <p:cNvGrpSpPr/>
            <p:nvPr/>
          </p:nvGrpSpPr>
          <p:grpSpPr>
            <a:xfrm>
              <a:off x="1936935" y="1179665"/>
              <a:ext cx="80700" cy="1526144"/>
              <a:chOff x="1936935" y="1179665"/>
              <a:chExt cx="80700" cy="1526144"/>
            </a:xfrm>
          </p:grpSpPr>
          <p:sp>
            <p:nvSpPr>
              <p:cNvPr id="5083" name="Google Shape;5083;p74"/>
              <p:cNvSpPr/>
              <p:nvPr/>
            </p:nvSpPr>
            <p:spPr>
              <a:xfrm>
                <a:off x="193693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84" name="Google Shape;5084;p74"/>
              <p:cNvSpPr/>
              <p:nvPr/>
            </p:nvSpPr>
            <p:spPr>
              <a:xfrm>
                <a:off x="193693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85" name="Google Shape;5085;p74"/>
              <p:cNvSpPr/>
              <p:nvPr/>
            </p:nvSpPr>
            <p:spPr>
              <a:xfrm>
                <a:off x="193693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86" name="Google Shape;5086;p74"/>
              <p:cNvSpPr/>
              <p:nvPr/>
            </p:nvSpPr>
            <p:spPr>
              <a:xfrm>
                <a:off x="193693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87" name="Google Shape;5087;p74"/>
              <p:cNvSpPr/>
              <p:nvPr/>
            </p:nvSpPr>
            <p:spPr>
              <a:xfrm>
                <a:off x="1936935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88" name="Google Shape;5088;p74"/>
              <p:cNvSpPr/>
              <p:nvPr/>
            </p:nvSpPr>
            <p:spPr>
              <a:xfrm>
                <a:off x="1936935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89" name="Google Shape;5089;p74"/>
              <p:cNvSpPr/>
              <p:nvPr/>
            </p:nvSpPr>
            <p:spPr>
              <a:xfrm>
                <a:off x="193693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90" name="Google Shape;5090;p74"/>
              <p:cNvSpPr/>
              <p:nvPr/>
            </p:nvSpPr>
            <p:spPr>
              <a:xfrm>
                <a:off x="193693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91" name="Google Shape;5091;p74"/>
              <p:cNvSpPr/>
              <p:nvPr/>
            </p:nvSpPr>
            <p:spPr>
              <a:xfrm>
                <a:off x="193693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92" name="Google Shape;5092;p74"/>
              <p:cNvSpPr/>
              <p:nvPr/>
            </p:nvSpPr>
            <p:spPr>
              <a:xfrm>
                <a:off x="193693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93" name="Google Shape;5093;p74"/>
            <p:cNvGrpSpPr/>
            <p:nvPr/>
          </p:nvGrpSpPr>
          <p:grpSpPr>
            <a:xfrm>
              <a:off x="2110795" y="1179665"/>
              <a:ext cx="80700" cy="1526144"/>
              <a:chOff x="2110795" y="1179665"/>
              <a:chExt cx="80700" cy="1526144"/>
            </a:xfrm>
          </p:grpSpPr>
          <p:sp>
            <p:nvSpPr>
              <p:cNvPr id="5094" name="Google Shape;5094;p74"/>
              <p:cNvSpPr/>
              <p:nvPr/>
            </p:nvSpPr>
            <p:spPr>
              <a:xfrm>
                <a:off x="211079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95" name="Google Shape;5095;p74"/>
              <p:cNvSpPr/>
              <p:nvPr/>
            </p:nvSpPr>
            <p:spPr>
              <a:xfrm>
                <a:off x="211079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96" name="Google Shape;5096;p74"/>
              <p:cNvSpPr/>
              <p:nvPr/>
            </p:nvSpPr>
            <p:spPr>
              <a:xfrm>
                <a:off x="211079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97" name="Google Shape;5097;p74"/>
              <p:cNvSpPr/>
              <p:nvPr/>
            </p:nvSpPr>
            <p:spPr>
              <a:xfrm>
                <a:off x="211079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98" name="Google Shape;5098;p74"/>
              <p:cNvSpPr/>
              <p:nvPr/>
            </p:nvSpPr>
            <p:spPr>
              <a:xfrm>
                <a:off x="2110795" y="1821630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99" name="Google Shape;5099;p74"/>
              <p:cNvSpPr/>
              <p:nvPr/>
            </p:nvSpPr>
            <p:spPr>
              <a:xfrm>
                <a:off x="2110795" y="1982326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00" name="Google Shape;5100;p74"/>
              <p:cNvSpPr/>
              <p:nvPr/>
            </p:nvSpPr>
            <p:spPr>
              <a:xfrm>
                <a:off x="211079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01" name="Google Shape;5101;p74"/>
              <p:cNvSpPr/>
              <p:nvPr/>
            </p:nvSpPr>
            <p:spPr>
              <a:xfrm>
                <a:off x="211079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02" name="Google Shape;5102;p74"/>
              <p:cNvSpPr/>
              <p:nvPr/>
            </p:nvSpPr>
            <p:spPr>
              <a:xfrm>
                <a:off x="211079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03" name="Google Shape;5103;p74"/>
              <p:cNvSpPr/>
              <p:nvPr/>
            </p:nvSpPr>
            <p:spPr>
              <a:xfrm>
                <a:off x="211079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04" name="Google Shape;5104;p74"/>
            <p:cNvGrpSpPr/>
            <p:nvPr/>
          </p:nvGrpSpPr>
          <p:grpSpPr>
            <a:xfrm>
              <a:off x="2284655" y="1179665"/>
              <a:ext cx="80700" cy="1526144"/>
              <a:chOff x="2284655" y="1179665"/>
              <a:chExt cx="80700" cy="1526144"/>
            </a:xfrm>
          </p:grpSpPr>
          <p:sp>
            <p:nvSpPr>
              <p:cNvPr id="5105" name="Google Shape;5105;p74"/>
              <p:cNvSpPr/>
              <p:nvPr/>
            </p:nvSpPr>
            <p:spPr>
              <a:xfrm>
                <a:off x="2284655" y="1179665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06" name="Google Shape;5106;p74"/>
              <p:cNvSpPr/>
              <p:nvPr/>
            </p:nvSpPr>
            <p:spPr>
              <a:xfrm>
                <a:off x="2284655" y="134036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07" name="Google Shape;5107;p74"/>
              <p:cNvSpPr/>
              <p:nvPr/>
            </p:nvSpPr>
            <p:spPr>
              <a:xfrm>
                <a:off x="2284655" y="150105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08" name="Google Shape;5108;p74"/>
              <p:cNvSpPr/>
              <p:nvPr/>
            </p:nvSpPr>
            <p:spPr>
              <a:xfrm>
                <a:off x="2284655" y="1661752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09" name="Google Shape;5109;p74"/>
              <p:cNvSpPr/>
              <p:nvPr/>
            </p:nvSpPr>
            <p:spPr>
              <a:xfrm>
                <a:off x="2284655" y="1821630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10" name="Google Shape;5110;p74"/>
              <p:cNvSpPr/>
              <p:nvPr/>
            </p:nvSpPr>
            <p:spPr>
              <a:xfrm>
                <a:off x="2284655" y="1982326"/>
                <a:ext cx="80700" cy="807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11" name="Google Shape;5111;p74"/>
              <p:cNvSpPr/>
              <p:nvPr/>
            </p:nvSpPr>
            <p:spPr>
              <a:xfrm>
                <a:off x="2284655" y="2143022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12" name="Google Shape;5112;p74"/>
              <p:cNvSpPr/>
              <p:nvPr/>
            </p:nvSpPr>
            <p:spPr>
              <a:xfrm>
                <a:off x="2284655" y="2303717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13" name="Google Shape;5113;p74"/>
              <p:cNvSpPr/>
              <p:nvPr/>
            </p:nvSpPr>
            <p:spPr>
              <a:xfrm>
                <a:off x="2284655" y="2464413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14" name="Google Shape;5114;p74"/>
              <p:cNvSpPr/>
              <p:nvPr/>
            </p:nvSpPr>
            <p:spPr>
              <a:xfrm>
                <a:off x="2284655" y="2625109"/>
                <a:ext cx="80700" cy="80700"/>
              </a:xfrm>
              <a:prstGeom prst="rect">
                <a:avLst/>
              </a:pr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115" name="Google Shape;5115;p74"/>
          <p:cNvGrpSpPr/>
          <p:nvPr/>
        </p:nvGrpSpPr>
        <p:grpSpPr>
          <a:xfrm>
            <a:off x="3482256" y="1315671"/>
            <a:ext cx="1818997" cy="1469511"/>
            <a:chOff x="2623904" y="1198803"/>
            <a:chExt cx="1364248" cy="1102133"/>
          </a:xfrm>
        </p:grpSpPr>
        <p:grpSp>
          <p:nvGrpSpPr>
            <p:cNvPr id="5116" name="Google Shape;5116;p74"/>
            <p:cNvGrpSpPr/>
            <p:nvPr/>
          </p:nvGrpSpPr>
          <p:grpSpPr>
            <a:xfrm>
              <a:off x="2623907" y="1198803"/>
              <a:ext cx="1364245" cy="273000"/>
              <a:chOff x="2623907" y="1198803"/>
              <a:chExt cx="1364245" cy="273000"/>
            </a:xfrm>
          </p:grpSpPr>
          <p:sp>
            <p:nvSpPr>
              <p:cNvPr id="5117" name="Google Shape;5117;p74"/>
              <p:cNvSpPr/>
              <p:nvPr/>
            </p:nvSpPr>
            <p:spPr>
              <a:xfrm>
                <a:off x="2623907" y="1198803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18" name="Google Shape;5118;p74"/>
              <p:cNvSpPr/>
              <p:nvPr/>
            </p:nvSpPr>
            <p:spPr>
              <a:xfrm>
                <a:off x="2896718" y="1198803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19" name="Google Shape;5119;p74"/>
              <p:cNvSpPr/>
              <p:nvPr/>
            </p:nvSpPr>
            <p:spPr>
              <a:xfrm>
                <a:off x="3169529" y="1198803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20" name="Google Shape;5120;p74"/>
              <p:cNvSpPr/>
              <p:nvPr/>
            </p:nvSpPr>
            <p:spPr>
              <a:xfrm>
                <a:off x="3442341" y="1198803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21" name="Google Shape;5121;p74"/>
              <p:cNvSpPr/>
              <p:nvPr/>
            </p:nvSpPr>
            <p:spPr>
              <a:xfrm>
                <a:off x="3715152" y="1198803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22" name="Google Shape;5122;p74"/>
            <p:cNvGrpSpPr/>
            <p:nvPr/>
          </p:nvGrpSpPr>
          <p:grpSpPr>
            <a:xfrm>
              <a:off x="2623904" y="1476964"/>
              <a:ext cx="1364245" cy="273000"/>
              <a:chOff x="2623904" y="1476964"/>
              <a:chExt cx="1364245" cy="273000"/>
            </a:xfrm>
          </p:grpSpPr>
          <p:sp>
            <p:nvSpPr>
              <p:cNvPr id="5123" name="Google Shape;5123;p74"/>
              <p:cNvSpPr/>
              <p:nvPr/>
            </p:nvSpPr>
            <p:spPr>
              <a:xfrm>
                <a:off x="2623904" y="1476964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24" name="Google Shape;5124;p74"/>
              <p:cNvSpPr/>
              <p:nvPr/>
            </p:nvSpPr>
            <p:spPr>
              <a:xfrm>
                <a:off x="2896716" y="1476964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25" name="Google Shape;5125;p74"/>
              <p:cNvSpPr/>
              <p:nvPr/>
            </p:nvSpPr>
            <p:spPr>
              <a:xfrm>
                <a:off x="3169527" y="1476964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26" name="Google Shape;5126;p74"/>
              <p:cNvSpPr/>
              <p:nvPr/>
            </p:nvSpPr>
            <p:spPr>
              <a:xfrm>
                <a:off x="3442338" y="1476964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27" name="Google Shape;5127;p74"/>
              <p:cNvSpPr/>
              <p:nvPr/>
            </p:nvSpPr>
            <p:spPr>
              <a:xfrm>
                <a:off x="3715149" y="1476964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28" name="Google Shape;5128;p74"/>
            <p:cNvGrpSpPr/>
            <p:nvPr/>
          </p:nvGrpSpPr>
          <p:grpSpPr>
            <a:xfrm>
              <a:off x="2623907" y="1749775"/>
              <a:ext cx="1364245" cy="273000"/>
              <a:chOff x="2623907" y="1749775"/>
              <a:chExt cx="1364245" cy="273000"/>
            </a:xfrm>
          </p:grpSpPr>
          <p:sp>
            <p:nvSpPr>
              <p:cNvPr id="5129" name="Google Shape;5129;p74"/>
              <p:cNvSpPr/>
              <p:nvPr/>
            </p:nvSpPr>
            <p:spPr>
              <a:xfrm>
                <a:off x="2623907" y="1749775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30" name="Google Shape;5130;p74"/>
              <p:cNvSpPr/>
              <p:nvPr/>
            </p:nvSpPr>
            <p:spPr>
              <a:xfrm>
                <a:off x="2896718" y="1749775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31" name="Google Shape;5131;p74"/>
              <p:cNvSpPr/>
              <p:nvPr/>
            </p:nvSpPr>
            <p:spPr>
              <a:xfrm>
                <a:off x="3169529" y="1749775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32" name="Google Shape;5132;p74"/>
              <p:cNvSpPr/>
              <p:nvPr/>
            </p:nvSpPr>
            <p:spPr>
              <a:xfrm>
                <a:off x="3442341" y="1749775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33" name="Google Shape;5133;p74"/>
              <p:cNvSpPr/>
              <p:nvPr/>
            </p:nvSpPr>
            <p:spPr>
              <a:xfrm>
                <a:off x="3715152" y="1749775"/>
                <a:ext cx="273000" cy="273000"/>
              </a:xfrm>
              <a:prstGeom prst="diamond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34" name="Google Shape;5134;p74"/>
            <p:cNvGrpSpPr/>
            <p:nvPr/>
          </p:nvGrpSpPr>
          <p:grpSpPr>
            <a:xfrm>
              <a:off x="2623904" y="2027936"/>
              <a:ext cx="1364245" cy="273000"/>
              <a:chOff x="2623904" y="2027936"/>
              <a:chExt cx="1364245" cy="273000"/>
            </a:xfrm>
          </p:grpSpPr>
          <p:sp>
            <p:nvSpPr>
              <p:cNvPr id="5135" name="Google Shape;5135;p74"/>
              <p:cNvSpPr/>
              <p:nvPr/>
            </p:nvSpPr>
            <p:spPr>
              <a:xfrm>
                <a:off x="2623904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36" name="Google Shape;5136;p74"/>
              <p:cNvSpPr/>
              <p:nvPr/>
            </p:nvSpPr>
            <p:spPr>
              <a:xfrm>
                <a:off x="2896716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37" name="Google Shape;5137;p74"/>
              <p:cNvSpPr/>
              <p:nvPr/>
            </p:nvSpPr>
            <p:spPr>
              <a:xfrm>
                <a:off x="3169527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38" name="Google Shape;5138;p74"/>
              <p:cNvSpPr/>
              <p:nvPr/>
            </p:nvSpPr>
            <p:spPr>
              <a:xfrm>
                <a:off x="3442338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39" name="Google Shape;5139;p74"/>
              <p:cNvSpPr/>
              <p:nvPr/>
            </p:nvSpPr>
            <p:spPr>
              <a:xfrm>
                <a:off x="3715149" y="2027936"/>
                <a:ext cx="273000" cy="273000"/>
              </a:xfrm>
              <a:prstGeom prst="diamond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140" name="Google Shape;5140;p74"/>
          <p:cNvGrpSpPr/>
          <p:nvPr/>
        </p:nvGrpSpPr>
        <p:grpSpPr>
          <a:xfrm>
            <a:off x="3468205" y="3261102"/>
            <a:ext cx="1850055" cy="212165"/>
            <a:chOff x="3200660" y="2180272"/>
            <a:chExt cx="2563824" cy="378237"/>
          </a:xfrm>
        </p:grpSpPr>
        <p:sp>
          <p:nvSpPr>
            <p:cNvPr id="5141" name="Google Shape;5141;p74"/>
            <p:cNvSpPr/>
            <p:nvPr/>
          </p:nvSpPr>
          <p:spPr>
            <a:xfrm>
              <a:off x="320066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2" name="Google Shape;5142;p74"/>
            <p:cNvSpPr/>
            <p:nvPr/>
          </p:nvSpPr>
          <p:spPr>
            <a:xfrm>
              <a:off x="3345104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3" name="Google Shape;5143;p74"/>
            <p:cNvSpPr/>
            <p:nvPr/>
          </p:nvSpPr>
          <p:spPr>
            <a:xfrm>
              <a:off x="3489548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1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81" y="1"/>
                    <a:pt x="793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4" name="Google Shape;5144;p74"/>
            <p:cNvSpPr/>
            <p:nvPr/>
          </p:nvSpPr>
          <p:spPr>
            <a:xfrm>
              <a:off x="3633992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7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7" y="37890"/>
                    <a:pt x="621" y="37890"/>
                  </a:cubicBezTo>
                  <a:lnTo>
                    <a:pt x="7937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3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5" name="Google Shape;5145;p74"/>
            <p:cNvSpPr/>
            <p:nvPr/>
          </p:nvSpPr>
          <p:spPr>
            <a:xfrm>
              <a:off x="3778448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6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6" name="Google Shape;5146;p74"/>
            <p:cNvSpPr/>
            <p:nvPr/>
          </p:nvSpPr>
          <p:spPr>
            <a:xfrm>
              <a:off x="3922892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7" name="Google Shape;5147;p74"/>
            <p:cNvSpPr/>
            <p:nvPr/>
          </p:nvSpPr>
          <p:spPr>
            <a:xfrm>
              <a:off x="4067336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8" name="Google Shape;5148;p74"/>
            <p:cNvSpPr/>
            <p:nvPr/>
          </p:nvSpPr>
          <p:spPr>
            <a:xfrm>
              <a:off x="4211780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6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81" y="1"/>
                    <a:pt x="793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9" name="Google Shape;5149;p74"/>
            <p:cNvSpPr/>
            <p:nvPr/>
          </p:nvSpPr>
          <p:spPr>
            <a:xfrm>
              <a:off x="4356236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20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20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0" name="Google Shape;5150;p74"/>
            <p:cNvSpPr/>
            <p:nvPr/>
          </p:nvSpPr>
          <p:spPr>
            <a:xfrm>
              <a:off x="450068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36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77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1" name="Google Shape;5151;p74"/>
            <p:cNvSpPr/>
            <p:nvPr/>
          </p:nvSpPr>
          <p:spPr>
            <a:xfrm>
              <a:off x="4645124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7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7" y="37876"/>
                  </a:cubicBezTo>
                  <a:lnTo>
                    <a:pt x="7936" y="37876"/>
                  </a:lnTo>
                  <a:cubicBezTo>
                    <a:pt x="8267" y="37876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2" name="Google Shape;5152;p74"/>
            <p:cNvSpPr/>
            <p:nvPr/>
          </p:nvSpPr>
          <p:spPr>
            <a:xfrm>
              <a:off x="4789568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3" name="Google Shape;5153;p74"/>
            <p:cNvSpPr/>
            <p:nvPr/>
          </p:nvSpPr>
          <p:spPr>
            <a:xfrm>
              <a:off x="4934012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3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3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4" name="Google Shape;5154;p74"/>
            <p:cNvSpPr/>
            <p:nvPr/>
          </p:nvSpPr>
          <p:spPr>
            <a:xfrm>
              <a:off x="5078456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0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20" y="37890"/>
                  </a:cubicBezTo>
                  <a:lnTo>
                    <a:pt x="7936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77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5" name="Google Shape;5155;p74"/>
            <p:cNvSpPr/>
            <p:nvPr/>
          </p:nvSpPr>
          <p:spPr>
            <a:xfrm>
              <a:off x="522290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0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20" y="37890"/>
                  </a:cubicBezTo>
                  <a:lnTo>
                    <a:pt x="7936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6" name="Google Shape;5156;p74"/>
            <p:cNvSpPr/>
            <p:nvPr/>
          </p:nvSpPr>
          <p:spPr>
            <a:xfrm>
              <a:off x="5367343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76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07" y="37890"/>
                  </a:cubicBezTo>
                  <a:lnTo>
                    <a:pt x="7937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37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7" name="Google Shape;5157;p74"/>
            <p:cNvSpPr/>
            <p:nvPr/>
          </p:nvSpPr>
          <p:spPr>
            <a:xfrm>
              <a:off x="5511787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7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76"/>
                    <a:pt x="607" y="37876"/>
                  </a:cubicBezTo>
                  <a:lnTo>
                    <a:pt x="7923" y="37876"/>
                  </a:lnTo>
                  <a:cubicBezTo>
                    <a:pt x="8267" y="37876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8" name="Google Shape;5158;p74"/>
            <p:cNvSpPr/>
            <p:nvPr/>
          </p:nvSpPr>
          <p:spPr>
            <a:xfrm>
              <a:off x="5656231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07" y="1"/>
                  </a:moveTo>
                  <a:cubicBezTo>
                    <a:pt x="263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3" y="37890"/>
                    <a:pt x="607" y="37890"/>
                  </a:cubicBezTo>
                  <a:lnTo>
                    <a:pt x="7923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2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159" name="Google Shape;5159;p74"/>
          <p:cNvGrpSpPr/>
          <p:nvPr/>
        </p:nvGrpSpPr>
        <p:grpSpPr>
          <a:xfrm>
            <a:off x="3463569" y="3631454"/>
            <a:ext cx="1854003" cy="212833"/>
            <a:chOff x="3530150" y="2790075"/>
            <a:chExt cx="1962600" cy="225300"/>
          </a:xfrm>
        </p:grpSpPr>
        <p:sp>
          <p:nvSpPr>
            <p:cNvPr id="5160" name="Google Shape;5160;p74"/>
            <p:cNvSpPr/>
            <p:nvPr/>
          </p:nvSpPr>
          <p:spPr>
            <a:xfrm>
              <a:off x="3530150" y="2790075"/>
              <a:ext cx="1962600" cy="225300"/>
            </a:xfrm>
            <a:prstGeom prst="rect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1" name="Google Shape;5161;p74"/>
            <p:cNvSpPr/>
            <p:nvPr/>
          </p:nvSpPr>
          <p:spPr>
            <a:xfrm>
              <a:off x="3530150" y="2790075"/>
              <a:ext cx="1110000" cy="225300"/>
            </a:xfrm>
            <a:prstGeom prst="rect">
              <a:avLst/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162" name="Google Shape;5162;p74"/>
          <p:cNvGrpSpPr/>
          <p:nvPr/>
        </p:nvGrpSpPr>
        <p:grpSpPr>
          <a:xfrm>
            <a:off x="3463647" y="4002474"/>
            <a:ext cx="1882172" cy="205567"/>
            <a:chOff x="3558802" y="4011244"/>
            <a:chExt cx="1866000" cy="111600"/>
          </a:xfrm>
        </p:grpSpPr>
        <p:sp>
          <p:nvSpPr>
            <p:cNvPr id="5163" name="Google Shape;5163;p74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4" name="Google Shape;5164;p74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165" name="Google Shape;5165;p74"/>
          <p:cNvGrpSpPr/>
          <p:nvPr/>
        </p:nvGrpSpPr>
        <p:grpSpPr>
          <a:xfrm>
            <a:off x="3464031" y="2943234"/>
            <a:ext cx="1844671" cy="159681"/>
            <a:chOff x="3465975" y="2270258"/>
            <a:chExt cx="1986364" cy="171947"/>
          </a:xfrm>
        </p:grpSpPr>
        <p:sp>
          <p:nvSpPr>
            <p:cNvPr id="5166" name="Google Shape;5166;p74"/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solidFill>
              <a:srgbClr val="5F7D95"/>
            </a:solidFill>
            <a:ln w="19050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7" name="Google Shape;5167;p74"/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solidFill>
              <a:srgbClr val="5F7D95"/>
            </a:solidFill>
            <a:ln w="19050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8" name="Google Shape;5168;p74"/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9" name="Google Shape;5169;p74"/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0" name="Google Shape;5170;p74"/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1" name="Google Shape;5171;p74"/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rgbClr val="5F7D95"/>
            </a:solidFill>
            <a:ln w="19050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2" name="Google Shape;5172;p74"/>
            <p:cNvSpPr/>
            <p:nvPr/>
          </p:nvSpPr>
          <p:spPr>
            <a:xfrm rot="-5400000">
              <a:off x="5021230" y="2270258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3" name="Google Shape;5173;p74"/>
            <p:cNvSpPr/>
            <p:nvPr/>
          </p:nvSpPr>
          <p:spPr>
            <a:xfrm rot="-5400000">
              <a:off x="5280440" y="2270258"/>
              <a:ext cx="171900" cy="1719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174" name="Google Shape;5174;p74"/>
          <p:cNvGrpSpPr/>
          <p:nvPr/>
        </p:nvGrpSpPr>
        <p:grpSpPr>
          <a:xfrm>
            <a:off x="3478708" y="4761598"/>
            <a:ext cx="1826041" cy="260613"/>
            <a:chOff x="723300" y="4253549"/>
            <a:chExt cx="2276482" cy="324900"/>
          </a:xfrm>
        </p:grpSpPr>
        <p:sp>
          <p:nvSpPr>
            <p:cNvPr id="5175" name="Google Shape;5175;p74"/>
            <p:cNvSpPr/>
            <p:nvPr/>
          </p:nvSpPr>
          <p:spPr>
            <a:xfrm>
              <a:off x="723300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6" name="Google Shape;5176;p74"/>
            <p:cNvSpPr/>
            <p:nvPr/>
          </p:nvSpPr>
          <p:spPr>
            <a:xfrm>
              <a:off x="1206995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7" name="Google Shape;5177;p74"/>
            <p:cNvSpPr/>
            <p:nvPr/>
          </p:nvSpPr>
          <p:spPr>
            <a:xfrm>
              <a:off x="1690691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8" name="Google Shape;5178;p74"/>
            <p:cNvSpPr/>
            <p:nvPr/>
          </p:nvSpPr>
          <p:spPr>
            <a:xfrm>
              <a:off x="2174386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9" name="Google Shape;5179;p74"/>
            <p:cNvSpPr/>
            <p:nvPr/>
          </p:nvSpPr>
          <p:spPr>
            <a:xfrm>
              <a:off x="2658082" y="4253549"/>
              <a:ext cx="341700" cy="3249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180" name="Google Shape;5180;p74"/>
          <p:cNvGrpSpPr/>
          <p:nvPr/>
        </p:nvGrpSpPr>
        <p:grpSpPr>
          <a:xfrm>
            <a:off x="3464788" y="4363253"/>
            <a:ext cx="1852088" cy="240159"/>
            <a:chOff x="705948" y="3788465"/>
            <a:chExt cx="2308953" cy="299400"/>
          </a:xfrm>
        </p:grpSpPr>
        <p:sp>
          <p:nvSpPr>
            <p:cNvPr id="5181" name="Google Shape;5181;p74"/>
            <p:cNvSpPr/>
            <p:nvPr/>
          </p:nvSpPr>
          <p:spPr>
            <a:xfrm>
              <a:off x="705948" y="3788465"/>
              <a:ext cx="335400" cy="299400"/>
            </a:xfrm>
            <a:prstGeom prst="heart">
              <a:avLst/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82" name="Google Shape;5182;p74"/>
            <p:cNvSpPr/>
            <p:nvPr/>
          </p:nvSpPr>
          <p:spPr>
            <a:xfrm>
              <a:off x="1209923" y="3788465"/>
              <a:ext cx="335400" cy="299400"/>
            </a:xfrm>
            <a:prstGeom prst="heart">
              <a:avLst/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83" name="Google Shape;5183;p74"/>
            <p:cNvSpPr/>
            <p:nvPr/>
          </p:nvSpPr>
          <p:spPr>
            <a:xfrm>
              <a:off x="1713905" y="3788465"/>
              <a:ext cx="335400" cy="299400"/>
            </a:xfrm>
            <a:prstGeom prst="heart">
              <a:avLst/>
            </a:pr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84" name="Google Shape;5184;p74"/>
            <p:cNvSpPr/>
            <p:nvPr/>
          </p:nvSpPr>
          <p:spPr>
            <a:xfrm>
              <a:off x="2189639" y="3788465"/>
              <a:ext cx="335400" cy="299400"/>
            </a:xfrm>
            <a:prstGeom prst="heart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85" name="Google Shape;5185;p74"/>
            <p:cNvSpPr/>
            <p:nvPr/>
          </p:nvSpPr>
          <p:spPr>
            <a:xfrm>
              <a:off x="2679500" y="3788465"/>
              <a:ext cx="335400" cy="299400"/>
            </a:xfrm>
            <a:prstGeom prst="heart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186" name="Google Shape;5186;p74"/>
          <p:cNvGrpSpPr/>
          <p:nvPr/>
        </p:nvGrpSpPr>
        <p:grpSpPr>
          <a:xfrm>
            <a:off x="5594109" y="2501858"/>
            <a:ext cx="1911761" cy="255335"/>
            <a:chOff x="4273350" y="2088443"/>
            <a:chExt cx="1433821" cy="191501"/>
          </a:xfrm>
        </p:grpSpPr>
        <p:grpSp>
          <p:nvGrpSpPr>
            <p:cNvPr id="5187" name="Google Shape;5187;p74"/>
            <p:cNvGrpSpPr/>
            <p:nvPr/>
          </p:nvGrpSpPr>
          <p:grpSpPr>
            <a:xfrm>
              <a:off x="4273350" y="2088443"/>
              <a:ext cx="1433821" cy="0"/>
              <a:chOff x="5224975" y="2962250"/>
              <a:chExt cx="1544400" cy="0"/>
            </a:xfrm>
          </p:grpSpPr>
          <p:cxnSp>
            <p:nvCxnSpPr>
              <p:cNvPr id="5188" name="Google Shape;5188;p74"/>
              <p:cNvCxnSpPr/>
              <p:nvPr/>
            </p:nvCxnSpPr>
            <p:spPr>
              <a:xfrm>
                <a:off x="5224975" y="2962250"/>
                <a:ext cx="1544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89" name="Google Shape;5189;p74"/>
              <p:cNvCxnSpPr/>
              <p:nvPr/>
            </p:nvCxnSpPr>
            <p:spPr>
              <a:xfrm>
                <a:off x="5225150" y="2962250"/>
                <a:ext cx="4533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994A9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190" name="Google Shape;5190;p74"/>
            <p:cNvGrpSpPr/>
            <p:nvPr/>
          </p:nvGrpSpPr>
          <p:grpSpPr>
            <a:xfrm>
              <a:off x="4273350" y="2279944"/>
              <a:ext cx="1433821" cy="0"/>
              <a:chOff x="5224975" y="2962250"/>
              <a:chExt cx="1544400" cy="0"/>
            </a:xfrm>
          </p:grpSpPr>
          <p:cxnSp>
            <p:nvCxnSpPr>
              <p:cNvPr id="5191" name="Google Shape;5191;p74"/>
              <p:cNvCxnSpPr/>
              <p:nvPr/>
            </p:nvCxnSpPr>
            <p:spPr>
              <a:xfrm>
                <a:off x="5224975" y="2962250"/>
                <a:ext cx="1544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92" name="Google Shape;5192;p74"/>
              <p:cNvCxnSpPr/>
              <p:nvPr/>
            </p:nvCxnSpPr>
            <p:spPr>
              <a:xfrm>
                <a:off x="5225150" y="2962250"/>
                <a:ext cx="998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7994A9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5193" name="Google Shape;5193;p74"/>
          <p:cNvGrpSpPr/>
          <p:nvPr/>
        </p:nvGrpSpPr>
        <p:grpSpPr>
          <a:xfrm>
            <a:off x="3528705" y="5180396"/>
            <a:ext cx="1739479" cy="392099"/>
            <a:chOff x="2658741" y="4097347"/>
            <a:chExt cx="1304609" cy="294074"/>
          </a:xfrm>
        </p:grpSpPr>
        <p:grpSp>
          <p:nvGrpSpPr>
            <p:cNvPr id="5194" name="Google Shape;5194;p74"/>
            <p:cNvGrpSpPr/>
            <p:nvPr/>
          </p:nvGrpSpPr>
          <p:grpSpPr>
            <a:xfrm>
              <a:off x="2658741" y="4097347"/>
              <a:ext cx="118572" cy="294074"/>
              <a:chOff x="3343310" y="4475555"/>
              <a:chExt cx="127717" cy="316753"/>
            </a:xfrm>
          </p:grpSpPr>
          <p:sp>
            <p:nvSpPr>
              <p:cNvPr id="5195" name="Google Shape;5195;p74"/>
              <p:cNvSpPr/>
              <p:nvPr/>
            </p:nvSpPr>
            <p:spPr>
              <a:xfrm>
                <a:off x="3343310" y="4535967"/>
                <a:ext cx="127717" cy="256341"/>
              </a:xfrm>
              <a:custGeom>
                <a:avLst/>
                <a:gdLst/>
                <a:ahLst/>
                <a:cxnLst/>
                <a:rect l="l" t="t" r="r" b="b"/>
                <a:pathLst>
                  <a:path w="77995" h="156544" extrusionOk="0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96" name="Google Shape;5196;p74"/>
              <p:cNvSpPr/>
              <p:nvPr/>
            </p:nvSpPr>
            <p:spPr>
              <a:xfrm>
                <a:off x="3381341" y="4475555"/>
                <a:ext cx="52189" cy="52135"/>
              </a:xfrm>
              <a:custGeom>
                <a:avLst/>
                <a:gdLst/>
                <a:ahLst/>
                <a:cxnLst/>
                <a:rect l="l" t="t" r="r" b="b"/>
                <a:pathLst>
                  <a:path w="31871" h="31838" extrusionOk="0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97" name="Google Shape;5197;p74"/>
            <p:cNvGrpSpPr/>
            <p:nvPr/>
          </p:nvGrpSpPr>
          <p:grpSpPr>
            <a:xfrm>
              <a:off x="3815519" y="4098388"/>
              <a:ext cx="147831" cy="291991"/>
              <a:chOff x="3527539" y="4476677"/>
              <a:chExt cx="159232" cy="314510"/>
            </a:xfrm>
          </p:grpSpPr>
          <p:sp>
            <p:nvSpPr>
              <p:cNvPr id="5198" name="Google Shape;5198;p74"/>
              <p:cNvSpPr/>
              <p:nvPr/>
            </p:nvSpPr>
            <p:spPr>
              <a:xfrm>
                <a:off x="3527539" y="4536716"/>
                <a:ext cx="159232" cy="254471"/>
              </a:xfrm>
              <a:custGeom>
                <a:avLst/>
                <a:gdLst/>
                <a:ahLst/>
                <a:cxnLst/>
                <a:rect l="l" t="t" r="r" b="b"/>
                <a:pathLst>
                  <a:path w="97241" h="155402" extrusionOk="0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99" name="Google Shape;5199;p74"/>
              <p:cNvSpPr/>
              <p:nvPr/>
            </p:nvSpPr>
            <p:spPr>
              <a:xfrm>
                <a:off x="3581381" y="4476677"/>
                <a:ext cx="51814" cy="51761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610" extrusionOk="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00" name="Google Shape;5200;p74"/>
            <p:cNvGrpSpPr/>
            <p:nvPr/>
          </p:nvGrpSpPr>
          <p:grpSpPr>
            <a:xfrm>
              <a:off x="3511696" y="4098388"/>
              <a:ext cx="147831" cy="291991"/>
              <a:chOff x="3527539" y="4476677"/>
              <a:chExt cx="159232" cy="314510"/>
            </a:xfrm>
          </p:grpSpPr>
          <p:sp>
            <p:nvSpPr>
              <p:cNvPr id="5201" name="Google Shape;5201;p74"/>
              <p:cNvSpPr/>
              <p:nvPr/>
            </p:nvSpPr>
            <p:spPr>
              <a:xfrm>
                <a:off x="3527539" y="4536716"/>
                <a:ext cx="159232" cy="254471"/>
              </a:xfrm>
              <a:custGeom>
                <a:avLst/>
                <a:gdLst/>
                <a:ahLst/>
                <a:cxnLst/>
                <a:rect l="l" t="t" r="r" b="b"/>
                <a:pathLst>
                  <a:path w="97241" h="155402" extrusionOk="0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02" name="Google Shape;5202;p74"/>
              <p:cNvSpPr/>
              <p:nvPr/>
            </p:nvSpPr>
            <p:spPr>
              <a:xfrm>
                <a:off x="3581381" y="4476677"/>
                <a:ext cx="51814" cy="51761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610" extrusionOk="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03" name="Google Shape;5203;p74"/>
            <p:cNvGrpSpPr/>
            <p:nvPr/>
          </p:nvGrpSpPr>
          <p:grpSpPr>
            <a:xfrm>
              <a:off x="3207874" y="4098388"/>
              <a:ext cx="147831" cy="291991"/>
              <a:chOff x="3527539" y="4476677"/>
              <a:chExt cx="159232" cy="314510"/>
            </a:xfrm>
          </p:grpSpPr>
          <p:sp>
            <p:nvSpPr>
              <p:cNvPr id="5204" name="Google Shape;5204;p74"/>
              <p:cNvSpPr/>
              <p:nvPr/>
            </p:nvSpPr>
            <p:spPr>
              <a:xfrm>
                <a:off x="3527539" y="4536716"/>
                <a:ext cx="159232" cy="254471"/>
              </a:xfrm>
              <a:custGeom>
                <a:avLst/>
                <a:gdLst/>
                <a:ahLst/>
                <a:cxnLst/>
                <a:rect l="l" t="t" r="r" b="b"/>
                <a:pathLst>
                  <a:path w="97241" h="155402" extrusionOk="0">
                    <a:moveTo>
                      <a:pt x="35360" y="0"/>
                    </a:moveTo>
                    <a:cubicBezTo>
                      <a:pt x="27173" y="0"/>
                      <a:pt x="21268" y="5220"/>
                      <a:pt x="17713" y="15527"/>
                    </a:cubicBezTo>
                    <a:cubicBezTo>
                      <a:pt x="15527" y="21921"/>
                      <a:pt x="1533" y="61750"/>
                      <a:pt x="1403" y="62174"/>
                    </a:cubicBezTo>
                    <a:cubicBezTo>
                      <a:pt x="0" y="66121"/>
                      <a:pt x="2088" y="70492"/>
                      <a:pt x="6068" y="71895"/>
                    </a:cubicBezTo>
                    <a:cubicBezTo>
                      <a:pt x="6895" y="72179"/>
                      <a:pt x="7739" y="72315"/>
                      <a:pt x="8570" y="72315"/>
                    </a:cubicBezTo>
                    <a:cubicBezTo>
                      <a:pt x="11735" y="72315"/>
                      <a:pt x="14703" y="70350"/>
                      <a:pt x="15788" y="67197"/>
                    </a:cubicBezTo>
                    <a:cubicBezTo>
                      <a:pt x="16245" y="65925"/>
                      <a:pt x="24661" y="42569"/>
                      <a:pt x="29358" y="29130"/>
                    </a:cubicBezTo>
                    <a:lnTo>
                      <a:pt x="29358" y="29130"/>
                    </a:lnTo>
                    <a:cubicBezTo>
                      <a:pt x="28869" y="33142"/>
                      <a:pt x="30272" y="24824"/>
                      <a:pt x="18431" y="85856"/>
                    </a:cubicBezTo>
                    <a:cubicBezTo>
                      <a:pt x="17941" y="88498"/>
                      <a:pt x="19964" y="90912"/>
                      <a:pt x="22606" y="90912"/>
                    </a:cubicBezTo>
                    <a:lnTo>
                      <a:pt x="28412" y="90912"/>
                    </a:lnTo>
                    <a:lnTo>
                      <a:pt x="28412" y="146235"/>
                    </a:lnTo>
                    <a:cubicBezTo>
                      <a:pt x="28412" y="151291"/>
                      <a:pt x="32522" y="155401"/>
                      <a:pt x="37578" y="155401"/>
                    </a:cubicBezTo>
                    <a:cubicBezTo>
                      <a:pt x="42634" y="155401"/>
                      <a:pt x="46745" y="151291"/>
                      <a:pt x="46745" y="146235"/>
                    </a:cubicBezTo>
                    <a:lnTo>
                      <a:pt x="46745" y="90912"/>
                    </a:lnTo>
                    <a:lnTo>
                      <a:pt x="50692" y="90912"/>
                    </a:lnTo>
                    <a:lnTo>
                      <a:pt x="50692" y="146235"/>
                    </a:lnTo>
                    <a:cubicBezTo>
                      <a:pt x="50692" y="151291"/>
                      <a:pt x="54769" y="155401"/>
                      <a:pt x="59825" y="155401"/>
                    </a:cubicBezTo>
                    <a:cubicBezTo>
                      <a:pt x="64881" y="155401"/>
                      <a:pt x="68991" y="151291"/>
                      <a:pt x="68991" y="146235"/>
                    </a:cubicBezTo>
                    <a:lnTo>
                      <a:pt x="68991" y="90912"/>
                    </a:lnTo>
                    <a:lnTo>
                      <a:pt x="74798" y="90912"/>
                    </a:lnTo>
                    <a:cubicBezTo>
                      <a:pt x="77472" y="90912"/>
                      <a:pt x="79462" y="88498"/>
                      <a:pt x="78973" y="85856"/>
                    </a:cubicBezTo>
                    <a:cubicBezTo>
                      <a:pt x="67262" y="25379"/>
                      <a:pt x="68535" y="32392"/>
                      <a:pt x="68143" y="29130"/>
                    </a:cubicBezTo>
                    <a:lnTo>
                      <a:pt x="68143" y="29130"/>
                    </a:lnTo>
                    <a:cubicBezTo>
                      <a:pt x="72873" y="42667"/>
                      <a:pt x="81028" y="65958"/>
                      <a:pt x="81485" y="67197"/>
                    </a:cubicBezTo>
                    <a:cubicBezTo>
                      <a:pt x="82570" y="70350"/>
                      <a:pt x="85538" y="72315"/>
                      <a:pt x="88687" y="72315"/>
                    </a:cubicBezTo>
                    <a:cubicBezTo>
                      <a:pt x="89513" y="72315"/>
                      <a:pt x="90352" y="72179"/>
                      <a:pt x="91173" y="71895"/>
                    </a:cubicBezTo>
                    <a:cubicBezTo>
                      <a:pt x="95152" y="70492"/>
                      <a:pt x="97240" y="66121"/>
                      <a:pt x="95870" y="62174"/>
                    </a:cubicBezTo>
                    <a:cubicBezTo>
                      <a:pt x="95707" y="61750"/>
                      <a:pt x="81746" y="21921"/>
                      <a:pt x="79560" y="15527"/>
                    </a:cubicBezTo>
                    <a:cubicBezTo>
                      <a:pt x="76005" y="5220"/>
                      <a:pt x="70068" y="0"/>
                      <a:pt x="61913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05" name="Google Shape;5205;p74"/>
              <p:cNvSpPr/>
              <p:nvPr/>
            </p:nvSpPr>
            <p:spPr>
              <a:xfrm>
                <a:off x="3581381" y="4476677"/>
                <a:ext cx="51814" cy="51761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610" extrusionOk="0">
                    <a:moveTo>
                      <a:pt x="15821" y="1"/>
                    </a:moveTo>
                    <a:cubicBezTo>
                      <a:pt x="7079" y="1"/>
                      <a:pt x="0" y="7079"/>
                      <a:pt x="0" y="15821"/>
                    </a:cubicBezTo>
                    <a:cubicBezTo>
                      <a:pt x="0" y="24531"/>
                      <a:pt x="7079" y="31609"/>
                      <a:pt x="15821" y="31609"/>
                    </a:cubicBezTo>
                    <a:cubicBezTo>
                      <a:pt x="24563" y="31609"/>
                      <a:pt x="31641" y="24531"/>
                      <a:pt x="31641" y="15821"/>
                    </a:cubicBezTo>
                    <a:cubicBezTo>
                      <a:pt x="31641" y="7079"/>
                      <a:pt x="24563" y="1"/>
                      <a:pt x="1582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06" name="Google Shape;5206;p74"/>
            <p:cNvGrpSpPr/>
            <p:nvPr/>
          </p:nvGrpSpPr>
          <p:grpSpPr>
            <a:xfrm>
              <a:off x="2933305" y="4097347"/>
              <a:ext cx="118572" cy="294074"/>
              <a:chOff x="3343310" y="4475555"/>
              <a:chExt cx="127717" cy="316753"/>
            </a:xfrm>
          </p:grpSpPr>
          <p:sp>
            <p:nvSpPr>
              <p:cNvPr id="5207" name="Google Shape;5207;p74"/>
              <p:cNvSpPr/>
              <p:nvPr/>
            </p:nvSpPr>
            <p:spPr>
              <a:xfrm>
                <a:off x="3343310" y="4535967"/>
                <a:ext cx="127717" cy="256341"/>
              </a:xfrm>
              <a:custGeom>
                <a:avLst/>
                <a:gdLst/>
                <a:ahLst/>
                <a:cxnLst/>
                <a:rect l="l" t="t" r="r" b="b"/>
                <a:pathLst>
                  <a:path w="77995" h="156544" extrusionOk="0">
                    <a:moveTo>
                      <a:pt x="18496" y="1"/>
                    </a:moveTo>
                    <a:cubicBezTo>
                      <a:pt x="8514" y="1"/>
                      <a:pt x="359" y="8123"/>
                      <a:pt x="327" y="18105"/>
                    </a:cubicBezTo>
                    <a:lnTo>
                      <a:pt x="33" y="74537"/>
                    </a:lnTo>
                    <a:cubicBezTo>
                      <a:pt x="0" y="78778"/>
                      <a:pt x="3425" y="82235"/>
                      <a:pt x="7666" y="82268"/>
                    </a:cubicBezTo>
                    <a:lnTo>
                      <a:pt x="7731" y="82268"/>
                    </a:lnTo>
                    <a:cubicBezTo>
                      <a:pt x="11939" y="82268"/>
                      <a:pt x="15364" y="78843"/>
                      <a:pt x="15397" y="74635"/>
                    </a:cubicBezTo>
                    <a:lnTo>
                      <a:pt x="15691" y="18170"/>
                    </a:lnTo>
                    <a:cubicBezTo>
                      <a:pt x="15691" y="17341"/>
                      <a:pt x="16344" y="16668"/>
                      <a:pt x="17166" y="16668"/>
                    </a:cubicBezTo>
                    <a:cubicBezTo>
                      <a:pt x="17185" y="16668"/>
                      <a:pt x="17204" y="16669"/>
                      <a:pt x="17224" y="16669"/>
                    </a:cubicBezTo>
                    <a:cubicBezTo>
                      <a:pt x="18039" y="16669"/>
                      <a:pt x="18724" y="17355"/>
                      <a:pt x="18724" y="18170"/>
                    </a:cubicBezTo>
                    <a:lnTo>
                      <a:pt x="18724" y="147345"/>
                    </a:lnTo>
                    <a:cubicBezTo>
                      <a:pt x="18724" y="152433"/>
                      <a:pt x="22867" y="156543"/>
                      <a:pt x="27956" y="156543"/>
                    </a:cubicBezTo>
                    <a:cubicBezTo>
                      <a:pt x="33044" y="156543"/>
                      <a:pt x="37187" y="152433"/>
                      <a:pt x="37187" y="147345"/>
                    </a:cubicBezTo>
                    <a:lnTo>
                      <a:pt x="37187" y="73656"/>
                    </a:lnTo>
                    <a:lnTo>
                      <a:pt x="41167" y="73656"/>
                    </a:lnTo>
                    <a:lnTo>
                      <a:pt x="41167" y="147345"/>
                    </a:lnTo>
                    <a:cubicBezTo>
                      <a:pt x="41167" y="152433"/>
                      <a:pt x="45277" y="156543"/>
                      <a:pt x="50365" y="156543"/>
                    </a:cubicBezTo>
                    <a:cubicBezTo>
                      <a:pt x="55454" y="156543"/>
                      <a:pt x="59597" y="152433"/>
                      <a:pt x="59597" y="147345"/>
                    </a:cubicBezTo>
                    <a:cubicBezTo>
                      <a:pt x="59597" y="25477"/>
                      <a:pt x="59434" y="95153"/>
                      <a:pt x="59434" y="18300"/>
                    </a:cubicBezTo>
                    <a:cubicBezTo>
                      <a:pt x="59434" y="17420"/>
                      <a:pt x="60119" y="16702"/>
                      <a:pt x="60967" y="16669"/>
                    </a:cubicBezTo>
                    <a:cubicBezTo>
                      <a:pt x="60988" y="16669"/>
                      <a:pt x="61009" y="16668"/>
                      <a:pt x="61030" y="16668"/>
                    </a:cubicBezTo>
                    <a:cubicBezTo>
                      <a:pt x="61882" y="16668"/>
                      <a:pt x="62567" y="17310"/>
                      <a:pt x="62631" y="18170"/>
                    </a:cubicBezTo>
                    <a:lnTo>
                      <a:pt x="62598" y="74570"/>
                    </a:lnTo>
                    <a:cubicBezTo>
                      <a:pt x="62598" y="78810"/>
                      <a:pt x="66023" y="82268"/>
                      <a:pt x="70264" y="82268"/>
                    </a:cubicBezTo>
                    <a:cubicBezTo>
                      <a:pt x="74504" y="82268"/>
                      <a:pt x="77962" y="78843"/>
                      <a:pt x="77962" y="74602"/>
                    </a:cubicBezTo>
                    <a:lnTo>
                      <a:pt x="77994" y="18137"/>
                    </a:lnTo>
                    <a:cubicBezTo>
                      <a:pt x="77994" y="18137"/>
                      <a:pt x="77994" y="18105"/>
                      <a:pt x="77994" y="18105"/>
                    </a:cubicBezTo>
                    <a:cubicBezTo>
                      <a:pt x="77962" y="8123"/>
                      <a:pt x="69807" y="1"/>
                      <a:pt x="59825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08" name="Google Shape;5208;p74"/>
              <p:cNvSpPr/>
              <p:nvPr/>
            </p:nvSpPr>
            <p:spPr>
              <a:xfrm>
                <a:off x="3381341" y="4475555"/>
                <a:ext cx="52189" cy="52135"/>
              </a:xfrm>
              <a:custGeom>
                <a:avLst/>
                <a:gdLst/>
                <a:ahLst/>
                <a:cxnLst/>
                <a:rect l="l" t="t" r="r" b="b"/>
                <a:pathLst>
                  <a:path w="31871" h="31838" extrusionOk="0">
                    <a:moveTo>
                      <a:pt x="15952" y="1"/>
                    </a:moveTo>
                    <a:cubicBezTo>
                      <a:pt x="7144" y="1"/>
                      <a:pt x="1" y="7112"/>
                      <a:pt x="1" y="15919"/>
                    </a:cubicBezTo>
                    <a:cubicBezTo>
                      <a:pt x="1" y="24694"/>
                      <a:pt x="7144" y="31838"/>
                      <a:pt x="15952" y="31838"/>
                    </a:cubicBezTo>
                    <a:cubicBezTo>
                      <a:pt x="24727" y="31838"/>
                      <a:pt x="31870" y="24694"/>
                      <a:pt x="31870" y="15919"/>
                    </a:cubicBezTo>
                    <a:cubicBezTo>
                      <a:pt x="31870" y="7112"/>
                      <a:pt x="24727" y="1"/>
                      <a:pt x="1595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209" name="Google Shape;5209;p74"/>
          <p:cNvGrpSpPr/>
          <p:nvPr/>
        </p:nvGrpSpPr>
        <p:grpSpPr>
          <a:xfrm>
            <a:off x="5596182" y="1285322"/>
            <a:ext cx="1907615" cy="1001649"/>
            <a:chOff x="5159450" y="1919950"/>
            <a:chExt cx="1541050" cy="862500"/>
          </a:xfrm>
        </p:grpSpPr>
        <p:sp>
          <p:nvSpPr>
            <p:cNvPr id="5210" name="Google Shape;5210;p74"/>
            <p:cNvSpPr/>
            <p:nvPr/>
          </p:nvSpPr>
          <p:spPr>
            <a:xfrm>
              <a:off x="5216414" y="2060033"/>
              <a:ext cx="1436820" cy="600250"/>
            </a:xfrm>
            <a:custGeom>
              <a:avLst/>
              <a:gdLst/>
              <a:ahLst/>
              <a:cxnLst/>
              <a:rect l="l" t="t" r="r" b="b"/>
              <a:pathLst>
                <a:path w="165771" h="69253" extrusionOk="0">
                  <a:moveTo>
                    <a:pt x="0" y="62158"/>
                  </a:moveTo>
                  <a:cubicBezTo>
                    <a:pt x="3093" y="59686"/>
                    <a:pt x="11731" y="46368"/>
                    <a:pt x="18559" y="47324"/>
                  </a:cubicBezTo>
                  <a:cubicBezTo>
                    <a:pt x="25388" y="48280"/>
                    <a:pt x="34933" y="75569"/>
                    <a:pt x="40971" y="67894"/>
                  </a:cubicBezTo>
                  <a:cubicBezTo>
                    <a:pt x="47009" y="60219"/>
                    <a:pt x="49466" y="8743"/>
                    <a:pt x="54788" y="1272"/>
                  </a:cubicBezTo>
                  <a:cubicBezTo>
                    <a:pt x="60110" y="-6199"/>
                    <a:pt x="66121" y="21612"/>
                    <a:pt x="72901" y="23070"/>
                  </a:cubicBezTo>
                  <a:cubicBezTo>
                    <a:pt x="79681" y="24528"/>
                    <a:pt x="89301" y="7131"/>
                    <a:pt x="95467" y="10022"/>
                  </a:cubicBezTo>
                  <a:cubicBezTo>
                    <a:pt x="101633" y="12913"/>
                    <a:pt x="104182" y="34714"/>
                    <a:pt x="109898" y="40416"/>
                  </a:cubicBezTo>
                  <a:cubicBezTo>
                    <a:pt x="115614" y="46118"/>
                    <a:pt x="123315" y="40320"/>
                    <a:pt x="129762" y="44234"/>
                  </a:cubicBezTo>
                  <a:cubicBezTo>
                    <a:pt x="136209" y="48148"/>
                    <a:pt x="142580" y="65416"/>
                    <a:pt x="148581" y="63902"/>
                  </a:cubicBezTo>
                  <a:cubicBezTo>
                    <a:pt x="154583" y="62388"/>
                    <a:pt x="162906" y="39942"/>
                    <a:pt x="165771" y="35150"/>
                  </a:cubicBezTo>
                </a:path>
              </a:pathLst>
            </a:custGeom>
            <a:noFill/>
            <a:ln w="19050" cap="flat" cmpd="sng">
              <a:solidFill>
                <a:srgbClr val="5F7D95"/>
              </a:solidFill>
              <a:prstDash val="solid"/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en-GB" noProof="0" dirty="0"/>
            </a:p>
          </p:txBody>
        </p:sp>
        <p:grpSp>
          <p:nvGrpSpPr>
            <p:cNvPr id="5211" name="Google Shape;5211;p74"/>
            <p:cNvGrpSpPr/>
            <p:nvPr/>
          </p:nvGrpSpPr>
          <p:grpSpPr>
            <a:xfrm>
              <a:off x="5159450" y="1919950"/>
              <a:ext cx="1541050" cy="862500"/>
              <a:chOff x="5159450" y="1919950"/>
              <a:chExt cx="1541050" cy="862500"/>
            </a:xfrm>
          </p:grpSpPr>
          <p:cxnSp>
            <p:nvCxnSpPr>
              <p:cNvPr id="5212" name="Google Shape;5212;p74"/>
              <p:cNvCxnSpPr/>
              <p:nvPr/>
            </p:nvCxnSpPr>
            <p:spPr>
              <a:xfrm>
                <a:off x="5159450" y="1919950"/>
                <a:ext cx="0" cy="862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13" name="Google Shape;5213;p74"/>
              <p:cNvCxnSpPr/>
              <p:nvPr/>
            </p:nvCxnSpPr>
            <p:spPr>
              <a:xfrm>
                <a:off x="5161200" y="2778975"/>
                <a:ext cx="1539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214" name="Google Shape;5214;p74"/>
          <p:cNvGrpSpPr/>
          <p:nvPr/>
        </p:nvGrpSpPr>
        <p:grpSpPr>
          <a:xfrm>
            <a:off x="5660365" y="2970348"/>
            <a:ext cx="1779248" cy="1290552"/>
            <a:chOff x="4294923" y="2439811"/>
            <a:chExt cx="1334436" cy="967914"/>
          </a:xfrm>
        </p:grpSpPr>
        <p:grpSp>
          <p:nvGrpSpPr>
            <p:cNvPr id="5215" name="Google Shape;5215;p74"/>
            <p:cNvGrpSpPr/>
            <p:nvPr/>
          </p:nvGrpSpPr>
          <p:grpSpPr>
            <a:xfrm>
              <a:off x="4960455" y="2469658"/>
              <a:ext cx="668904" cy="885524"/>
              <a:chOff x="4960455" y="2469658"/>
              <a:chExt cx="668904" cy="885524"/>
            </a:xfrm>
          </p:grpSpPr>
          <p:sp>
            <p:nvSpPr>
              <p:cNvPr id="5216" name="Google Shape;5216;p74"/>
              <p:cNvSpPr/>
              <p:nvPr/>
            </p:nvSpPr>
            <p:spPr>
              <a:xfrm>
                <a:off x="4960455" y="3257057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17" name="Google Shape;5217;p74"/>
              <p:cNvSpPr/>
              <p:nvPr/>
            </p:nvSpPr>
            <p:spPr>
              <a:xfrm>
                <a:off x="4960455" y="309958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1" y="6285"/>
                    </a:lnTo>
                    <a:lnTo>
                      <a:pt x="42851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18" name="Google Shape;5218;p74"/>
              <p:cNvSpPr/>
              <p:nvPr/>
            </p:nvSpPr>
            <p:spPr>
              <a:xfrm>
                <a:off x="4960455" y="2942094"/>
                <a:ext cx="66890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1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1" y="6286"/>
                    </a:lnTo>
                    <a:lnTo>
                      <a:pt x="42851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19" name="Google Shape;5219;p74"/>
              <p:cNvSpPr/>
              <p:nvPr/>
            </p:nvSpPr>
            <p:spPr>
              <a:xfrm>
                <a:off x="4960455" y="2784621"/>
                <a:ext cx="618094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9596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9596" y="6285"/>
                    </a:lnTo>
                    <a:lnTo>
                      <a:pt x="39596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20" name="Google Shape;5220;p74"/>
              <p:cNvSpPr/>
              <p:nvPr/>
            </p:nvSpPr>
            <p:spPr>
              <a:xfrm>
                <a:off x="4960455" y="2627131"/>
                <a:ext cx="516519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7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33089" y="6286"/>
                    </a:lnTo>
                    <a:lnTo>
                      <a:pt x="3308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21" name="Google Shape;5221;p74"/>
              <p:cNvSpPr/>
              <p:nvPr/>
            </p:nvSpPr>
            <p:spPr>
              <a:xfrm>
                <a:off x="4960455" y="2469658"/>
                <a:ext cx="313293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0" h="6283" extrusionOk="0">
                    <a:moveTo>
                      <a:pt x="0" y="1"/>
                    </a:moveTo>
                    <a:lnTo>
                      <a:pt x="0" y="6283"/>
                    </a:lnTo>
                    <a:lnTo>
                      <a:pt x="20069" y="6283"/>
                    </a:lnTo>
                    <a:lnTo>
                      <a:pt x="20069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22" name="Google Shape;5222;p74"/>
            <p:cNvGrpSpPr/>
            <p:nvPr/>
          </p:nvGrpSpPr>
          <p:grpSpPr>
            <a:xfrm>
              <a:off x="4294923" y="2469658"/>
              <a:ext cx="668951" cy="885524"/>
              <a:chOff x="4294923" y="2469658"/>
              <a:chExt cx="668951" cy="885524"/>
            </a:xfrm>
          </p:grpSpPr>
          <p:sp>
            <p:nvSpPr>
              <p:cNvPr id="5223" name="Google Shape;5223;p74"/>
              <p:cNvSpPr/>
              <p:nvPr/>
            </p:nvSpPr>
            <p:spPr>
              <a:xfrm>
                <a:off x="4294923" y="3257057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24" name="Google Shape;5224;p74"/>
              <p:cNvSpPr/>
              <p:nvPr/>
            </p:nvSpPr>
            <p:spPr>
              <a:xfrm>
                <a:off x="4294923" y="309958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42854" y="6285"/>
                    </a:lnTo>
                    <a:lnTo>
                      <a:pt x="42854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25" name="Google Shape;5225;p74"/>
              <p:cNvSpPr/>
              <p:nvPr/>
            </p:nvSpPr>
            <p:spPr>
              <a:xfrm>
                <a:off x="4294923" y="2942094"/>
                <a:ext cx="668951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42854" h="6286" extrusionOk="0">
                    <a:moveTo>
                      <a:pt x="0" y="1"/>
                    </a:moveTo>
                    <a:lnTo>
                      <a:pt x="0" y="6286"/>
                    </a:lnTo>
                    <a:lnTo>
                      <a:pt x="42854" y="6286"/>
                    </a:lnTo>
                    <a:lnTo>
                      <a:pt x="4285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26" name="Google Shape;5226;p74"/>
              <p:cNvSpPr/>
              <p:nvPr/>
            </p:nvSpPr>
            <p:spPr>
              <a:xfrm>
                <a:off x="4447355" y="2784621"/>
                <a:ext cx="516519" cy="98124"/>
              </a:xfrm>
              <a:custGeom>
                <a:avLst/>
                <a:gdLst/>
                <a:ahLst/>
                <a:cxnLst/>
                <a:rect l="l" t="t" r="r" b="b"/>
                <a:pathLst>
                  <a:path w="33089" h="6286" extrusionOk="0">
                    <a:moveTo>
                      <a:pt x="0" y="0"/>
                    </a:moveTo>
                    <a:lnTo>
                      <a:pt x="0" y="6285"/>
                    </a:lnTo>
                    <a:lnTo>
                      <a:pt x="33089" y="6285"/>
                    </a:lnTo>
                    <a:lnTo>
                      <a:pt x="33089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27" name="Google Shape;5227;p74"/>
              <p:cNvSpPr/>
              <p:nvPr/>
            </p:nvSpPr>
            <p:spPr>
              <a:xfrm>
                <a:off x="4548960" y="2627131"/>
                <a:ext cx="414914" cy="98140"/>
              </a:xfrm>
              <a:custGeom>
                <a:avLst/>
                <a:gdLst/>
                <a:ahLst/>
                <a:cxnLst/>
                <a:rect l="l" t="t" r="r" b="b"/>
                <a:pathLst>
                  <a:path w="26580" h="6287" extrusionOk="0">
                    <a:moveTo>
                      <a:pt x="1" y="1"/>
                    </a:moveTo>
                    <a:lnTo>
                      <a:pt x="1" y="6286"/>
                    </a:lnTo>
                    <a:lnTo>
                      <a:pt x="26580" y="6286"/>
                    </a:lnTo>
                    <a:lnTo>
                      <a:pt x="26580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28" name="Google Shape;5228;p74"/>
              <p:cNvSpPr/>
              <p:nvPr/>
            </p:nvSpPr>
            <p:spPr>
              <a:xfrm>
                <a:off x="4650534" y="2469658"/>
                <a:ext cx="313340" cy="98078"/>
              </a:xfrm>
              <a:custGeom>
                <a:avLst/>
                <a:gdLst/>
                <a:ahLst/>
                <a:cxnLst/>
                <a:rect l="l" t="t" r="r" b="b"/>
                <a:pathLst>
                  <a:path w="20073" h="6283" extrusionOk="0">
                    <a:moveTo>
                      <a:pt x="1" y="1"/>
                    </a:moveTo>
                    <a:lnTo>
                      <a:pt x="1" y="6283"/>
                    </a:lnTo>
                    <a:lnTo>
                      <a:pt x="20073" y="6283"/>
                    </a:lnTo>
                    <a:lnTo>
                      <a:pt x="20073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29" name="Google Shape;5229;p74"/>
            <p:cNvSpPr/>
            <p:nvPr/>
          </p:nvSpPr>
          <p:spPr>
            <a:xfrm>
              <a:off x="4963437" y="2439811"/>
              <a:ext cx="16" cy="967914"/>
            </a:xfrm>
            <a:custGeom>
              <a:avLst/>
              <a:gdLst/>
              <a:ahLst/>
              <a:cxnLst/>
              <a:rect l="l" t="t" r="r" b="b"/>
              <a:pathLst>
                <a:path w="1" h="62006" fill="none" extrusionOk="0">
                  <a:moveTo>
                    <a:pt x="1" y="0"/>
                  </a:moveTo>
                  <a:lnTo>
                    <a:pt x="1" y="62006"/>
                  </a:lnTo>
                </a:path>
              </a:pathLst>
            </a:custGeom>
            <a:noFill/>
            <a:ln w="9525" cap="flat" cmpd="sng">
              <a:solidFill>
                <a:srgbClr val="F2F2F2"/>
              </a:solidFill>
              <a:prstDash val="solid"/>
              <a:miter lim="299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230" name="Google Shape;5230;p74"/>
          <p:cNvGrpSpPr/>
          <p:nvPr/>
        </p:nvGrpSpPr>
        <p:grpSpPr>
          <a:xfrm>
            <a:off x="5641970" y="4376276"/>
            <a:ext cx="1907932" cy="1196385"/>
            <a:chOff x="4351371" y="3547942"/>
            <a:chExt cx="1345130" cy="843475"/>
          </a:xfrm>
        </p:grpSpPr>
        <p:grpSp>
          <p:nvGrpSpPr>
            <p:cNvPr id="5231" name="Google Shape;5231;p74"/>
            <p:cNvGrpSpPr/>
            <p:nvPr/>
          </p:nvGrpSpPr>
          <p:grpSpPr>
            <a:xfrm>
              <a:off x="4351371" y="4209917"/>
              <a:ext cx="1345130" cy="181500"/>
              <a:chOff x="4351371" y="4209917"/>
              <a:chExt cx="1345130" cy="181500"/>
            </a:xfrm>
          </p:grpSpPr>
          <p:sp>
            <p:nvSpPr>
              <p:cNvPr id="5232" name="Google Shape;5232;p74"/>
              <p:cNvSpPr/>
              <p:nvPr/>
            </p:nvSpPr>
            <p:spPr>
              <a:xfrm rot="10800000">
                <a:off x="4351371" y="4209917"/>
                <a:ext cx="1281600" cy="181500"/>
              </a:xfrm>
              <a:prstGeom prst="rect">
                <a:avLst/>
              </a:pr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5233" name="Google Shape;5233;p74"/>
              <p:cNvCxnSpPr/>
              <p:nvPr/>
            </p:nvCxnSpPr>
            <p:spPr>
              <a:xfrm>
                <a:off x="5551000" y="4298797"/>
                <a:ext cx="1455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234" name="Google Shape;5234;p74"/>
            <p:cNvGrpSpPr/>
            <p:nvPr/>
          </p:nvGrpSpPr>
          <p:grpSpPr>
            <a:xfrm>
              <a:off x="4403010" y="3985221"/>
              <a:ext cx="1109518" cy="181500"/>
              <a:chOff x="4403010" y="3985221"/>
              <a:chExt cx="1109518" cy="181500"/>
            </a:xfrm>
          </p:grpSpPr>
          <p:sp>
            <p:nvSpPr>
              <p:cNvPr id="5235" name="Google Shape;5235;p74"/>
              <p:cNvSpPr/>
              <p:nvPr/>
            </p:nvSpPr>
            <p:spPr>
              <a:xfrm rot="10800000">
                <a:off x="4471829" y="3985221"/>
                <a:ext cx="1040700" cy="181500"/>
              </a:xfrm>
              <a:prstGeom prst="rect">
                <a:avLst/>
              </a:pr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5236" name="Google Shape;5236;p74"/>
              <p:cNvCxnSpPr/>
              <p:nvPr/>
            </p:nvCxnSpPr>
            <p:spPr>
              <a:xfrm>
                <a:off x="4403010" y="4075993"/>
                <a:ext cx="1455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F7D9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237" name="Google Shape;5237;p74"/>
            <p:cNvGrpSpPr/>
            <p:nvPr/>
          </p:nvGrpSpPr>
          <p:grpSpPr>
            <a:xfrm>
              <a:off x="4618704" y="3766582"/>
              <a:ext cx="807858" cy="181500"/>
              <a:chOff x="4618704" y="3766582"/>
              <a:chExt cx="807858" cy="181500"/>
            </a:xfrm>
          </p:grpSpPr>
          <p:sp>
            <p:nvSpPr>
              <p:cNvPr id="5238" name="Google Shape;5238;p74"/>
              <p:cNvSpPr/>
              <p:nvPr/>
            </p:nvSpPr>
            <p:spPr>
              <a:xfrm rot="10800000">
                <a:off x="4618704" y="3766582"/>
                <a:ext cx="747000" cy="181500"/>
              </a:xfrm>
              <a:prstGeom prst="rect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5239" name="Google Shape;5239;p74"/>
              <p:cNvCxnSpPr/>
              <p:nvPr/>
            </p:nvCxnSpPr>
            <p:spPr>
              <a:xfrm>
                <a:off x="5281062" y="3855291"/>
                <a:ext cx="1455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240" name="Google Shape;5240;p74"/>
            <p:cNvGrpSpPr/>
            <p:nvPr/>
          </p:nvGrpSpPr>
          <p:grpSpPr>
            <a:xfrm>
              <a:off x="4735238" y="3547942"/>
              <a:ext cx="462839" cy="181500"/>
              <a:chOff x="4735238" y="3547942"/>
              <a:chExt cx="462839" cy="181500"/>
            </a:xfrm>
          </p:grpSpPr>
          <p:sp>
            <p:nvSpPr>
              <p:cNvPr id="5241" name="Google Shape;5241;p74"/>
              <p:cNvSpPr/>
              <p:nvPr/>
            </p:nvSpPr>
            <p:spPr>
              <a:xfrm rot="10800000">
                <a:off x="4786477" y="3547942"/>
                <a:ext cx="411600" cy="181500"/>
              </a:xfrm>
              <a:prstGeom prst="rect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5242" name="Google Shape;5242;p74"/>
              <p:cNvCxnSpPr/>
              <p:nvPr/>
            </p:nvCxnSpPr>
            <p:spPr>
              <a:xfrm>
                <a:off x="4735238" y="3636872"/>
                <a:ext cx="1455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BAC8D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243" name="Google Shape;5243;p74"/>
          <p:cNvGrpSpPr/>
          <p:nvPr/>
        </p:nvGrpSpPr>
        <p:grpSpPr>
          <a:xfrm>
            <a:off x="9877114" y="2956707"/>
            <a:ext cx="1361273" cy="1238471"/>
            <a:chOff x="926675" y="238125"/>
            <a:chExt cx="5755100" cy="5232975"/>
          </a:xfrm>
        </p:grpSpPr>
        <p:sp>
          <p:nvSpPr>
            <p:cNvPr id="5244" name="Google Shape;5244;p74"/>
            <p:cNvSpPr/>
            <p:nvPr/>
          </p:nvSpPr>
          <p:spPr>
            <a:xfrm>
              <a:off x="2235475" y="2161100"/>
              <a:ext cx="3138650" cy="1012350"/>
            </a:xfrm>
            <a:custGeom>
              <a:avLst/>
              <a:gdLst/>
              <a:ahLst/>
              <a:cxnLst/>
              <a:rect l="l" t="t" r="r" b="b"/>
              <a:pathLst>
                <a:path w="125546" h="40494" extrusionOk="0">
                  <a:moveTo>
                    <a:pt x="22196" y="1"/>
                  </a:moveTo>
                  <a:lnTo>
                    <a:pt x="8133" y="25661"/>
                  </a:lnTo>
                  <a:lnTo>
                    <a:pt x="1" y="40494"/>
                  </a:lnTo>
                  <a:lnTo>
                    <a:pt x="125545" y="40494"/>
                  </a:lnTo>
                  <a:lnTo>
                    <a:pt x="117413" y="25661"/>
                  </a:lnTo>
                  <a:lnTo>
                    <a:pt x="103351" y="1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245" name="Google Shape;5245;p74"/>
            <p:cNvSpPr/>
            <p:nvPr/>
          </p:nvSpPr>
          <p:spPr>
            <a:xfrm>
              <a:off x="2825775" y="238125"/>
              <a:ext cx="1961900" cy="1850225"/>
            </a:xfrm>
            <a:custGeom>
              <a:avLst/>
              <a:gdLst/>
              <a:ahLst/>
              <a:cxnLst/>
              <a:rect l="l" t="t" r="r" b="b"/>
              <a:pathLst>
                <a:path w="78476" h="74009" extrusionOk="0">
                  <a:moveTo>
                    <a:pt x="39246" y="0"/>
                  </a:moveTo>
                  <a:lnTo>
                    <a:pt x="1" y="74009"/>
                  </a:lnTo>
                  <a:lnTo>
                    <a:pt x="78476" y="74009"/>
                  </a:lnTo>
                  <a:lnTo>
                    <a:pt x="39246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246" name="Google Shape;5246;p74"/>
            <p:cNvSpPr/>
            <p:nvPr/>
          </p:nvSpPr>
          <p:spPr>
            <a:xfrm>
              <a:off x="926675" y="4357100"/>
              <a:ext cx="5755100" cy="1114000"/>
            </a:xfrm>
            <a:custGeom>
              <a:avLst/>
              <a:gdLst/>
              <a:ahLst/>
              <a:cxnLst/>
              <a:rect l="l" t="t" r="r" b="b"/>
              <a:pathLst>
                <a:path w="230204" h="44560" extrusionOk="0">
                  <a:moveTo>
                    <a:pt x="25737" y="1"/>
                  </a:moveTo>
                  <a:lnTo>
                    <a:pt x="0" y="44560"/>
                  </a:lnTo>
                  <a:lnTo>
                    <a:pt x="230204" y="44560"/>
                  </a:lnTo>
                  <a:lnTo>
                    <a:pt x="20446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247" name="Google Shape;5247;p74"/>
            <p:cNvSpPr/>
            <p:nvPr/>
          </p:nvSpPr>
          <p:spPr>
            <a:xfrm>
              <a:off x="1621700" y="3256600"/>
              <a:ext cx="4370050" cy="1006950"/>
            </a:xfrm>
            <a:custGeom>
              <a:avLst/>
              <a:gdLst/>
              <a:ahLst/>
              <a:cxnLst/>
              <a:rect l="l" t="t" r="r" b="b"/>
              <a:pathLst>
                <a:path w="174802" h="40278" extrusionOk="0">
                  <a:moveTo>
                    <a:pt x="22750" y="1"/>
                  </a:moveTo>
                  <a:lnTo>
                    <a:pt x="0" y="40278"/>
                  </a:lnTo>
                  <a:lnTo>
                    <a:pt x="174802" y="40278"/>
                  </a:lnTo>
                  <a:lnTo>
                    <a:pt x="152053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248" name="Google Shape;5248;p74"/>
          <p:cNvGrpSpPr/>
          <p:nvPr/>
        </p:nvGrpSpPr>
        <p:grpSpPr>
          <a:xfrm>
            <a:off x="953611" y="3488354"/>
            <a:ext cx="2260499" cy="2081116"/>
            <a:chOff x="727421" y="2828315"/>
            <a:chExt cx="1695374" cy="1560837"/>
          </a:xfrm>
        </p:grpSpPr>
        <p:grpSp>
          <p:nvGrpSpPr>
            <p:cNvPr id="5249" name="Google Shape;5249;p74"/>
            <p:cNvGrpSpPr/>
            <p:nvPr/>
          </p:nvGrpSpPr>
          <p:grpSpPr>
            <a:xfrm>
              <a:off x="727421" y="2828315"/>
              <a:ext cx="1695374" cy="1560837"/>
              <a:chOff x="734799" y="2782450"/>
              <a:chExt cx="1571100" cy="1577400"/>
            </a:xfrm>
          </p:grpSpPr>
          <p:cxnSp>
            <p:nvCxnSpPr>
              <p:cNvPr id="5250" name="Google Shape;5250;p74"/>
              <p:cNvCxnSpPr/>
              <p:nvPr/>
            </p:nvCxnSpPr>
            <p:spPr>
              <a:xfrm>
                <a:off x="743025" y="2782450"/>
                <a:ext cx="0" cy="1577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7EA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51" name="Google Shape;5251;p74"/>
              <p:cNvCxnSpPr/>
              <p:nvPr/>
            </p:nvCxnSpPr>
            <p:spPr>
              <a:xfrm rot="10800000">
                <a:off x="734799" y="4359850"/>
                <a:ext cx="15711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E3E7EA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252" name="Google Shape;5252;p74"/>
            <p:cNvGrpSpPr/>
            <p:nvPr/>
          </p:nvGrpSpPr>
          <p:grpSpPr>
            <a:xfrm>
              <a:off x="819108" y="2882501"/>
              <a:ext cx="1556791" cy="1426186"/>
              <a:chOff x="819108" y="2882501"/>
              <a:chExt cx="1556791" cy="1426186"/>
            </a:xfrm>
          </p:grpSpPr>
          <p:grpSp>
            <p:nvGrpSpPr>
              <p:cNvPr id="5253" name="Google Shape;5253;p74"/>
              <p:cNvGrpSpPr/>
              <p:nvPr/>
            </p:nvGrpSpPr>
            <p:grpSpPr>
              <a:xfrm>
                <a:off x="819108" y="2882501"/>
                <a:ext cx="103104" cy="1426186"/>
                <a:chOff x="4674013" y="3100904"/>
                <a:chExt cx="122758" cy="1698043"/>
              </a:xfrm>
            </p:grpSpPr>
            <p:sp>
              <p:nvSpPr>
                <p:cNvPr id="5254" name="Google Shape;5254;p74"/>
                <p:cNvSpPr/>
                <p:nvPr/>
              </p:nvSpPr>
              <p:spPr>
                <a:xfrm>
                  <a:off x="4674013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55" name="Google Shape;5255;p74"/>
                <p:cNvSpPr/>
                <p:nvPr/>
              </p:nvSpPr>
              <p:spPr>
                <a:xfrm>
                  <a:off x="4674013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56" name="Google Shape;5256;p74"/>
                <p:cNvSpPr/>
                <p:nvPr/>
              </p:nvSpPr>
              <p:spPr>
                <a:xfrm>
                  <a:off x="4674013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57" name="Google Shape;5257;p74"/>
                <p:cNvSpPr/>
                <p:nvPr/>
              </p:nvSpPr>
              <p:spPr>
                <a:xfrm>
                  <a:off x="4674013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58" name="Google Shape;5258;p74"/>
                <p:cNvSpPr/>
                <p:nvPr/>
              </p:nvSpPr>
              <p:spPr>
                <a:xfrm>
                  <a:off x="4674013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59" name="Google Shape;5259;p74"/>
                <p:cNvSpPr/>
                <p:nvPr/>
              </p:nvSpPr>
              <p:spPr>
                <a:xfrm>
                  <a:off x="4674013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0" name="Google Shape;5260;p74"/>
                <p:cNvSpPr/>
                <p:nvPr/>
              </p:nvSpPr>
              <p:spPr>
                <a:xfrm>
                  <a:off x="4674013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61" name="Google Shape;5261;p74"/>
              <p:cNvGrpSpPr/>
              <p:nvPr/>
            </p:nvGrpSpPr>
            <p:grpSpPr>
              <a:xfrm>
                <a:off x="1062475" y="2882501"/>
                <a:ext cx="103104" cy="1426186"/>
                <a:chOff x="4940438" y="3100904"/>
                <a:chExt cx="122758" cy="1698043"/>
              </a:xfrm>
            </p:grpSpPr>
            <p:sp>
              <p:nvSpPr>
                <p:cNvPr id="5262" name="Google Shape;5262;p74"/>
                <p:cNvSpPr/>
                <p:nvPr/>
              </p:nvSpPr>
              <p:spPr>
                <a:xfrm>
                  <a:off x="4940438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3" name="Google Shape;5263;p74"/>
                <p:cNvSpPr/>
                <p:nvPr/>
              </p:nvSpPr>
              <p:spPr>
                <a:xfrm>
                  <a:off x="4940438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4" name="Google Shape;5264;p74"/>
                <p:cNvSpPr/>
                <p:nvPr/>
              </p:nvSpPr>
              <p:spPr>
                <a:xfrm>
                  <a:off x="4940438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5" name="Google Shape;5265;p74"/>
                <p:cNvSpPr/>
                <p:nvPr/>
              </p:nvSpPr>
              <p:spPr>
                <a:xfrm>
                  <a:off x="4940438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6" name="Google Shape;5266;p74"/>
                <p:cNvSpPr/>
                <p:nvPr/>
              </p:nvSpPr>
              <p:spPr>
                <a:xfrm>
                  <a:off x="4940438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7" name="Google Shape;5267;p74"/>
                <p:cNvSpPr/>
                <p:nvPr/>
              </p:nvSpPr>
              <p:spPr>
                <a:xfrm>
                  <a:off x="4940438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8" name="Google Shape;5268;p74"/>
                <p:cNvSpPr/>
                <p:nvPr/>
              </p:nvSpPr>
              <p:spPr>
                <a:xfrm>
                  <a:off x="4940438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69" name="Google Shape;5269;p74"/>
              <p:cNvGrpSpPr/>
              <p:nvPr/>
            </p:nvGrpSpPr>
            <p:grpSpPr>
              <a:xfrm>
                <a:off x="1299324" y="2882501"/>
                <a:ext cx="103104" cy="1426186"/>
                <a:chOff x="5206863" y="3100904"/>
                <a:chExt cx="122758" cy="1698043"/>
              </a:xfrm>
            </p:grpSpPr>
            <p:sp>
              <p:nvSpPr>
                <p:cNvPr id="5270" name="Google Shape;5270;p74"/>
                <p:cNvSpPr/>
                <p:nvPr/>
              </p:nvSpPr>
              <p:spPr>
                <a:xfrm>
                  <a:off x="5206863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1" name="Google Shape;5271;p74"/>
                <p:cNvSpPr/>
                <p:nvPr/>
              </p:nvSpPr>
              <p:spPr>
                <a:xfrm>
                  <a:off x="5206863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2" name="Google Shape;5272;p74"/>
                <p:cNvSpPr/>
                <p:nvPr/>
              </p:nvSpPr>
              <p:spPr>
                <a:xfrm>
                  <a:off x="5206863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3" name="Google Shape;5273;p74"/>
                <p:cNvSpPr/>
                <p:nvPr/>
              </p:nvSpPr>
              <p:spPr>
                <a:xfrm>
                  <a:off x="5206863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4" name="Google Shape;5274;p74"/>
                <p:cNvSpPr/>
                <p:nvPr/>
              </p:nvSpPr>
              <p:spPr>
                <a:xfrm>
                  <a:off x="5206863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5" name="Google Shape;5275;p74"/>
                <p:cNvSpPr/>
                <p:nvPr/>
              </p:nvSpPr>
              <p:spPr>
                <a:xfrm>
                  <a:off x="5206863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6" name="Google Shape;5276;p74"/>
                <p:cNvSpPr/>
                <p:nvPr/>
              </p:nvSpPr>
              <p:spPr>
                <a:xfrm>
                  <a:off x="5206863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77" name="Google Shape;5277;p74"/>
              <p:cNvGrpSpPr/>
              <p:nvPr/>
            </p:nvGrpSpPr>
            <p:grpSpPr>
              <a:xfrm>
                <a:off x="1786057" y="2882501"/>
                <a:ext cx="103104" cy="1426186"/>
                <a:chOff x="6006138" y="3143629"/>
                <a:chExt cx="122758" cy="1698043"/>
              </a:xfrm>
            </p:grpSpPr>
            <p:sp>
              <p:nvSpPr>
                <p:cNvPr id="5278" name="Google Shape;5278;p74"/>
                <p:cNvSpPr/>
                <p:nvPr/>
              </p:nvSpPr>
              <p:spPr>
                <a:xfrm>
                  <a:off x="6006138" y="3143629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9" name="Google Shape;5279;p74"/>
                <p:cNvSpPr/>
                <p:nvPr/>
              </p:nvSpPr>
              <p:spPr>
                <a:xfrm>
                  <a:off x="6006138" y="3406178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0" name="Google Shape;5280;p74"/>
                <p:cNvSpPr/>
                <p:nvPr/>
              </p:nvSpPr>
              <p:spPr>
                <a:xfrm>
                  <a:off x="6006138" y="3668717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1" name="Google Shape;5281;p74"/>
                <p:cNvSpPr/>
                <p:nvPr/>
              </p:nvSpPr>
              <p:spPr>
                <a:xfrm>
                  <a:off x="6006138" y="3931286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2" name="Google Shape;5282;p74"/>
                <p:cNvSpPr/>
                <p:nvPr/>
              </p:nvSpPr>
              <p:spPr>
                <a:xfrm>
                  <a:off x="6006138" y="4193825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3" name="Google Shape;5283;p74"/>
                <p:cNvSpPr/>
                <p:nvPr/>
              </p:nvSpPr>
              <p:spPr>
                <a:xfrm>
                  <a:off x="6006138" y="4456375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4" name="Google Shape;5284;p74"/>
                <p:cNvSpPr/>
                <p:nvPr/>
              </p:nvSpPr>
              <p:spPr>
                <a:xfrm>
                  <a:off x="6006138" y="4718934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85" name="Google Shape;5285;p74"/>
              <p:cNvGrpSpPr/>
              <p:nvPr/>
            </p:nvGrpSpPr>
            <p:grpSpPr>
              <a:xfrm>
                <a:off x="2029422" y="2882501"/>
                <a:ext cx="103104" cy="1426186"/>
                <a:chOff x="6805413" y="3100904"/>
                <a:chExt cx="122758" cy="1698043"/>
              </a:xfrm>
            </p:grpSpPr>
            <p:sp>
              <p:nvSpPr>
                <p:cNvPr id="5286" name="Google Shape;5286;p74"/>
                <p:cNvSpPr/>
                <p:nvPr/>
              </p:nvSpPr>
              <p:spPr>
                <a:xfrm>
                  <a:off x="6805413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7" name="Google Shape;5287;p74"/>
                <p:cNvSpPr/>
                <p:nvPr/>
              </p:nvSpPr>
              <p:spPr>
                <a:xfrm>
                  <a:off x="6805413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8" name="Google Shape;5288;p74"/>
                <p:cNvSpPr/>
                <p:nvPr/>
              </p:nvSpPr>
              <p:spPr>
                <a:xfrm>
                  <a:off x="6805413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9" name="Google Shape;5289;p74"/>
                <p:cNvSpPr/>
                <p:nvPr/>
              </p:nvSpPr>
              <p:spPr>
                <a:xfrm>
                  <a:off x="6805413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0" name="Google Shape;5290;p74"/>
                <p:cNvSpPr/>
                <p:nvPr/>
              </p:nvSpPr>
              <p:spPr>
                <a:xfrm>
                  <a:off x="6805413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1" name="Google Shape;5291;p74"/>
                <p:cNvSpPr/>
                <p:nvPr/>
              </p:nvSpPr>
              <p:spPr>
                <a:xfrm>
                  <a:off x="6805413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2" name="Google Shape;5292;p74"/>
                <p:cNvSpPr/>
                <p:nvPr/>
              </p:nvSpPr>
              <p:spPr>
                <a:xfrm>
                  <a:off x="6805413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93" name="Google Shape;5293;p74"/>
              <p:cNvGrpSpPr/>
              <p:nvPr/>
            </p:nvGrpSpPr>
            <p:grpSpPr>
              <a:xfrm>
                <a:off x="2272795" y="2882501"/>
                <a:ext cx="103104" cy="1426186"/>
                <a:chOff x="5206863" y="3100904"/>
                <a:chExt cx="122758" cy="1698043"/>
              </a:xfrm>
            </p:grpSpPr>
            <p:sp>
              <p:nvSpPr>
                <p:cNvPr id="5294" name="Google Shape;5294;p74"/>
                <p:cNvSpPr/>
                <p:nvPr/>
              </p:nvSpPr>
              <p:spPr>
                <a:xfrm>
                  <a:off x="5206863" y="3100904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5" name="Google Shape;5295;p74"/>
                <p:cNvSpPr/>
                <p:nvPr/>
              </p:nvSpPr>
              <p:spPr>
                <a:xfrm>
                  <a:off x="5206863" y="3363453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6" name="Google Shape;5296;p74"/>
                <p:cNvSpPr/>
                <p:nvPr/>
              </p:nvSpPr>
              <p:spPr>
                <a:xfrm>
                  <a:off x="5206863" y="3625992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7" name="Google Shape;5297;p74"/>
                <p:cNvSpPr/>
                <p:nvPr/>
              </p:nvSpPr>
              <p:spPr>
                <a:xfrm>
                  <a:off x="5206863" y="3888561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8" name="Google Shape;5298;p74"/>
                <p:cNvSpPr/>
                <p:nvPr/>
              </p:nvSpPr>
              <p:spPr>
                <a:xfrm>
                  <a:off x="5206863" y="4151100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9" name="Google Shape;5299;p74"/>
                <p:cNvSpPr/>
                <p:nvPr/>
              </p:nvSpPr>
              <p:spPr>
                <a:xfrm>
                  <a:off x="5206863" y="4413650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0" name="Google Shape;5300;p74"/>
                <p:cNvSpPr/>
                <p:nvPr/>
              </p:nvSpPr>
              <p:spPr>
                <a:xfrm>
                  <a:off x="5206863" y="4676209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01" name="Google Shape;5301;p74"/>
              <p:cNvGrpSpPr/>
              <p:nvPr/>
            </p:nvGrpSpPr>
            <p:grpSpPr>
              <a:xfrm>
                <a:off x="1542694" y="2882501"/>
                <a:ext cx="103104" cy="1426186"/>
                <a:chOff x="6006138" y="3143629"/>
                <a:chExt cx="122758" cy="1698043"/>
              </a:xfrm>
            </p:grpSpPr>
            <p:sp>
              <p:nvSpPr>
                <p:cNvPr id="5302" name="Google Shape;5302;p74"/>
                <p:cNvSpPr/>
                <p:nvPr/>
              </p:nvSpPr>
              <p:spPr>
                <a:xfrm>
                  <a:off x="6006138" y="3143629"/>
                  <a:ext cx="12275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0" extrusionOk="0">
                      <a:moveTo>
                        <a:pt x="6191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1" y="12379"/>
                      </a:cubicBezTo>
                      <a:cubicBezTo>
                        <a:pt x="9610" y="12379"/>
                        <a:pt x="12381" y="9608"/>
                        <a:pt x="12381" y="6190"/>
                      </a:cubicBezTo>
                      <a:cubicBezTo>
                        <a:pt x="12381" y="2772"/>
                        <a:pt x="9610" y="1"/>
                        <a:pt x="6191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3" name="Google Shape;5303;p74"/>
                <p:cNvSpPr/>
                <p:nvPr/>
              </p:nvSpPr>
              <p:spPr>
                <a:xfrm>
                  <a:off x="6006138" y="3406178"/>
                  <a:ext cx="12275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1" h="12381" extrusionOk="0">
                      <a:moveTo>
                        <a:pt x="6191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10"/>
                        <a:pt x="2771" y="12381"/>
                        <a:pt x="6191" y="12381"/>
                      </a:cubicBezTo>
                      <a:cubicBezTo>
                        <a:pt x="9610" y="12381"/>
                        <a:pt x="12381" y="9610"/>
                        <a:pt x="12381" y="6191"/>
                      </a:cubicBezTo>
                      <a:cubicBezTo>
                        <a:pt x="12381" y="2771"/>
                        <a:pt x="9610" y="0"/>
                        <a:pt x="619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4" name="Google Shape;5304;p74"/>
                <p:cNvSpPr/>
                <p:nvPr/>
              </p:nvSpPr>
              <p:spPr>
                <a:xfrm>
                  <a:off x="6006138" y="3668717"/>
                  <a:ext cx="122738" cy="12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2" extrusionOk="0">
                      <a:moveTo>
                        <a:pt x="6190" y="1"/>
                      </a:moveTo>
                      <a:cubicBezTo>
                        <a:pt x="2771" y="1"/>
                        <a:pt x="0" y="2774"/>
                        <a:pt x="0" y="6192"/>
                      </a:cubicBezTo>
                      <a:cubicBezTo>
                        <a:pt x="0" y="9610"/>
                        <a:pt x="2771" y="12381"/>
                        <a:pt x="6190" y="12381"/>
                      </a:cubicBezTo>
                      <a:cubicBezTo>
                        <a:pt x="9608" y="12381"/>
                        <a:pt x="12379" y="9610"/>
                        <a:pt x="12379" y="6192"/>
                      </a:cubicBezTo>
                      <a:cubicBezTo>
                        <a:pt x="12379" y="2774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5" name="Google Shape;5305;p74"/>
                <p:cNvSpPr/>
                <p:nvPr/>
              </p:nvSpPr>
              <p:spPr>
                <a:xfrm>
                  <a:off x="6006138" y="3931286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6" name="Google Shape;5306;p74"/>
                <p:cNvSpPr/>
                <p:nvPr/>
              </p:nvSpPr>
              <p:spPr>
                <a:xfrm>
                  <a:off x="6006138" y="4193825"/>
                  <a:ext cx="122738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0" extrusionOk="0">
                      <a:moveTo>
                        <a:pt x="6190" y="1"/>
                      </a:moveTo>
                      <a:cubicBezTo>
                        <a:pt x="2771" y="1"/>
                        <a:pt x="0" y="2772"/>
                        <a:pt x="0" y="6190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90"/>
                      </a:cubicBezTo>
                      <a:cubicBezTo>
                        <a:pt x="12379" y="2772"/>
                        <a:pt x="9608" y="1"/>
                        <a:pt x="6190" y="1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7" name="Google Shape;5307;p74"/>
                <p:cNvSpPr/>
                <p:nvPr/>
              </p:nvSpPr>
              <p:spPr>
                <a:xfrm>
                  <a:off x="6006138" y="4456375"/>
                  <a:ext cx="122738" cy="12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81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91"/>
                      </a:cubicBezTo>
                      <a:cubicBezTo>
                        <a:pt x="0" y="9609"/>
                        <a:pt x="2771" y="12380"/>
                        <a:pt x="6190" y="12380"/>
                      </a:cubicBezTo>
                      <a:cubicBezTo>
                        <a:pt x="9608" y="12380"/>
                        <a:pt x="12379" y="9609"/>
                        <a:pt x="12379" y="6191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8" name="Google Shape;5308;p74"/>
                <p:cNvSpPr/>
                <p:nvPr/>
              </p:nvSpPr>
              <p:spPr>
                <a:xfrm>
                  <a:off x="6006138" y="4718934"/>
                  <a:ext cx="122738" cy="122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" h="12379" extrusionOk="0">
                      <a:moveTo>
                        <a:pt x="6190" y="0"/>
                      </a:moveTo>
                      <a:cubicBezTo>
                        <a:pt x="2771" y="0"/>
                        <a:pt x="0" y="2771"/>
                        <a:pt x="0" y="6189"/>
                      </a:cubicBezTo>
                      <a:cubicBezTo>
                        <a:pt x="0" y="9608"/>
                        <a:pt x="2771" y="12379"/>
                        <a:pt x="6190" y="12379"/>
                      </a:cubicBezTo>
                      <a:cubicBezTo>
                        <a:pt x="9608" y="12379"/>
                        <a:pt x="12379" y="9608"/>
                        <a:pt x="12379" y="6189"/>
                      </a:cubicBezTo>
                      <a:cubicBezTo>
                        <a:pt x="12379" y="2771"/>
                        <a:pt x="9608" y="0"/>
                        <a:pt x="6190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5309" name="Google Shape;5309;p74"/>
          <p:cNvGrpSpPr/>
          <p:nvPr/>
        </p:nvGrpSpPr>
        <p:grpSpPr>
          <a:xfrm>
            <a:off x="7561679" y="4407983"/>
            <a:ext cx="3666603" cy="1160903"/>
            <a:chOff x="238125" y="1725700"/>
            <a:chExt cx="7139025" cy="2260325"/>
          </a:xfrm>
        </p:grpSpPr>
        <p:sp>
          <p:nvSpPr>
            <p:cNvPr id="5310" name="Google Shape;5310;p74"/>
            <p:cNvSpPr/>
            <p:nvPr/>
          </p:nvSpPr>
          <p:spPr>
            <a:xfrm>
              <a:off x="238125" y="1741950"/>
              <a:ext cx="6506150" cy="2228050"/>
            </a:xfrm>
            <a:custGeom>
              <a:avLst/>
              <a:gdLst/>
              <a:ahLst/>
              <a:cxnLst/>
              <a:rect l="l" t="t" r="r" b="b"/>
              <a:pathLst>
                <a:path w="260246" h="89122" extrusionOk="0">
                  <a:moveTo>
                    <a:pt x="260246" y="1"/>
                  </a:moveTo>
                  <a:lnTo>
                    <a:pt x="0" y="44559"/>
                  </a:lnTo>
                  <a:lnTo>
                    <a:pt x="260241" y="89121"/>
                  </a:lnTo>
                  <a:cubicBezTo>
                    <a:pt x="250030" y="85482"/>
                    <a:pt x="242259" y="66921"/>
                    <a:pt x="242259" y="44559"/>
                  </a:cubicBezTo>
                  <a:cubicBezTo>
                    <a:pt x="242259" y="22201"/>
                    <a:pt x="250039" y="3626"/>
                    <a:pt x="260246" y="1"/>
                  </a:cubicBezTo>
                  <a:close/>
                </a:path>
              </a:pathLst>
            </a:custGeom>
            <a:solidFill>
              <a:srgbClr val="E3E9ED">
                <a:alpha val="435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1" name="Google Shape;5311;p74"/>
            <p:cNvSpPr/>
            <p:nvPr/>
          </p:nvSpPr>
          <p:spPr>
            <a:xfrm>
              <a:off x="2480475" y="2435950"/>
              <a:ext cx="438500" cy="841400"/>
            </a:xfrm>
            <a:custGeom>
              <a:avLst/>
              <a:gdLst/>
              <a:ahLst/>
              <a:cxnLst/>
              <a:rect l="l" t="t" r="r" b="b"/>
              <a:pathLst>
                <a:path w="17540" h="33656" extrusionOk="0">
                  <a:moveTo>
                    <a:pt x="8770" y="1"/>
                  </a:moveTo>
                  <a:cubicBezTo>
                    <a:pt x="3929" y="1"/>
                    <a:pt x="0" y="7536"/>
                    <a:pt x="0" y="16826"/>
                  </a:cubicBezTo>
                  <a:cubicBezTo>
                    <a:pt x="0" y="26120"/>
                    <a:pt x="3929" y="33655"/>
                    <a:pt x="8770" y="33655"/>
                  </a:cubicBezTo>
                  <a:cubicBezTo>
                    <a:pt x="13616" y="33655"/>
                    <a:pt x="17540" y="26120"/>
                    <a:pt x="17540" y="16826"/>
                  </a:cubicBezTo>
                  <a:cubicBezTo>
                    <a:pt x="17540" y="7536"/>
                    <a:pt x="13616" y="1"/>
                    <a:pt x="877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2" name="Google Shape;5312;p74"/>
            <p:cNvSpPr/>
            <p:nvPr/>
          </p:nvSpPr>
          <p:spPr>
            <a:xfrm>
              <a:off x="3663250" y="2219875"/>
              <a:ext cx="607450" cy="1272525"/>
            </a:xfrm>
            <a:custGeom>
              <a:avLst/>
              <a:gdLst/>
              <a:ahLst/>
              <a:cxnLst/>
              <a:rect l="l" t="t" r="r" b="b"/>
              <a:pathLst>
                <a:path w="24298" h="50901" extrusionOk="0">
                  <a:moveTo>
                    <a:pt x="12147" y="1"/>
                  </a:moveTo>
                  <a:cubicBezTo>
                    <a:pt x="8924" y="1"/>
                    <a:pt x="5836" y="2681"/>
                    <a:pt x="3558" y="7450"/>
                  </a:cubicBezTo>
                  <a:cubicBezTo>
                    <a:pt x="1280" y="12224"/>
                    <a:pt x="0" y="18697"/>
                    <a:pt x="0" y="25451"/>
                  </a:cubicBezTo>
                  <a:cubicBezTo>
                    <a:pt x="0" y="32200"/>
                    <a:pt x="1280" y="38673"/>
                    <a:pt x="3558" y="43447"/>
                  </a:cubicBezTo>
                  <a:cubicBezTo>
                    <a:pt x="5836" y="48216"/>
                    <a:pt x="8924" y="50901"/>
                    <a:pt x="12147" y="50901"/>
                  </a:cubicBezTo>
                  <a:cubicBezTo>
                    <a:pt x="15370" y="50901"/>
                    <a:pt x="18457" y="48216"/>
                    <a:pt x="20735" y="43447"/>
                  </a:cubicBezTo>
                  <a:cubicBezTo>
                    <a:pt x="23014" y="38673"/>
                    <a:pt x="24298" y="32200"/>
                    <a:pt x="24298" y="25451"/>
                  </a:cubicBezTo>
                  <a:cubicBezTo>
                    <a:pt x="24298" y="18697"/>
                    <a:pt x="23014" y="12224"/>
                    <a:pt x="20735" y="7450"/>
                  </a:cubicBezTo>
                  <a:cubicBezTo>
                    <a:pt x="18457" y="2681"/>
                    <a:pt x="15370" y="1"/>
                    <a:pt x="12147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3" name="Google Shape;5313;p74"/>
            <p:cNvSpPr/>
            <p:nvPr/>
          </p:nvSpPr>
          <p:spPr>
            <a:xfrm>
              <a:off x="4999700" y="1973525"/>
              <a:ext cx="820500" cy="1764350"/>
            </a:xfrm>
            <a:custGeom>
              <a:avLst/>
              <a:gdLst/>
              <a:ahLst/>
              <a:cxnLst/>
              <a:rect l="l" t="t" r="r" b="b"/>
              <a:pathLst>
                <a:path w="32820" h="70574" extrusionOk="0">
                  <a:moveTo>
                    <a:pt x="16410" y="0"/>
                  </a:moveTo>
                  <a:cubicBezTo>
                    <a:pt x="12057" y="0"/>
                    <a:pt x="7884" y="3716"/>
                    <a:pt x="4806" y="10334"/>
                  </a:cubicBezTo>
                  <a:cubicBezTo>
                    <a:pt x="1728" y="16952"/>
                    <a:pt x="1" y="25925"/>
                    <a:pt x="1" y="35287"/>
                  </a:cubicBezTo>
                  <a:cubicBezTo>
                    <a:pt x="1" y="44644"/>
                    <a:pt x="1728" y="53622"/>
                    <a:pt x="4806" y="60239"/>
                  </a:cubicBezTo>
                  <a:cubicBezTo>
                    <a:pt x="7884" y="66857"/>
                    <a:pt x="12057" y="70573"/>
                    <a:pt x="16410" y="70573"/>
                  </a:cubicBezTo>
                  <a:cubicBezTo>
                    <a:pt x="20759" y="70573"/>
                    <a:pt x="24936" y="66857"/>
                    <a:pt x="28014" y="60239"/>
                  </a:cubicBezTo>
                  <a:cubicBezTo>
                    <a:pt x="31088" y="53622"/>
                    <a:pt x="32819" y="44644"/>
                    <a:pt x="32819" y="35287"/>
                  </a:cubicBezTo>
                  <a:cubicBezTo>
                    <a:pt x="32819" y="25925"/>
                    <a:pt x="31088" y="16952"/>
                    <a:pt x="28014" y="10334"/>
                  </a:cubicBezTo>
                  <a:cubicBezTo>
                    <a:pt x="24936" y="3716"/>
                    <a:pt x="20759" y="0"/>
                    <a:pt x="1641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4" name="Google Shape;5314;p74"/>
            <p:cNvSpPr/>
            <p:nvPr/>
          </p:nvSpPr>
          <p:spPr>
            <a:xfrm>
              <a:off x="6838275" y="1725700"/>
              <a:ext cx="150" cy="0"/>
            </a:xfrm>
            <a:custGeom>
              <a:avLst/>
              <a:gdLst/>
              <a:ahLst/>
              <a:cxnLst/>
              <a:rect l="l" t="t" r="r" b="b"/>
              <a:pathLst>
                <a:path w="6" extrusionOk="0">
                  <a:moveTo>
                    <a:pt x="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5" name="Google Shape;5315;p74"/>
            <p:cNvSpPr/>
            <p:nvPr/>
          </p:nvSpPr>
          <p:spPr>
            <a:xfrm>
              <a:off x="6838400" y="39860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6" name="Google Shape;5316;p74"/>
            <p:cNvSpPr/>
            <p:nvPr/>
          </p:nvSpPr>
          <p:spPr>
            <a:xfrm>
              <a:off x="6744250" y="3969975"/>
              <a:ext cx="94175" cy="16050"/>
            </a:xfrm>
            <a:custGeom>
              <a:avLst/>
              <a:gdLst/>
              <a:ahLst/>
              <a:cxnLst/>
              <a:rect l="l" t="t" r="r" b="b"/>
              <a:pathLst>
                <a:path w="3767" h="642" extrusionOk="0">
                  <a:moveTo>
                    <a:pt x="1" y="0"/>
                  </a:moveTo>
                  <a:lnTo>
                    <a:pt x="1" y="0"/>
                  </a:lnTo>
                  <a:cubicBezTo>
                    <a:pt x="1190" y="425"/>
                    <a:pt x="2415" y="642"/>
                    <a:pt x="3662" y="642"/>
                  </a:cubicBezTo>
                  <a:lnTo>
                    <a:pt x="3766" y="6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7" name="Google Shape;5317;p74"/>
            <p:cNvSpPr/>
            <p:nvPr/>
          </p:nvSpPr>
          <p:spPr>
            <a:xfrm>
              <a:off x="6744250" y="1725700"/>
              <a:ext cx="94050" cy="16175"/>
            </a:xfrm>
            <a:custGeom>
              <a:avLst/>
              <a:gdLst/>
              <a:ahLst/>
              <a:cxnLst/>
              <a:rect l="l" t="t" r="r" b="b"/>
              <a:pathLst>
                <a:path w="3762" h="647" extrusionOk="0">
                  <a:moveTo>
                    <a:pt x="3662" y="0"/>
                  </a:moveTo>
                  <a:cubicBezTo>
                    <a:pt x="2415" y="0"/>
                    <a:pt x="1194" y="222"/>
                    <a:pt x="1" y="646"/>
                  </a:cubicBezTo>
                  <a:lnTo>
                    <a:pt x="3762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8" name="Google Shape;5318;p74"/>
            <p:cNvSpPr/>
            <p:nvPr/>
          </p:nvSpPr>
          <p:spPr>
            <a:xfrm>
              <a:off x="6294575" y="1725700"/>
              <a:ext cx="1082575" cy="2260225"/>
            </a:xfrm>
            <a:custGeom>
              <a:avLst/>
              <a:gdLst/>
              <a:ahLst/>
              <a:cxnLst/>
              <a:rect l="l" t="t" r="r" b="b"/>
              <a:pathLst>
                <a:path w="43303" h="90409" extrusionOk="0">
                  <a:moveTo>
                    <a:pt x="21749" y="0"/>
                  </a:moveTo>
                  <a:lnTo>
                    <a:pt x="17988" y="646"/>
                  </a:lnTo>
                  <a:cubicBezTo>
                    <a:pt x="7781" y="4276"/>
                    <a:pt x="1" y="22846"/>
                    <a:pt x="1" y="45204"/>
                  </a:cubicBezTo>
                  <a:cubicBezTo>
                    <a:pt x="1" y="67562"/>
                    <a:pt x="7781" y="86132"/>
                    <a:pt x="17988" y="89766"/>
                  </a:cubicBezTo>
                  <a:lnTo>
                    <a:pt x="21753" y="90408"/>
                  </a:lnTo>
                  <a:lnTo>
                    <a:pt x="21758" y="90408"/>
                  </a:lnTo>
                  <a:cubicBezTo>
                    <a:pt x="33665" y="90291"/>
                    <a:pt x="43302" y="70094"/>
                    <a:pt x="43302" y="45204"/>
                  </a:cubicBezTo>
                  <a:cubicBezTo>
                    <a:pt x="43302" y="20315"/>
                    <a:pt x="33665" y="118"/>
                    <a:pt x="2175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9" name="Google Shape;5319;p74"/>
            <p:cNvSpPr/>
            <p:nvPr/>
          </p:nvSpPr>
          <p:spPr>
            <a:xfrm>
              <a:off x="1511625" y="2613375"/>
              <a:ext cx="292400" cy="484275"/>
            </a:xfrm>
            <a:custGeom>
              <a:avLst/>
              <a:gdLst/>
              <a:ahLst/>
              <a:cxnLst/>
              <a:rect l="l" t="t" r="r" b="b"/>
              <a:pathLst>
                <a:path w="11696" h="19371" extrusionOk="0">
                  <a:moveTo>
                    <a:pt x="5850" y="1"/>
                  </a:moveTo>
                  <a:cubicBezTo>
                    <a:pt x="2618" y="1"/>
                    <a:pt x="1" y="4336"/>
                    <a:pt x="1" y="9684"/>
                  </a:cubicBezTo>
                  <a:cubicBezTo>
                    <a:pt x="1" y="15036"/>
                    <a:pt x="2618" y="19371"/>
                    <a:pt x="5850" y="19371"/>
                  </a:cubicBezTo>
                  <a:cubicBezTo>
                    <a:pt x="9078" y="19371"/>
                    <a:pt x="11695" y="15036"/>
                    <a:pt x="11695" y="9684"/>
                  </a:cubicBezTo>
                  <a:cubicBezTo>
                    <a:pt x="11695" y="4336"/>
                    <a:pt x="9078" y="1"/>
                    <a:pt x="5850" y="1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320" name="Google Shape;5320;p74"/>
          <p:cNvGrpSpPr/>
          <p:nvPr/>
        </p:nvGrpSpPr>
        <p:grpSpPr>
          <a:xfrm>
            <a:off x="7921897" y="2996978"/>
            <a:ext cx="1473936" cy="1222329"/>
            <a:chOff x="5249100" y="1210600"/>
            <a:chExt cx="3502700" cy="2904775"/>
          </a:xfrm>
        </p:grpSpPr>
        <p:sp>
          <p:nvSpPr>
            <p:cNvPr id="5321" name="Google Shape;5321;p74"/>
            <p:cNvSpPr/>
            <p:nvPr/>
          </p:nvSpPr>
          <p:spPr>
            <a:xfrm>
              <a:off x="5479658" y="1210600"/>
              <a:ext cx="3108190" cy="632425"/>
            </a:xfrm>
            <a:custGeom>
              <a:avLst/>
              <a:gdLst/>
              <a:ahLst/>
              <a:cxnLst/>
              <a:rect l="l" t="t" r="r" b="b"/>
              <a:pathLst>
                <a:path w="117257" h="25297" extrusionOk="0">
                  <a:moveTo>
                    <a:pt x="1" y="0"/>
                  </a:moveTo>
                  <a:lnTo>
                    <a:pt x="14647" y="25297"/>
                  </a:lnTo>
                  <a:lnTo>
                    <a:pt x="102066" y="25297"/>
                  </a:lnTo>
                  <a:lnTo>
                    <a:pt x="117257" y="0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22" name="Google Shape;5322;p74"/>
            <p:cNvSpPr/>
            <p:nvPr/>
          </p:nvSpPr>
          <p:spPr>
            <a:xfrm>
              <a:off x="5769162" y="1842998"/>
              <a:ext cx="2424880" cy="631925"/>
            </a:xfrm>
            <a:custGeom>
              <a:avLst/>
              <a:gdLst/>
              <a:ahLst/>
              <a:cxnLst/>
              <a:rect l="l" t="t" r="r" b="b"/>
              <a:pathLst>
                <a:path w="91479" h="25277" extrusionOk="0">
                  <a:moveTo>
                    <a:pt x="1" y="1"/>
                  </a:moveTo>
                  <a:lnTo>
                    <a:pt x="14647" y="25276"/>
                  </a:lnTo>
                  <a:lnTo>
                    <a:pt x="76602" y="25276"/>
                  </a:lnTo>
                  <a:lnTo>
                    <a:pt x="91479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23" name="Google Shape;5323;p74"/>
            <p:cNvSpPr/>
            <p:nvPr/>
          </p:nvSpPr>
          <p:spPr>
            <a:xfrm>
              <a:off x="6065319" y="2474896"/>
              <a:ext cx="1739369" cy="632450"/>
            </a:xfrm>
            <a:custGeom>
              <a:avLst/>
              <a:gdLst/>
              <a:ahLst/>
              <a:cxnLst/>
              <a:rect l="l" t="t" r="r" b="b"/>
              <a:pathLst>
                <a:path w="65618" h="25298" extrusionOk="0">
                  <a:moveTo>
                    <a:pt x="1" y="0"/>
                  </a:moveTo>
                  <a:lnTo>
                    <a:pt x="14417" y="25297"/>
                  </a:lnTo>
                  <a:lnTo>
                    <a:pt x="50887" y="25297"/>
                  </a:lnTo>
                  <a:lnTo>
                    <a:pt x="6561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24" name="Google Shape;5324;p74"/>
            <p:cNvSpPr/>
            <p:nvPr/>
          </p:nvSpPr>
          <p:spPr>
            <a:xfrm>
              <a:off x="6354293" y="3107319"/>
              <a:ext cx="1061572" cy="632425"/>
            </a:xfrm>
            <a:custGeom>
              <a:avLst/>
              <a:gdLst/>
              <a:ahLst/>
              <a:cxnLst/>
              <a:rect l="l" t="t" r="r" b="b"/>
              <a:pathLst>
                <a:path w="40048" h="25297" extrusionOk="0">
                  <a:moveTo>
                    <a:pt x="0" y="0"/>
                  </a:moveTo>
                  <a:lnTo>
                    <a:pt x="14668" y="25297"/>
                  </a:lnTo>
                  <a:lnTo>
                    <a:pt x="25360" y="25297"/>
                  </a:lnTo>
                  <a:lnTo>
                    <a:pt x="40048" y="0"/>
                  </a:ln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5325" name="Google Shape;5325;p74"/>
            <p:cNvCxnSpPr/>
            <p:nvPr/>
          </p:nvCxnSpPr>
          <p:spPr>
            <a:xfrm>
              <a:off x="5249100" y="2382654"/>
              <a:ext cx="922800" cy="0"/>
            </a:xfrm>
            <a:prstGeom prst="straightConnector1">
              <a:avLst/>
            </a:prstGeom>
            <a:noFill/>
            <a:ln w="19050" cap="flat" cmpd="sng">
              <a:solidFill>
                <a:srgbClr val="869FB2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5326" name="Google Shape;5326;p74"/>
            <p:cNvCxnSpPr/>
            <p:nvPr/>
          </p:nvCxnSpPr>
          <p:spPr>
            <a:xfrm rot="10800000">
              <a:off x="8178522" y="1765431"/>
              <a:ext cx="559200" cy="0"/>
            </a:xfrm>
            <a:prstGeom prst="straightConnector1">
              <a:avLst/>
            </a:prstGeom>
            <a:noFill/>
            <a:ln w="19050" cap="flat" cmpd="sng">
              <a:solidFill>
                <a:srgbClr val="BAC8D3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5327" name="Google Shape;5327;p74"/>
            <p:cNvCxnSpPr/>
            <p:nvPr/>
          </p:nvCxnSpPr>
          <p:spPr>
            <a:xfrm rot="10800000">
              <a:off x="7467500" y="2943528"/>
              <a:ext cx="1284300" cy="0"/>
            </a:xfrm>
            <a:prstGeom prst="straightConnector1">
              <a:avLst/>
            </a:prstGeom>
            <a:noFill/>
            <a:ln w="19050" cap="flat" cmpd="sng">
              <a:solidFill>
                <a:srgbClr val="5F7D95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5328" name="Google Shape;5328;p74"/>
            <p:cNvCxnSpPr/>
            <p:nvPr/>
          </p:nvCxnSpPr>
          <p:spPr>
            <a:xfrm>
              <a:off x="5787288" y="3630350"/>
              <a:ext cx="922800" cy="0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5329" name="Google Shape;5329;p74"/>
            <p:cNvSpPr/>
            <p:nvPr/>
          </p:nvSpPr>
          <p:spPr>
            <a:xfrm>
              <a:off x="6601902" y="3690575"/>
              <a:ext cx="566400" cy="4248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435D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330" name="Google Shape;5330;p74"/>
          <p:cNvGrpSpPr/>
          <p:nvPr/>
        </p:nvGrpSpPr>
        <p:grpSpPr>
          <a:xfrm>
            <a:off x="9498628" y="1289535"/>
            <a:ext cx="1739533" cy="1499808"/>
            <a:chOff x="7287122" y="1165658"/>
            <a:chExt cx="1219413" cy="1051365"/>
          </a:xfrm>
        </p:grpSpPr>
        <p:grpSp>
          <p:nvGrpSpPr>
            <p:cNvPr id="5331" name="Google Shape;5331;p74"/>
            <p:cNvGrpSpPr/>
            <p:nvPr/>
          </p:nvGrpSpPr>
          <p:grpSpPr>
            <a:xfrm>
              <a:off x="7287122" y="1969723"/>
              <a:ext cx="1219413" cy="247300"/>
              <a:chOff x="7287122" y="1969723"/>
              <a:chExt cx="1219413" cy="247300"/>
            </a:xfrm>
          </p:grpSpPr>
          <p:sp>
            <p:nvSpPr>
              <p:cNvPr id="5332" name="Google Shape;5332;p74"/>
              <p:cNvSpPr/>
              <p:nvPr/>
            </p:nvSpPr>
            <p:spPr>
              <a:xfrm flipH="1">
                <a:off x="8366247" y="1969723"/>
                <a:ext cx="140288" cy="247300"/>
              </a:xfrm>
              <a:custGeom>
                <a:avLst/>
                <a:gdLst/>
                <a:ahLst/>
                <a:cxnLst/>
                <a:rect l="l" t="t" r="r" b="b"/>
                <a:pathLst>
                  <a:path w="14992" h="26428" extrusionOk="0">
                    <a:moveTo>
                      <a:pt x="31" y="0"/>
                    </a:moveTo>
                    <a:cubicBezTo>
                      <a:pt x="25" y="0"/>
                      <a:pt x="19" y="0"/>
                      <a:pt x="13" y="0"/>
                    </a:cubicBezTo>
                    <a:lnTo>
                      <a:pt x="0" y="0"/>
                    </a:lnTo>
                    <a:lnTo>
                      <a:pt x="0" y="26407"/>
                    </a:lnTo>
                    <a:lnTo>
                      <a:pt x="13" y="26427"/>
                    </a:lnTo>
                    <a:lnTo>
                      <a:pt x="14992" y="1860"/>
                    </a:lnTo>
                    <a:cubicBezTo>
                      <a:pt x="10391" y="663"/>
                      <a:pt x="5335" y="0"/>
                      <a:pt x="31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5333" name="Google Shape;5333;p74"/>
              <p:cNvGrpSpPr/>
              <p:nvPr/>
            </p:nvGrpSpPr>
            <p:grpSpPr>
              <a:xfrm>
                <a:off x="7287122" y="2063892"/>
                <a:ext cx="1151753" cy="73428"/>
                <a:chOff x="7287122" y="2063892"/>
                <a:chExt cx="1151753" cy="73428"/>
              </a:xfrm>
            </p:grpSpPr>
            <p:sp>
              <p:nvSpPr>
                <p:cNvPr id="5334" name="Google Shape;5334;p74"/>
                <p:cNvSpPr/>
                <p:nvPr/>
              </p:nvSpPr>
              <p:spPr>
                <a:xfrm flipH="1">
                  <a:off x="7287122" y="2063892"/>
                  <a:ext cx="507103" cy="734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7" extrusionOk="0">
                      <a:moveTo>
                        <a:pt x="0" y="1"/>
                      </a:moveTo>
                      <a:lnTo>
                        <a:pt x="0" y="7847"/>
                      </a:lnTo>
                      <a:lnTo>
                        <a:pt x="35123" y="7847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35" name="Google Shape;5335;p74"/>
                <p:cNvCxnSpPr/>
                <p:nvPr/>
              </p:nvCxnSpPr>
              <p:spPr>
                <a:xfrm rot="10800000">
                  <a:off x="7818475" y="2100600"/>
                  <a:ext cx="620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CFD9E0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336" name="Google Shape;5336;p74"/>
            <p:cNvGrpSpPr/>
            <p:nvPr/>
          </p:nvGrpSpPr>
          <p:grpSpPr>
            <a:xfrm>
              <a:off x="7287122" y="1712201"/>
              <a:ext cx="1219403" cy="246767"/>
              <a:chOff x="7287122" y="1712201"/>
              <a:chExt cx="1219403" cy="246767"/>
            </a:xfrm>
          </p:grpSpPr>
          <p:sp>
            <p:nvSpPr>
              <p:cNvPr id="5337" name="Google Shape;5337;p74"/>
              <p:cNvSpPr/>
              <p:nvPr/>
            </p:nvSpPr>
            <p:spPr>
              <a:xfrm flipH="1">
                <a:off x="8226249" y="1712201"/>
                <a:ext cx="280276" cy="246767"/>
              </a:xfrm>
              <a:custGeom>
                <a:avLst/>
                <a:gdLst/>
                <a:ahLst/>
                <a:cxnLst/>
                <a:rect l="l" t="t" r="r" b="b"/>
                <a:pathLst>
                  <a:path w="29952" h="26371" extrusionOk="0">
                    <a:moveTo>
                      <a:pt x="1" y="0"/>
                    </a:moveTo>
                    <a:lnTo>
                      <a:pt x="1" y="24234"/>
                    </a:lnTo>
                    <a:lnTo>
                      <a:pt x="14" y="24234"/>
                    </a:lnTo>
                    <a:cubicBezTo>
                      <a:pt x="14" y="24234"/>
                      <a:pt x="203" y="24229"/>
                      <a:pt x="558" y="24229"/>
                    </a:cubicBezTo>
                    <a:cubicBezTo>
                      <a:pt x="2473" y="24229"/>
                      <a:pt x="9215" y="24384"/>
                      <a:pt x="17213" y="26370"/>
                    </a:cubicBezTo>
                    <a:lnTo>
                      <a:pt x="29952" y="5713"/>
                    </a:lnTo>
                    <a:cubicBezTo>
                      <a:pt x="29952" y="5713"/>
                      <a:pt x="20827" y="0"/>
                      <a:pt x="14" y="0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5338" name="Google Shape;5338;p74"/>
              <p:cNvGrpSpPr/>
              <p:nvPr/>
            </p:nvGrpSpPr>
            <p:grpSpPr>
              <a:xfrm>
                <a:off x="7287122" y="1842861"/>
                <a:ext cx="1005303" cy="73419"/>
                <a:chOff x="7287122" y="1842861"/>
                <a:chExt cx="1005303" cy="73419"/>
              </a:xfrm>
            </p:grpSpPr>
            <p:sp>
              <p:nvSpPr>
                <p:cNvPr id="5339" name="Google Shape;5339;p74"/>
                <p:cNvSpPr/>
                <p:nvPr/>
              </p:nvSpPr>
              <p:spPr>
                <a:xfrm flipH="1">
                  <a:off x="7287122" y="1842861"/>
                  <a:ext cx="507103" cy="73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6" extrusionOk="0">
                      <a:moveTo>
                        <a:pt x="0" y="1"/>
                      </a:moveTo>
                      <a:lnTo>
                        <a:pt x="0" y="7845"/>
                      </a:lnTo>
                      <a:lnTo>
                        <a:pt x="35123" y="7845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40" name="Google Shape;5340;p74"/>
                <p:cNvCxnSpPr/>
                <p:nvPr/>
              </p:nvCxnSpPr>
              <p:spPr>
                <a:xfrm rot="10800000">
                  <a:off x="7818425" y="1879575"/>
                  <a:ext cx="47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341" name="Google Shape;5341;p74"/>
            <p:cNvGrpSpPr/>
            <p:nvPr/>
          </p:nvGrpSpPr>
          <p:grpSpPr>
            <a:xfrm>
              <a:off x="7287122" y="1447520"/>
              <a:ext cx="1219403" cy="286667"/>
              <a:chOff x="7287122" y="1447520"/>
              <a:chExt cx="1219403" cy="286667"/>
            </a:xfrm>
          </p:grpSpPr>
          <p:sp>
            <p:nvSpPr>
              <p:cNvPr id="5342" name="Google Shape;5342;p74"/>
              <p:cNvSpPr/>
              <p:nvPr/>
            </p:nvSpPr>
            <p:spPr>
              <a:xfrm flipH="1">
                <a:off x="8087665" y="1447520"/>
                <a:ext cx="418860" cy="286667"/>
              </a:xfrm>
              <a:custGeom>
                <a:avLst/>
                <a:gdLst/>
                <a:ahLst/>
                <a:cxnLst/>
                <a:rect l="l" t="t" r="r" b="b"/>
                <a:pathLst>
                  <a:path w="44762" h="30635" extrusionOk="0">
                    <a:moveTo>
                      <a:pt x="1" y="1"/>
                    </a:moveTo>
                    <a:lnTo>
                      <a:pt x="1" y="24648"/>
                    </a:lnTo>
                    <a:lnTo>
                      <a:pt x="14" y="24648"/>
                    </a:lnTo>
                    <a:cubicBezTo>
                      <a:pt x="5607" y="24648"/>
                      <a:pt x="18560" y="25130"/>
                      <a:pt x="31390" y="30635"/>
                    </a:cubicBezTo>
                    <a:lnTo>
                      <a:pt x="44761" y="10327"/>
                    </a:lnTo>
                    <a:cubicBezTo>
                      <a:pt x="44761" y="10327"/>
                      <a:pt x="27304" y="1"/>
                      <a:pt x="14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5343" name="Google Shape;5343;p74"/>
              <p:cNvGrpSpPr/>
              <p:nvPr/>
            </p:nvGrpSpPr>
            <p:grpSpPr>
              <a:xfrm>
                <a:off x="7287122" y="1581977"/>
                <a:ext cx="852803" cy="73428"/>
                <a:chOff x="7287122" y="1581977"/>
                <a:chExt cx="852803" cy="73428"/>
              </a:xfrm>
            </p:grpSpPr>
            <p:sp>
              <p:nvSpPr>
                <p:cNvPr id="5344" name="Google Shape;5344;p74"/>
                <p:cNvSpPr/>
                <p:nvPr/>
              </p:nvSpPr>
              <p:spPr>
                <a:xfrm flipH="1">
                  <a:off x="7287122" y="1581977"/>
                  <a:ext cx="507103" cy="734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7" extrusionOk="0">
                      <a:moveTo>
                        <a:pt x="0" y="1"/>
                      </a:moveTo>
                      <a:lnTo>
                        <a:pt x="0" y="7847"/>
                      </a:lnTo>
                      <a:lnTo>
                        <a:pt x="35123" y="7847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45" name="Google Shape;5345;p74"/>
                <p:cNvCxnSpPr/>
                <p:nvPr/>
              </p:nvCxnSpPr>
              <p:spPr>
                <a:xfrm rot="10800000">
                  <a:off x="7818325" y="1618700"/>
                  <a:ext cx="321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346" name="Google Shape;5346;p74"/>
            <p:cNvGrpSpPr/>
            <p:nvPr/>
          </p:nvGrpSpPr>
          <p:grpSpPr>
            <a:xfrm>
              <a:off x="7287122" y="1165658"/>
              <a:ext cx="1219403" cy="344253"/>
              <a:chOff x="7287122" y="1165658"/>
              <a:chExt cx="1219403" cy="344253"/>
            </a:xfrm>
          </p:grpSpPr>
          <p:sp>
            <p:nvSpPr>
              <p:cNvPr id="5347" name="Google Shape;5347;p74"/>
              <p:cNvSpPr/>
              <p:nvPr/>
            </p:nvSpPr>
            <p:spPr>
              <a:xfrm flipH="1">
                <a:off x="7919557" y="1165658"/>
                <a:ext cx="586968" cy="344253"/>
              </a:xfrm>
              <a:custGeom>
                <a:avLst/>
                <a:gdLst/>
                <a:ahLst/>
                <a:cxnLst/>
                <a:rect l="l" t="t" r="r" b="b"/>
                <a:pathLst>
                  <a:path w="62727" h="36789" extrusionOk="0">
                    <a:moveTo>
                      <a:pt x="1" y="1"/>
                    </a:moveTo>
                    <a:lnTo>
                      <a:pt x="1" y="25976"/>
                    </a:lnTo>
                    <a:lnTo>
                      <a:pt x="17" y="25976"/>
                    </a:lnTo>
                    <a:cubicBezTo>
                      <a:pt x="74" y="25976"/>
                      <a:pt x="588" y="25960"/>
                      <a:pt x="1487" y="25960"/>
                    </a:cubicBezTo>
                    <a:cubicBezTo>
                      <a:pt x="7235" y="25960"/>
                      <a:pt x="28709" y="26646"/>
                      <a:pt x="46867" y="36789"/>
                    </a:cubicBezTo>
                    <a:lnTo>
                      <a:pt x="62726" y="12728"/>
                    </a:lnTo>
                    <a:cubicBezTo>
                      <a:pt x="62726" y="12728"/>
                      <a:pt x="39312" y="2"/>
                      <a:pt x="17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5348" name="Google Shape;5348;p74"/>
              <p:cNvGrpSpPr/>
              <p:nvPr/>
            </p:nvGrpSpPr>
            <p:grpSpPr>
              <a:xfrm>
                <a:off x="7287122" y="1341025"/>
                <a:ext cx="695703" cy="73419"/>
                <a:chOff x="7287122" y="1341025"/>
                <a:chExt cx="695703" cy="73419"/>
              </a:xfrm>
            </p:grpSpPr>
            <p:sp>
              <p:nvSpPr>
                <p:cNvPr id="5349" name="Google Shape;5349;p74"/>
                <p:cNvSpPr/>
                <p:nvPr/>
              </p:nvSpPr>
              <p:spPr>
                <a:xfrm flipH="1">
                  <a:off x="7287122" y="1341025"/>
                  <a:ext cx="507103" cy="73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24" h="7846" extrusionOk="0">
                      <a:moveTo>
                        <a:pt x="0" y="1"/>
                      </a:moveTo>
                      <a:lnTo>
                        <a:pt x="0" y="7845"/>
                      </a:lnTo>
                      <a:lnTo>
                        <a:pt x="35123" y="7845"/>
                      </a:lnTo>
                      <a:lnTo>
                        <a:pt x="35123" y="1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50" name="Google Shape;5350;p74"/>
                <p:cNvCxnSpPr/>
                <p:nvPr/>
              </p:nvCxnSpPr>
              <p:spPr>
                <a:xfrm rot="10800000">
                  <a:off x="7818425" y="1377750"/>
                  <a:ext cx="16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69FB1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</p:grpSp>
      <p:grpSp>
        <p:nvGrpSpPr>
          <p:cNvPr id="5351" name="Google Shape;5351;p74"/>
          <p:cNvGrpSpPr/>
          <p:nvPr/>
        </p:nvGrpSpPr>
        <p:grpSpPr>
          <a:xfrm>
            <a:off x="7720618" y="1297565"/>
            <a:ext cx="1863639" cy="1464720"/>
            <a:chOff x="5900602" y="1193063"/>
            <a:chExt cx="1299851" cy="1021707"/>
          </a:xfrm>
        </p:grpSpPr>
        <p:grpSp>
          <p:nvGrpSpPr>
            <p:cNvPr id="5352" name="Google Shape;5352;p74"/>
            <p:cNvGrpSpPr/>
            <p:nvPr/>
          </p:nvGrpSpPr>
          <p:grpSpPr>
            <a:xfrm>
              <a:off x="6520337" y="1193063"/>
              <a:ext cx="341815" cy="799959"/>
              <a:chOff x="6520337" y="1193063"/>
              <a:chExt cx="341815" cy="799959"/>
            </a:xfrm>
          </p:grpSpPr>
          <p:grpSp>
            <p:nvGrpSpPr>
              <p:cNvPr id="5353" name="Google Shape;5353;p74"/>
              <p:cNvGrpSpPr/>
              <p:nvPr/>
            </p:nvGrpSpPr>
            <p:grpSpPr>
              <a:xfrm>
                <a:off x="6520337" y="1589527"/>
                <a:ext cx="213950" cy="403494"/>
                <a:chOff x="6520337" y="1589527"/>
                <a:chExt cx="213950" cy="403494"/>
              </a:xfrm>
            </p:grpSpPr>
            <p:sp>
              <p:nvSpPr>
                <p:cNvPr id="5354" name="Google Shape;5354;p74"/>
                <p:cNvSpPr/>
                <p:nvPr/>
              </p:nvSpPr>
              <p:spPr>
                <a:xfrm rot="-5400000">
                  <a:off x="6522864" y="1587001"/>
                  <a:ext cx="208853" cy="213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3" h="24594" extrusionOk="0">
                      <a:moveTo>
                        <a:pt x="725" y="0"/>
                      </a:moveTo>
                      <a:cubicBezTo>
                        <a:pt x="482" y="0"/>
                        <a:pt x="241" y="3"/>
                        <a:pt x="0" y="5"/>
                      </a:cubicBezTo>
                      <a:lnTo>
                        <a:pt x="0" y="22597"/>
                      </a:lnTo>
                      <a:cubicBezTo>
                        <a:pt x="118" y="22596"/>
                        <a:pt x="222" y="22595"/>
                        <a:pt x="312" y="22595"/>
                      </a:cubicBezTo>
                      <a:cubicBezTo>
                        <a:pt x="582" y="22595"/>
                        <a:pt x="725" y="22600"/>
                        <a:pt x="725" y="22600"/>
                      </a:cubicBezTo>
                      <a:cubicBezTo>
                        <a:pt x="725" y="22600"/>
                        <a:pt x="872" y="22595"/>
                        <a:pt x="1149" y="22595"/>
                      </a:cubicBezTo>
                      <a:cubicBezTo>
                        <a:pt x="2638" y="22595"/>
                        <a:pt x="7882" y="22740"/>
                        <a:pt x="14103" y="24594"/>
                      </a:cubicBezTo>
                      <a:lnTo>
                        <a:pt x="24013" y="5327"/>
                      </a:lnTo>
                      <a:cubicBezTo>
                        <a:pt x="24013" y="5327"/>
                        <a:pt x="16917" y="0"/>
                        <a:pt x="725" y="0"/>
                      </a:cubicBez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55" name="Google Shape;5355;p74"/>
                <p:cNvSpPr/>
                <p:nvPr/>
              </p:nvSpPr>
              <p:spPr>
                <a:xfrm rot="-5400000">
                  <a:off x="6529204" y="1787939"/>
                  <a:ext cx="196250" cy="213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4" h="24595" extrusionOk="0">
                      <a:moveTo>
                        <a:pt x="22564" y="1"/>
                      </a:moveTo>
                      <a:cubicBezTo>
                        <a:pt x="15114" y="73"/>
                        <a:pt x="9649" y="1280"/>
                        <a:pt x="5965" y="2527"/>
                      </a:cubicBezTo>
                      <a:lnTo>
                        <a:pt x="5965" y="2528"/>
                      </a:lnTo>
                      <a:cubicBezTo>
                        <a:pt x="2949" y="3548"/>
                        <a:pt x="1124" y="4595"/>
                        <a:pt x="385" y="5067"/>
                      </a:cubicBezTo>
                      <a:cubicBezTo>
                        <a:pt x="382" y="5067"/>
                        <a:pt x="382" y="5068"/>
                        <a:pt x="380" y="5068"/>
                      </a:cubicBezTo>
                      <a:cubicBezTo>
                        <a:pt x="373" y="5074"/>
                        <a:pt x="366" y="5078"/>
                        <a:pt x="358" y="5083"/>
                      </a:cubicBezTo>
                      <a:cubicBezTo>
                        <a:pt x="344" y="5091"/>
                        <a:pt x="329" y="5100"/>
                        <a:pt x="316" y="5110"/>
                      </a:cubicBezTo>
                      <a:cubicBezTo>
                        <a:pt x="315" y="5112"/>
                        <a:pt x="313" y="5113"/>
                        <a:pt x="312" y="5113"/>
                      </a:cubicBezTo>
                      <a:cubicBezTo>
                        <a:pt x="293" y="5125"/>
                        <a:pt x="275" y="5136"/>
                        <a:pt x="258" y="5148"/>
                      </a:cubicBezTo>
                      <a:cubicBezTo>
                        <a:pt x="255" y="5150"/>
                        <a:pt x="251" y="5152"/>
                        <a:pt x="248" y="5155"/>
                      </a:cubicBezTo>
                      <a:cubicBezTo>
                        <a:pt x="240" y="5160"/>
                        <a:pt x="232" y="5166"/>
                        <a:pt x="224" y="5171"/>
                      </a:cubicBezTo>
                      <a:lnTo>
                        <a:pt x="191" y="5193"/>
                      </a:lnTo>
                      <a:cubicBezTo>
                        <a:pt x="189" y="5193"/>
                        <a:pt x="189" y="5195"/>
                        <a:pt x="188" y="5195"/>
                      </a:cubicBezTo>
                      <a:lnTo>
                        <a:pt x="171" y="5206"/>
                      </a:lnTo>
                      <a:cubicBezTo>
                        <a:pt x="162" y="5211"/>
                        <a:pt x="153" y="5217"/>
                        <a:pt x="146" y="5222"/>
                      </a:cubicBezTo>
                      <a:cubicBezTo>
                        <a:pt x="144" y="5224"/>
                        <a:pt x="144" y="5225"/>
                        <a:pt x="141" y="5225"/>
                      </a:cubicBezTo>
                      <a:cubicBezTo>
                        <a:pt x="137" y="5230"/>
                        <a:pt x="131" y="5231"/>
                        <a:pt x="127" y="5236"/>
                      </a:cubicBezTo>
                      <a:cubicBezTo>
                        <a:pt x="118" y="5243"/>
                        <a:pt x="109" y="5247"/>
                        <a:pt x="102" y="5253"/>
                      </a:cubicBezTo>
                      <a:cubicBezTo>
                        <a:pt x="95" y="5260"/>
                        <a:pt x="88" y="5265"/>
                        <a:pt x="80" y="5269"/>
                      </a:cubicBezTo>
                      <a:cubicBezTo>
                        <a:pt x="39" y="5297"/>
                        <a:pt x="15" y="5316"/>
                        <a:pt x="6" y="5323"/>
                      </a:cubicBezTo>
                      <a:lnTo>
                        <a:pt x="3" y="5324"/>
                      </a:lnTo>
                      <a:lnTo>
                        <a:pt x="0" y="5326"/>
                      </a:lnTo>
                      <a:lnTo>
                        <a:pt x="9910" y="24594"/>
                      </a:lnTo>
                      <a:cubicBezTo>
                        <a:pt x="10017" y="24561"/>
                        <a:pt x="10124" y="24530"/>
                        <a:pt x="10231" y="24499"/>
                      </a:cubicBezTo>
                      <a:cubicBezTo>
                        <a:pt x="10284" y="24482"/>
                        <a:pt x="10339" y="24466"/>
                        <a:pt x="10392" y="24451"/>
                      </a:cubicBezTo>
                      <a:cubicBezTo>
                        <a:pt x="10473" y="24428"/>
                        <a:pt x="10553" y="24403"/>
                        <a:pt x="10633" y="24381"/>
                      </a:cubicBezTo>
                      <a:cubicBezTo>
                        <a:pt x="10664" y="24373"/>
                        <a:pt x="10691" y="24364"/>
                        <a:pt x="10721" y="24357"/>
                      </a:cubicBezTo>
                      <a:cubicBezTo>
                        <a:pt x="10786" y="24339"/>
                        <a:pt x="10855" y="24320"/>
                        <a:pt x="10920" y="24303"/>
                      </a:cubicBezTo>
                      <a:cubicBezTo>
                        <a:pt x="10930" y="24298"/>
                        <a:pt x="10943" y="24297"/>
                        <a:pt x="10955" y="24293"/>
                      </a:cubicBezTo>
                      <a:cubicBezTo>
                        <a:pt x="11032" y="24274"/>
                        <a:pt x="11111" y="24252"/>
                        <a:pt x="11188" y="24231"/>
                      </a:cubicBezTo>
                      <a:cubicBezTo>
                        <a:pt x="11192" y="24230"/>
                        <a:pt x="11200" y="24227"/>
                        <a:pt x="11206" y="24226"/>
                      </a:cubicBezTo>
                      <a:cubicBezTo>
                        <a:pt x="11307" y="24198"/>
                        <a:pt x="11409" y="24172"/>
                        <a:pt x="11511" y="24146"/>
                      </a:cubicBezTo>
                      <a:cubicBezTo>
                        <a:pt x="11613" y="24118"/>
                        <a:pt x="11715" y="24093"/>
                        <a:pt x="11816" y="24067"/>
                      </a:cubicBezTo>
                      <a:cubicBezTo>
                        <a:pt x="11877" y="24052"/>
                        <a:pt x="11938" y="24036"/>
                        <a:pt x="11998" y="24022"/>
                      </a:cubicBezTo>
                      <a:cubicBezTo>
                        <a:pt x="12071" y="24004"/>
                        <a:pt x="12143" y="23987"/>
                        <a:pt x="12216" y="23969"/>
                      </a:cubicBezTo>
                      <a:cubicBezTo>
                        <a:pt x="17046" y="22790"/>
                        <a:pt x="20998" y="22614"/>
                        <a:pt x="22564" y="22595"/>
                      </a:cubicBezTo>
                      <a:lnTo>
                        <a:pt x="22564" y="1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56" name="Google Shape;5356;p74"/>
              <p:cNvGrpSpPr/>
              <p:nvPr/>
            </p:nvGrpSpPr>
            <p:grpSpPr>
              <a:xfrm>
                <a:off x="6577204" y="1193063"/>
                <a:ext cx="284947" cy="464512"/>
                <a:chOff x="6577204" y="1193063"/>
                <a:chExt cx="284947" cy="464512"/>
              </a:xfrm>
            </p:grpSpPr>
            <p:sp>
              <p:nvSpPr>
                <p:cNvPr id="5357" name="Google Shape;5357;p74"/>
                <p:cNvSpPr/>
                <p:nvPr/>
              </p:nvSpPr>
              <p:spPr>
                <a:xfrm>
                  <a:off x="6577204" y="1193063"/>
                  <a:ext cx="284947" cy="63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2" h="7318" extrusionOk="0">
                      <a:moveTo>
                        <a:pt x="0" y="1"/>
                      </a:moveTo>
                      <a:lnTo>
                        <a:pt x="0" y="7318"/>
                      </a:lnTo>
                      <a:lnTo>
                        <a:pt x="32762" y="7318"/>
                      </a:lnTo>
                      <a:lnTo>
                        <a:pt x="32762" y="1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58" name="Google Shape;5358;p74"/>
                <p:cNvCxnSpPr/>
                <p:nvPr/>
              </p:nvCxnSpPr>
              <p:spPr>
                <a:xfrm rot="10800000">
                  <a:off x="6677825" y="1279575"/>
                  <a:ext cx="0" cy="378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359" name="Google Shape;5359;p74"/>
            <p:cNvGrpSpPr/>
            <p:nvPr/>
          </p:nvGrpSpPr>
          <p:grpSpPr>
            <a:xfrm>
              <a:off x="6238903" y="1193063"/>
              <a:ext cx="300475" cy="900152"/>
              <a:chOff x="6238903" y="1193063"/>
              <a:chExt cx="300475" cy="900152"/>
            </a:xfrm>
          </p:grpSpPr>
          <p:grpSp>
            <p:nvGrpSpPr>
              <p:cNvPr id="5360" name="Google Shape;5360;p74"/>
              <p:cNvGrpSpPr/>
              <p:nvPr/>
            </p:nvGrpSpPr>
            <p:grpSpPr>
              <a:xfrm>
                <a:off x="6290865" y="1489315"/>
                <a:ext cx="248514" cy="603900"/>
                <a:chOff x="6290865" y="1489315"/>
                <a:chExt cx="248514" cy="603900"/>
              </a:xfrm>
            </p:grpSpPr>
            <p:sp>
              <p:nvSpPr>
                <p:cNvPr id="5361" name="Google Shape;5361;p74"/>
                <p:cNvSpPr/>
                <p:nvPr/>
              </p:nvSpPr>
              <p:spPr>
                <a:xfrm rot="-5400000">
                  <a:off x="6260589" y="1519591"/>
                  <a:ext cx="309066" cy="248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35" h="28573" extrusionOk="0">
                      <a:moveTo>
                        <a:pt x="727" y="0"/>
                      </a:moveTo>
                      <a:cubicBezTo>
                        <a:pt x="484" y="0"/>
                        <a:pt x="241" y="2"/>
                        <a:pt x="0" y="3"/>
                      </a:cubicBezTo>
                      <a:lnTo>
                        <a:pt x="0" y="22994"/>
                      </a:lnTo>
                      <a:cubicBezTo>
                        <a:pt x="259" y="22992"/>
                        <a:pt x="501" y="22989"/>
                        <a:pt x="727" y="22989"/>
                      </a:cubicBezTo>
                      <a:cubicBezTo>
                        <a:pt x="5078" y="22989"/>
                        <a:pt x="15152" y="23439"/>
                        <a:pt x="25134" y="28572"/>
                      </a:cubicBezTo>
                      <a:lnTo>
                        <a:pt x="35534" y="9632"/>
                      </a:lnTo>
                      <a:cubicBezTo>
                        <a:pt x="35534" y="9632"/>
                        <a:pt x="21952" y="0"/>
                        <a:pt x="727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62" name="Google Shape;5362;p74"/>
                <p:cNvSpPr/>
                <p:nvPr/>
              </p:nvSpPr>
              <p:spPr>
                <a:xfrm rot="-5400000">
                  <a:off x="6266916" y="1820752"/>
                  <a:ext cx="296437" cy="248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83" h="28570" extrusionOk="0">
                      <a:moveTo>
                        <a:pt x="34083" y="0"/>
                      </a:moveTo>
                      <a:cubicBezTo>
                        <a:pt x="22684" y="120"/>
                        <a:pt x="13548" y="2997"/>
                        <a:pt x="7617" y="5579"/>
                      </a:cubicBezTo>
                      <a:cubicBezTo>
                        <a:pt x="5629" y="6444"/>
                        <a:pt x="3999" y="7274"/>
                        <a:pt x="2767" y="7955"/>
                      </a:cubicBezTo>
                      <a:cubicBezTo>
                        <a:pt x="2743" y="7970"/>
                        <a:pt x="2717" y="7985"/>
                        <a:pt x="2693" y="7996"/>
                      </a:cubicBezTo>
                      <a:cubicBezTo>
                        <a:pt x="2692" y="7996"/>
                        <a:pt x="2689" y="7999"/>
                        <a:pt x="2687" y="7999"/>
                      </a:cubicBezTo>
                      <a:cubicBezTo>
                        <a:pt x="2454" y="8127"/>
                        <a:pt x="2237" y="8251"/>
                        <a:pt x="2034" y="8368"/>
                      </a:cubicBezTo>
                      <a:lnTo>
                        <a:pt x="1958" y="8411"/>
                      </a:lnTo>
                      <a:cubicBezTo>
                        <a:pt x="1952" y="8416"/>
                        <a:pt x="1949" y="8418"/>
                        <a:pt x="1943" y="8421"/>
                      </a:cubicBezTo>
                      <a:cubicBezTo>
                        <a:pt x="1913" y="8437"/>
                        <a:pt x="1884" y="8455"/>
                        <a:pt x="1854" y="8472"/>
                      </a:cubicBezTo>
                      <a:cubicBezTo>
                        <a:pt x="1844" y="8478"/>
                        <a:pt x="1834" y="8483"/>
                        <a:pt x="1825" y="8488"/>
                      </a:cubicBezTo>
                      <a:cubicBezTo>
                        <a:pt x="1718" y="8552"/>
                        <a:pt x="1616" y="8612"/>
                        <a:pt x="1517" y="8670"/>
                      </a:cubicBezTo>
                      <a:cubicBezTo>
                        <a:pt x="1476" y="8697"/>
                        <a:pt x="1435" y="8720"/>
                        <a:pt x="1396" y="8743"/>
                      </a:cubicBezTo>
                      <a:cubicBezTo>
                        <a:pt x="1349" y="8771"/>
                        <a:pt x="1305" y="8799"/>
                        <a:pt x="1262" y="8823"/>
                      </a:cubicBezTo>
                      <a:cubicBezTo>
                        <a:pt x="1246" y="8832"/>
                        <a:pt x="1230" y="8844"/>
                        <a:pt x="1214" y="8852"/>
                      </a:cubicBezTo>
                      <a:cubicBezTo>
                        <a:pt x="1166" y="8882"/>
                        <a:pt x="1119" y="8911"/>
                        <a:pt x="1072" y="8938"/>
                      </a:cubicBezTo>
                      <a:cubicBezTo>
                        <a:pt x="1042" y="8956"/>
                        <a:pt x="1013" y="8973"/>
                        <a:pt x="985" y="8991"/>
                      </a:cubicBezTo>
                      <a:cubicBezTo>
                        <a:pt x="941" y="9018"/>
                        <a:pt x="901" y="9043"/>
                        <a:pt x="860" y="9069"/>
                      </a:cubicBezTo>
                      <a:cubicBezTo>
                        <a:pt x="845" y="9078"/>
                        <a:pt x="832" y="9087"/>
                        <a:pt x="821" y="9094"/>
                      </a:cubicBezTo>
                      <a:cubicBezTo>
                        <a:pt x="794" y="9112"/>
                        <a:pt x="771" y="9126"/>
                        <a:pt x="748" y="9141"/>
                      </a:cubicBezTo>
                      <a:cubicBezTo>
                        <a:pt x="733" y="9148"/>
                        <a:pt x="720" y="9157"/>
                        <a:pt x="706" y="9166"/>
                      </a:cubicBezTo>
                      <a:cubicBezTo>
                        <a:pt x="692" y="9174"/>
                        <a:pt x="678" y="9182"/>
                        <a:pt x="665" y="9192"/>
                      </a:cubicBezTo>
                      <a:cubicBezTo>
                        <a:pt x="643" y="9206"/>
                        <a:pt x="621" y="9218"/>
                        <a:pt x="599" y="9233"/>
                      </a:cubicBezTo>
                      <a:cubicBezTo>
                        <a:pt x="582" y="9244"/>
                        <a:pt x="567" y="9254"/>
                        <a:pt x="551" y="9265"/>
                      </a:cubicBezTo>
                      <a:cubicBezTo>
                        <a:pt x="534" y="9275"/>
                        <a:pt x="518" y="9283"/>
                        <a:pt x="502" y="9295"/>
                      </a:cubicBezTo>
                      <a:cubicBezTo>
                        <a:pt x="483" y="9305"/>
                        <a:pt x="465" y="9318"/>
                        <a:pt x="446" y="9330"/>
                      </a:cubicBezTo>
                      <a:cubicBezTo>
                        <a:pt x="305" y="9422"/>
                        <a:pt x="196" y="9493"/>
                        <a:pt x="122" y="9544"/>
                      </a:cubicBezTo>
                      <a:lnTo>
                        <a:pt x="104" y="9556"/>
                      </a:lnTo>
                      <a:cubicBezTo>
                        <a:pt x="72" y="9578"/>
                        <a:pt x="46" y="9595"/>
                        <a:pt x="30" y="9607"/>
                      </a:cubicBezTo>
                      <a:cubicBezTo>
                        <a:pt x="28" y="9608"/>
                        <a:pt x="24" y="9610"/>
                        <a:pt x="23" y="9611"/>
                      </a:cubicBezTo>
                      <a:cubicBezTo>
                        <a:pt x="17" y="9615"/>
                        <a:pt x="14" y="9618"/>
                        <a:pt x="9" y="9621"/>
                      </a:cubicBezTo>
                      <a:cubicBezTo>
                        <a:pt x="8" y="9623"/>
                        <a:pt x="7" y="9624"/>
                        <a:pt x="5" y="9624"/>
                      </a:cubicBezTo>
                      <a:lnTo>
                        <a:pt x="1" y="9629"/>
                      </a:lnTo>
                      <a:lnTo>
                        <a:pt x="10402" y="28569"/>
                      </a:lnTo>
                      <a:lnTo>
                        <a:pt x="10669" y="28432"/>
                      </a:lnTo>
                      <a:cubicBezTo>
                        <a:pt x="10734" y="28399"/>
                        <a:pt x="10803" y="28365"/>
                        <a:pt x="10868" y="28333"/>
                      </a:cubicBezTo>
                      <a:cubicBezTo>
                        <a:pt x="10913" y="28309"/>
                        <a:pt x="10960" y="28287"/>
                        <a:pt x="11007" y="28263"/>
                      </a:cubicBezTo>
                      <a:cubicBezTo>
                        <a:pt x="11052" y="28242"/>
                        <a:pt x="11095" y="28220"/>
                        <a:pt x="11141" y="28198"/>
                      </a:cubicBezTo>
                      <a:cubicBezTo>
                        <a:pt x="11264" y="28138"/>
                        <a:pt x="11387" y="28079"/>
                        <a:pt x="11510" y="28020"/>
                      </a:cubicBezTo>
                      <a:cubicBezTo>
                        <a:pt x="11570" y="27991"/>
                        <a:pt x="11633" y="27962"/>
                        <a:pt x="11694" y="27933"/>
                      </a:cubicBezTo>
                      <a:cubicBezTo>
                        <a:pt x="11754" y="27904"/>
                        <a:pt x="11816" y="27875"/>
                        <a:pt x="11877" y="27846"/>
                      </a:cubicBezTo>
                      <a:cubicBezTo>
                        <a:pt x="20843" y="23637"/>
                        <a:pt x="29650" y="23043"/>
                        <a:pt x="34083" y="22991"/>
                      </a:cubicBezTo>
                      <a:lnTo>
                        <a:pt x="34083" y="0"/>
                      </a:ln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63" name="Google Shape;5363;p74"/>
              <p:cNvGrpSpPr/>
              <p:nvPr/>
            </p:nvGrpSpPr>
            <p:grpSpPr>
              <a:xfrm>
                <a:off x="6238903" y="1193063"/>
                <a:ext cx="284947" cy="333087"/>
                <a:chOff x="6238903" y="1193063"/>
                <a:chExt cx="284947" cy="333087"/>
              </a:xfrm>
            </p:grpSpPr>
            <p:sp>
              <p:nvSpPr>
                <p:cNvPr id="5364" name="Google Shape;5364;p74"/>
                <p:cNvSpPr/>
                <p:nvPr/>
              </p:nvSpPr>
              <p:spPr>
                <a:xfrm>
                  <a:off x="6238903" y="1193063"/>
                  <a:ext cx="284947" cy="63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2" h="7318" extrusionOk="0">
                      <a:moveTo>
                        <a:pt x="0" y="0"/>
                      </a:moveTo>
                      <a:lnTo>
                        <a:pt x="0" y="7317"/>
                      </a:lnTo>
                      <a:lnTo>
                        <a:pt x="32762" y="7317"/>
                      </a:lnTo>
                      <a:lnTo>
                        <a:pt x="32762" y="0"/>
                      </a:ln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65" name="Google Shape;5365;p74"/>
                <p:cNvCxnSpPr/>
                <p:nvPr/>
              </p:nvCxnSpPr>
              <p:spPr>
                <a:xfrm rot="10800000">
                  <a:off x="6431250" y="1279250"/>
                  <a:ext cx="0" cy="246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366" name="Google Shape;5366;p74"/>
            <p:cNvGrpSpPr/>
            <p:nvPr/>
          </p:nvGrpSpPr>
          <p:grpSpPr>
            <a:xfrm>
              <a:off x="5900602" y="1193063"/>
              <a:ext cx="444345" cy="1021707"/>
              <a:chOff x="5900602" y="1193063"/>
              <a:chExt cx="444345" cy="1021707"/>
            </a:xfrm>
          </p:grpSpPr>
          <p:grpSp>
            <p:nvGrpSpPr>
              <p:cNvPr id="5367" name="Google Shape;5367;p74"/>
              <p:cNvGrpSpPr/>
              <p:nvPr/>
            </p:nvGrpSpPr>
            <p:grpSpPr>
              <a:xfrm>
                <a:off x="6046501" y="1367785"/>
                <a:ext cx="298446" cy="846986"/>
                <a:chOff x="6046501" y="1367785"/>
                <a:chExt cx="298446" cy="846986"/>
              </a:xfrm>
            </p:grpSpPr>
            <p:sp>
              <p:nvSpPr>
                <p:cNvPr id="5368" name="Google Shape;5368;p74"/>
                <p:cNvSpPr/>
                <p:nvPr/>
              </p:nvSpPr>
              <p:spPr>
                <a:xfrm rot="-5400000">
                  <a:off x="5980418" y="1433868"/>
                  <a:ext cx="430613" cy="298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10" h="34314" extrusionOk="0">
                      <a:moveTo>
                        <a:pt x="722" y="0"/>
                      </a:moveTo>
                      <a:cubicBezTo>
                        <a:pt x="481" y="0"/>
                        <a:pt x="241" y="0"/>
                        <a:pt x="1" y="3"/>
                      </a:cubicBezTo>
                      <a:lnTo>
                        <a:pt x="1" y="24234"/>
                      </a:lnTo>
                      <a:cubicBezTo>
                        <a:pt x="243" y="24230"/>
                        <a:pt x="428" y="24229"/>
                        <a:pt x="550" y="24229"/>
                      </a:cubicBezTo>
                      <a:cubicBezTo>
                        <a:pt x="648" y="24229"/>
                        <a:pt x="706" y="24230"/>
                        <a:pt x="722" y="24230"/>
                      </a:cubicBezTo>
                      <a:lnTo>
                        <a:pt x="729" y="24230"/>
                      </a:lnTo>
                      <a:cubicBezTo>
                        <a:pt x="773" y="24230"/>
                        <a:pt x="1173" y="24214"/>
                        <a:pt x="1871" y="24214"/>
                      </a:cubicBezTo>
                      <a:cubicBezTo>
                        <a:pt x="6340" y="24214"/>
                        <a:pt x="23046" y="24853"/>
                        <a:pt x="37171" y="34314"/>
                      </a:cubicBezTo>
                      <a:lnTo>
                        <a:pt x="49510" y="11872"/>
                      </a:lnTo>
                      <a:cubicBezTo>
                        <a:pt x="49510" y="11872"/>
                        <a:pt x="31299" y="3"/>
                        <a:pt x="729" y="0"/>
                      </a:cubicBez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69" name="Google Shape;5369;p74"/>
                <p:cNvSpPr/>
                <p:nvPr/>
              </p:nvSpPr>
              <p:spPr>
                <a:xfrm rot="-5400000">
                  <a:off x="5986745" y="1856568"/>
                  <a:ext cx="417984" cy="298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58" h="34311" extrusionOk="0">
                      <a:moveTo>
                        <a:pt x="48058" y="0"/>
                      </a:moveTo>
                      <a:cubicBezTo>
                        <a:pt x="40706" y="47"/>
                        <a:pt x="34078" y="776"/>
                        <a:pt x="28261" y="1849"/>
                      </a:cubicBezTo>
                      <a:cubicBezTo>
                        <a:pt x="20919" y="3208"/>
                        <a:pt x="14865" y="5126"/>
                        <a:pt x="10271" y="6917"/>
                      </a:cubicBezTo>
                      <a:cubicBezTo>
                        <a:pt x="5004" y="8972"/>
                        <a:pt x="1653" y="10865"/>
                        <a:pt x="474" y="11571"/>
                      </a:cubicBezTo>
                      <a:cubicBezTo>
                        <a:pt x="462" y="11578"/>
                        <a:pt x="449" y="11585"/>
                        <a:pt x="439" y="11593"/>
                      </a:cubicBezTo>
                      <a:cubicBezTo>
                        <a:pt x="427" y="11600"/>
                        <a:pt x="417" y="11606"/>
                        <a:pt x="406" y="11613"/>
                      </a:cubicBezTo>
                      <a:cubicBezTo>
                        <a:pt x="384" y="11628"/>
                        <a:pt x="365" y="11638"/>
                        <a:pt x="344" y="11651"/>
                      </a:cubicBezTo>
                      <a:cubicBezTo>
                        <a:pt x="328" y="11661"/>
                        <a:pt x="311" y="11671"/>
                        <a:pt x="296" y="11680"/>
                      </a:cubicBezTo>
                      <a:cubicBezTo>
                        <a:pt x="285" y="11689"/>
                        <a:pt x="273" y="11696"/>
                        <a:pt x="260" y="11703"/>
                      </a:cubicBezTo>
                      <a:cubicBezTo>
                        <a:pt x="251" y="11709"/>
                        <a:pt x="242" y="11715"/>
                        <a:pt x="235" y="11719"/>
                      </a:cubicBezTo>
                      <a:cubicBezTo>
                        <a:pt x="126" y="11788"/>
                        <a:pt x="53" y="11833"/>
                        <a:pt x="20" y="11855"/>
                      </a:cubicBezTo>
                      <a:cubicBezTo>
                        <a:pt x="18" y="11856"/>
                        <a:pt x="14" y="11858"/>
                        <a:pt x="12" y="11861"/>
                      </a:cubicBezTo>
                      <a:cubicBezTo>
                        <a:pt x="4" y="11865"/>
                        <a:pt x="1" y="11869"/>
                        <a:pt x="1" y="11869"/>
                      </a:cubicBezTo>
                      <a:lnTo>
                        <a:pt x="12338" y="34311"/>
                      </a:lnTo>
                      <a:cubicBezTo>
                        <a:pt x="12429" y="34252"/>
                        <a:pt x="12518" y="34194"/>
                        <a:pt x="12608" y="34136"/>
                      </a:cubicBezTo>
                      <a:cubicBezTo>
                        <a:pt x="12655" y="34107"/>
                        <a:pt x="12700" y="34076"/>
                        <a:pt x="12747" y="34047"/>
                      </a:cubicBezTo>
                      <a:cubicBezTo>
                        <a:pt x="12789" y="34021"/>
                        <a:pt x="12830" y="33996"/>
                        <a:pt x="12869" y="33970"/>
                      </a:cubicBezTo>
                      <a:cubicBezTo>
                        <a:pt x="12927" y="33932"/>
                        <a:pt x="12986" y="33896"/>
                        <a:pt x="13045" y="33858"/>
                      </a:cubicBezTo>
                      <a:cubicBezTo>
                        <a:pt x="13124" y="33808"/>
                        <a:pt x="13204" y="33759"/>
                        <a:pt x="13283" y="33709"/>
                      </a:cubicBezTo>
                      <a:cubicBezTo>
                        <a:pt x="13363" y="33661"/>
                        <a:pt x="13441" y="33612"/>
                        <a:pt x="13521" y="33562"/>
                      </a:cubicBezTo>
                      <a:cubicBezTo>
                        <a:pt x="13601" y="33513"/>
                        <a:pt x="13679" y="33465"/>
                        <a:pt x="13759" y="33417"/>
                      </a:cubicBezTo>
                      <a:cubicBezTo>
                        <a:pt x="13842" y="33367"/>
                        <a:pt x="13922" y="33319"/>
                        <a:pt x="14003" y="33270"/>
                      </a:cubicBezTo>
                      <a:cubicBezTo>
                        <a:pt x="14082" y="33222"/>
                        <a:pt x="14159" y="33175"/>
                        <a:pt x="14238" y="33130"/>
                      </a:cubicBezTo>
                      <a:cubicBezTo>
                        <a:pt x="14318" y="33082"/>
                        <a:pt x="14398" y="33037"/>
                        <a:pt x="14478" y="32990"/>
                      </a:cubicBezTo>
                      <a:cubicBezTo>
                        <a:pt x="14558" y="32943"/>
                        <a:pt x="14638" y="32897"/>
                        <a:pt x="14718" y="32852"/>
                      </a:cubicBezTo>
                      <a:cubicBezTo>
                        <a:pt x="14798" y="32804"/>
                        <a:pt x="14879" y="32758"/>
                        <a:pt x="14959" y="32713"/>
                      </a:cubicBezTo>
                      <a:cubicBezTo>
                        <a:pt x="15120" y="32622"/>
                        <a:pt x="15280" y="32531"/>
                        <a:pt x="15444" y="32441"/>
                      </a:cubicBezTo>
                      <a:cubicBezTo>
                        <a:pt x="15521" y="32397"/>
                        <a:pt x="15598" y="32357"/>
                        <a:pt x="15674" y="32314"/>
                      </a:cubicBezTo>
                      <a:cubicBezTo>
                        <a:pt x="15698" y="32301"/>
                        <a:pt x="15723" y="32287"/>
                        <a:pt x="15746" y="32274"/>
                      </a:cubicBezTo>
                      <a:cubicBezTo>
                        <a:pt x="15888" y="32196"/>
                        <a:pt x="16029" y="32119"/>
                        <a:pt x="16172" y="32045"/>
                      </a:cubicBezTo>
                      <a:cubicBezTo>
                        <a:pt x="29547" y="24910"/>
                        <a:pt x="44618" y="24279"/>
                        <a:pt x="48058" y="24228"/>
                      </a:cubicBezTo>
                      <a:lnTo>
                        <a:pt x="48058" y="0"/>
                      </a:lnTo>
                      <a:close/>
                    </a:path>
                  </a:pathLst>
                </a:cu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70" name="Google Shape;5370;p74"/>
              <p:cNvGrpSpPr/>
              <p:nvPr/>
            </p:nvGrpSpPr>
            <p:grpSpPr>
              <a:xfrm>
                <a:off x="5900602" y="1193063"/>
                <a:ext cx="284947" cy="182312"/>
                <a:chOff x="5900602" y="1193063"/>
                <a:chExt cx="284947" cy="182312"/>
              </a:xfrm>
            </p:grpSpPr>
            <p:sp>
              <p:nvSpPr>
                <p:cNvPr id="5371" name="Google Shape;5371;p74"/>
                <p:cNvSpPr/>
                <p:nvPr/>
              </p:nvSpPr>
              <p:spPr>
                <a:xfrm>
                  <a:off x="5900602" y="1193063"/>
                  <a:ext cx="284947" cy="63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2" h="7318" extrusionOk="0">
                      <a:moveTo>
                        <a:pt x="0" y="0"/>
                      </a:moveTo>
                      <a:lnTo>
                        <a:pt x="0" y="7318"/>
                      </a:lnTo>
                      <a:lnTo>
                        <a:pt x="32762" y="7318"/>
                      </a:lnTo>
                      <a:lnTo>
                        <a:pt x="32762" y="0"/>
                      </a:ln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72" name="Google Shape;5372;p74"/>
                <p:cNvCxnSpPr/>
                <p:nvPr/>
              </p:nvCxnSpPr>
              <p:spPr>
                <a:xfrm rot="10800000">
                  <a:off x="6156950" y="1279675"/>
                  <a:ext cx="0" cy="95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57E93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5373" name="Google Shape;5373;p74"/>
            <p:cNvGrpSpPr/>
            <p:nvPr/>
          </p:nvGrpSpPr>
          <p:grpSpPr>
            <a:xfrm>
              <a:off x="6738300" y="1193063"/>
              <a:ext cx="462153" cy="707634"/>
              <a:chOff x="6738300" y="1193063"/>
              <a:chExt cx="462153" cy="707634"/>
            </a:xfrm>
          </p:grpSpPr>
          <p:grpSp>
            <p:nvGrpSpPr>
              <p:cNvPr id="5374" name="Google Shape;5374;p74"/>
              <p:cNvGrpSpPr/>
              <p:nvPr/>
            </p:nvGrpSpPr>
            <p:grpSpPr>
              <a:xfrm>
                <a:off x="6915505" y="1193063"/>
                <a:ext cx="284947" cy="597387"/>
                <a:chOff x="6915505" y="1193063"/>
                <a:chExt cx="284947" cy="597387"/>
              </a:xfrm>
            </p:grpSpPr>
            <p:sp>
              <p:nvSpPr>
                <p:cNvPr id="5375" name="Google Shape;5375;p74"/>
                <p:cNvSpPr/>
                <p:nvPr/>
              </p:nvSpPr>
              <p:spPr>
                <a:xfrm>
                  <a:off x="6915505" y="1193063"/>
                  <a:ext cx="284947" cy="63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2" h="7318" extrusionOk="0">
                      <a:moveTo>
                        <a:pt x="0" y="1"/>
                      </a:moveTo>
                      <a:lnTo>
                        <a:pt x="0" y="7318"/>
                      </a:lnTo>
                      <a:lnTo>
                        <a:pt x="32762" y="7318"/>
                      </a:lnTo>
                      <a:lnTo>
                        <a:pt x="32762" y="1"/>
                      </a:lnTo>
                      <a:close/>
                    </a:path>
                  </a:pathLst>
                </a:custGeom>
                <a:solidFill>
                  <a:srgbClr val="E3E7EA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76" name="Google Shape;5376;p74"/>
                <p:cNvCxnSpPr/>
                <p:nvPr/>
              </p:nvCxnSpPr>
              <p:spPr>
                <a:xfrm rot="10800000">
                  <a:off x="6938275" y="1279850"/>
                  <a:ext cx="0" cy="51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E3E7EA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  <p:grpSp>
            <p:nvGrpSpPr>
              <p:cNvPr id="5377" name="Google Shape;5377;p74"/>
              <p:cNvGrpSpPr/>
              <p:nvPr/>
            </p:nvGrpSpPr>
            <p:grpSpPr>
              <a:xfrm>
                <a:off x="6738300" y="1684725"/>
                <a:ext cx="230066" cy="215971"/>
                <a:chOff x="6738300" y="1684725"/>
                <a:chExt cx="230066" cy="215971"/>
              </a:xfrm>
            </p:grpSpPr>
            <p:sp>
              <p:nvSpPr>
                <p:cNvPr id="5378" name="Google Shape;5378;p74"/>
                <p:cNvSpPr/>
                <p:nvPr/>
              </p:nvSpPr>
              <p:spPr>
                <a:xfrm rot="-5400000">
                  <a:off x="6799187" y="1731518"/>
                  <a:ext cx="108296" cy="230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8" h="23215" extrusionOk="0">
                      <a:moveTo>
                        <a:pt x="10928" y="0"/>
                      </a:moveTo>
                      <a:cubicBezTo>
                        <a:pt x="8679" y="38"/>
                        <a:pt x="6494" y="261"/>
                        <a:pt x="4395" y="647"/>
                      </a:cubicBezTo>
                      <a:lnTo>
                        <a:pt x="4395" y="648"/>
                      </a:lnTo>
                      <a:cubicBezTo>
                        <a:pt x="3153" y="875"/>
                        <a:pt x="1943" y="1159"/>
                        <a:pt x="769" y="1499"/>
                      </a:cubicBezTo>
                      <a:cubicBezTo>
                        <a:pt x="691" y="1522"/>
                        <a:pt x="612" y="1544"/>
                        <a:pt x="535" y="1567"/>
                      </a:cubicBezTo>
                      <a:cubicBezTo>
                        <a:pt x="501" y="1576"/>
                        <a:pt x="469" y="1588"/>
                        <a:pt x="436" y="1596"/>
                      </a:cubicBezTo>
                      <a:cubicBezTo>
                        <a:pt x="404" y="1606"/>
                        <a:pt x="370" y="1617"/>
                        <a:pt x="338" y="1625"/>
                      </a:cubicBezTo>
                      <a:cubicBezTo>
                        <a:pt x="303" y="1637"/>
                        <a:pt x="270" y="1646"/>
                        <a:pt x="238" y="1657"/>
                      </a:cubicBezTo>
                      <a:cubicBezTo>
                        <a:pt x="159" y="1681"/>
                        <a:pt x="79" y="1704"/>
                        <a:pt x="1" y="1730"/>
                      </a:cubicBezTo>
                      <a:lnTo>
                        <a:pt x="10928" y="23215"/>
                      </a:lnTo>
                      <a:lnTo>
                        <a:pt x="10928" y="0"/>
                      </a:lnTo>
                      <a:close/>
                    </a:path>
                  </a:pathLst>
                </a:custGeom>
                <a:solidFill>
                  <a:srgbClr val="E3E7EA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79" name="Google Shape;5379;p74"/>
                <p:cNvSpPr/>
                <p:nvPr/>
              </p:nvSpPr>
              <p:spPr>
                <a:xfrm rot="-5400000" flipH="1">
                  <a:off x="6799182" y="1623843"/>
                  <a:ext cx="108296" cy="230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8" h="23215" extrusionOk="0">
                      <a:moveTo>
                        <a:pt x="10928" y="0"/>
                      </a:moveTo>
                      <a:cubicBezTo>
                        <a:pt x="8679" y="38"/>
                        <a:pt x="6494" y="261"/>
                        <a:pt x="4395" y="647"/>
                      </a:cubicBezTo>
                      <a:lnTo>
                        <a:pt x="4395" y="648"/>
                      </a:lnTo>
                      <a:cubicBezTo>
                        <a:pt x="3153" y="875"/>
                        <a:pt x="1943" y="1159"/>
                        <a:pt x="769" y="1499"/>
                      </a:cubicBezTo>
                      <a:cubicBezTo>
                        <a:pt x="691" y="1522"/>
                        <a:pt x="612" y="1544"/>
                        <a:pt x="535" y="1567"/>
                      </a:cubicBezTo>
                      <a:cubicBezTo>
                        <a:pt x="501" y="1576"/>
                        <a:pt x="469" y="1588"/>
                        <a:pt x="436" y="1596"/>
                      </a:cubicBezTo>
                      <a:cubicBezTo>
                        <a:pt x="404" y="1606"/>
                        <a:pt x="370" y="1617"/>
                        <a:pt x="338" y="1625"/>
                      </a:cubicBezTo>
                      <a:cubicBezTo>
                        <a:pt x="303" y="1637"/>
                        <a:pt x="270" y="1646"/>
                        <a:pt x="238" y="1657"/>
                      </a:cubicBezTo>
                      <a:cubicBezTo>
                        <a:pt x="159" y="1681"/>
                        <a:pt x="79" y="1704"/>
                        <a:pt x="1" y="1730"/>
                      </a:cubicBezTo>
                      <a:lnTo>
                        <a:pt x="10928" y="23215"/>
                      </a:lnTo>
                      <a:lnTo>
                        <a:pt x="10928" y="0"/>
                      </a:lnTo>
                      <a:close/>
                    </a:path>
                  </a:pathLst>
                </a:custGeom>
                <a:solidFill>
                  <a:srgbClr val="E3E7EA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Elegant Lines Pitch Deck by Slidesgo">
  <a:themeElements>
    <a:clrScheme name="Simple Light">
      <a:dk1>
        <a:srgbClr val="302926"/>
      </a:dk1>
      <a:lt1>
        <a:srgbClr val="E7E7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926"/>
      </a:hlink>
      <a:folHlink>
        <a:srgbClr val="0097A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2576</TotalTime>
  <Words>374</Words>
  <Application>Microsoft Office PowerPoint</Application>
  <PresentationFormat>Widescreen</PresentationFormat>
  <Paragraphs>71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Abril Fatface</vt:lpstr>
      <vt:lpstr>Amatic SC</vt:lpstr>
      <vt:lpstr>Arial</vt:lpstr>
      <vt:lpstr>Calibri</vt:lpstr>
      <vt:lpstr>Nunito</vt:lpstr>
      <vt:lpstr>Roboto Medium</vt:lpstr>
      <vt:lpstr>Elegant Lines Pitch Deck by Slidesgo</vt:lpstr>
      <vt:lpstr>Timetabling Improvements</vt:lpstr>
      <vt:lpstr>Time Goals</vt:lpstr>
      <vt:lpstr>Methods</vt:lpstr>
      <vt:lpstr>Basic</vt:lpstr>
      <vt:lpstr>PowerPoint Presentation</vt:lpstr>
      <vt:lpstr>PowerPoint Presentation</vt:lpstr>
      <vt:lpstr>PowerPoint Presentation</vt:lpstr>
      <vt:lpstr>Thank You</vt:lpstr>
      <vt:lpstr>Traction</vt:lpstr>
      <vt:lpstr>Data Restructuring</vt:lpstr>
      <vt:lpstr>Case study</vt:lpstr>
      <vt:lpstr>Use our editable graphic resources...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Todd House</dc:creator>
  <cp:lastModifiedBy>Todd House</cp:lastModifiedBy>
  <cp:revision>9</cp:revision>
  <dcterms:created xsi:type="dcterms:W3CDTF">2026-03-14T17:52:05Z</dcterms:created>
  <dcterms:modified xsi:type="dcterms:W3CDTF">2026-03-25T20:15:55Z</dcterms:modified>
</cp:coreProperties>
</file>