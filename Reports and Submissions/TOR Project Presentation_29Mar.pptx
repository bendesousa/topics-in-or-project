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300" r:id="rId4"/>
    <p:sldId id="267" r:id="rId5"/>
    <p:sldId id="269" r:id="rId6"/>
    <p:sldId id="299" r:id="rId7"/>
    <p:sldId id="268" r:id="rId8"/>
    <p:sldId id="273" r:id="rId9"/>
    <p:sldId id="298" r:id="rId10"/>
    <p:sldId id="285" r:id="rId11"/>
    <p:sldId id="292" r:id="rId12"/>
    <p:sldId id="294" r:id="rId13"/>
    <p:sldId id="295" r:id="rId14"/>
    <p:sldId id="296" r:id="rId15"/>
    <p:sldId id="2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2A9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79" autoAdjust="0"/>
  </p:normalViewPr>
  <p:slideViewPr>
    <p:cSldViewPr snapToGrid="0">
      <p:cViewPr varScale="1">
        <p:scale>
          <a:sx n="104" d="100"/>
          <a:sy n="104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CF77-ED5A-418D-B550-2D3CC31779F3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693F1-7848-4255-BDC8-E50984CEF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team set out to try to answer questions from the “Time” related scenario group. We aimed to reduce teaching hours daily to 9-5. We set a goal of average room utilization of 75%, guaranteeing a 1 hour lunch break anytime between 12-2pm, and with the background/undercurrent motivator of minimizing clashes including optional courses across schools.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1603DEDC-BA1A-5AF9-C022-5EE1627B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>
            <a:extLst>
              <a:ext uri="{FF2B5EF4-FFF2-40B4-BE49-F238E27FC236}">
                <a16:creationId xmlns:a16="http://schemas.microsoft.com/office/drawing/2014/main" id="{BD1B0E4D-B91B-EFD4-5BB6-1608CD5F1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>
            <a:extLst>
              <a:ext uri="{FF2B5EF4-FFF2-40B4-BE49-F238E27FC236}">
                <a16:creationId xmlns:a16="http://schemas.microsoft.com/office/drawing/2014/main" id="{5603DF46-CCAB-C401-4357-86D5EC459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5843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Violations of the daily end time are from the med school which requires too much time for certain courses.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E0942665-59C7-E10D-29B8-B01F1FBF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936EEF14-609E-1BB1-33AB-63E9A4788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4619A209-0849-0736-C646-E4E41643B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658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f080b61eb8_3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f080b61eb8_3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Suitability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Formulation?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095537A0-B858-1B9B-1FA2-6CE63B7A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D2E387B8-9B48-D28A-3AE4-FC898F3FD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50034554-E559-FBE7-DD63-998C74487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154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f080b61eb8_0_9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f080b61eb8_0_9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Google Shape;4007;gf080b61eb8_0_12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8" name="Google Shape;4008;gf080b61eb8_0_12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6" name="Google Shape;4426;gf080b61eb8_0_13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7" name="Google Shape;4427;gf080b61eb8_0_13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6" name="Google Shape;4596;gf080b61eb8_0_13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7" name="Google Shape;4597;gf080b61eb8_0_13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" name="Google Shape;5001;gf080b61eb8_0_13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2" name="Google Shape;5002;gf080b61eb8_0_13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325283" y="-124497"/>
            <a:ext cx="1141217" cy="346697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flipH="1">
            <a:off x="10558853" y="-371471"/>
            <a:ext cx="1845280" cy="12428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10086540" y="-124499"/>
            <a:ext cx="2306763" cy="272611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0800" y="1974740"/>
            <a:ext cx="9088800" cy="32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0133"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0800" y="5327384"/>
            <a:ext cx="60384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+mn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21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1323781" y="-268539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6"/>
          <p:cNvSpPr/>
          <p:nvPr/>
        </p:nvSpPr>
        <p:spPr>
          <a:xfrm rot="-2700000">
            <a:off x="-2228872" y="-850379"/>
            <a:ext cx="3057616" cy="344667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6"/>
          <p:cNvSpPr/>
          <p:nvPr/>
        </p:nvSpPr>
        <p:spPr>
          <a:xfrm rot="1315565" flipH="1">
            <a:off x="10428295" y="-1488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85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56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10311434" y="-11965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13"/>
          <p:cNvSpPr/>
          <p:nvPr/>
        </p:nvSpPr>
        <p:spPr>
          <a:xfrm rot="-1783285">
            <a:off x="10563509" y="-18609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3"/>
          <p:cNvSpPr/>
          <p:nvPr/>
        </p:nvSpPr>
        <p:spPr>
          <a:xfrm flipH="1">
            <a:off x="-442401" y="-2241767"/>
            <a:ext cx="1619168" cy="533685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991600" y="1971667"/>
            <a:ext cx="4240400" cy="4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43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rot="-784685" flipH="1">
            <a:off x="10311449" y="-4853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15"/>
          <p:cNvSpPr/>
          <p:nvPr/>
        </p:nvSpPr>
        <p:spPr>
          <a:xfrm rot="-1783285">
            <a:off x="10868324" y="-10481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15"/>
          <p:cNvSpPr/>
          <p:nvPr/>
        </p:nvSpPr>
        <p:spPr>
          <a:xfrm flipH="1">
            <a:off x="-544501" y="-232035"/>
            <a:ext cx="1619168" cy="55046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876400" y="1585467"/>
            <a:ext cx="8439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2678600" y="4204667"/>
            <a:ext cx="6834800" cy="10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90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1313046" y="33393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16"/>
          <p:cNvSpPr/>
          <p:nvPr/>
        </p:nvSpPr>
        <p:spPr>
          <a:xfrm>
            <a:off x="-2330466" y="-454219"/>
            <a:ext cx="3057695" cy="437828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106632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427600" y="41542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2319600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58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2539665" flipH="1">
            <a:off x="10603735" y="89578"/>
            <a:ext cx="2532287" cy="1259236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19"/>
          <p:cNvSpPr/>
          <p:nvPr/>
        </p:nvSpPr>
        <p:spPr>
          <a:xfrm rot="-1669522" flipH="1">
            <a:off x="-1487491" y="-492875"/>
            <a:ext cx="2765852" cy="293607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2141713" y="-857607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959867" y="2044600"/>
            <a:ext cx="10272000" cy="4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517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rot="1236882" flipH="1">
            <a:off x="10240613" y="137862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20"/>
          <p:cNvSpPr/>
          <p:nvPr/>
        </p:nvSpPr>
        <p:spPr>
          <a:xfrm flipH="1">
            <a:off x="11355111" y="-647216"/>
            <a:ext cx="3057695" cy="344676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3400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960000" y="44173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960000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4645892" y="250081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4645895" y="3026384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8340795" y="44477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8340799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6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154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10499226" y="-183967"/>
            <a:ext cx="3308175" cy="392523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28"/>
          <p:cNvSpPr/>
          <p:nvPr/>
        </p:nvSpPr>
        <p:spPr>
          <a:xfrm rot="2700000">
            <a:off x="126368" y="-858306"/>
            <a:ext cx="1374712" cy="4176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7" name="Google Shape;217;p28"/>
          <p:cNvSpPr/>
          <p:nvPr/>
        </p:nvSpPr>
        <p:spPr>
          <a:xfrm>
            <a:off x="11435655" y="-877733"/>
            <a:ext cx="1374747" cy="4176428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960000" y="500383"/>
            <a:ext cx="57264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667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950800" y="1858692"/>
            <a:ext cx="45796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215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180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06F7-8C12-E829-335C-ADAF1C0D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4276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10A8-C84D-E5A5-FAED-39AA89A1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9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2546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70" r:id="rId3"/>
    <p:sldLayoutId id="2147483671" r:id="rId4"/>
    <p:sldLayoutId id="2147483673" r:id="rId5"/>
    <p:sldLayoutId id="2147483674" r:id="rId6"/>
    <p:sldLayoutId id="2147483677" r:id="rId7"/>
    <p:sldLayoutId id="2147483678" r:id="rId8"/>
    <p:sldLayoutId id="2147483686" r:id="rId9"/>
    <p:sldLayoutId id="2147483687" r:id="rId10"/>
    <p:sldLayoutId id="2147483692" r:id="rId11"/>
    <p:sldLayoutId id="214748369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ctrTitle"/>
          </p:nvPr>
        </p:nvSpPr>
        <p:spPr/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dirty="0"/>
              <a:t>Timetabling Improvements</a:t>
            </a:r>
            <a:endParaRPr lang="en-GB" noProof="0" dirty="0"/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"/>
          </p:nvPr>
        </p:nvSpPr>
        <p:spPr>
          <a:xfrm>
            <a:off x="577575" y="5366164"/>
            <a:ext cx="8512628" cy="6350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noProof="0" dirty="0"/>
              <a:t>Ben de Sousa, Alexandros </a:t>
            </a:r>
            <a:r>
              <a:rPr lang="en-GB" noProof="0" dirty="0" err="1"/>
              <a:t>Zachakos</a:t>
            </a:r>
            <a:r>
              <a:rPr lang="en-GB" noProof="0" dirty="0"/>
              <a:t>, Nolan Willoughby,</a:t>
            </a:r>
          </a:p>
        </p:txBody>
      </p:sp>
      <p:cxnSp>
        <p:nvCxnSpPr>
          <p:cNvPr id="234" name="Google Shape;234;p33"/>
          <p:cNvCxnSpPr>
            <a:cxnSpLocks/>
          </p:cNvCxnSpPr>
          <p:nvPr/>
        </p:nvCxnSpPr>
        <p:spPr>
          <a:xfrm>
            <a:off x="-442400" y="6491396"/>
            <a:ext cx="9186351" cy="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233;p33">
            <a:extLst>
              <a:ext uri="{FF2B5EF4-FFF2-40B4-BE49-F238E27FC236}">
                <a16:creationId xmlns:a16="http://schemas.microsoft.com/office/drawing/2014/main" id="{A16D7F8E-B3DE-BCEC-74F7-932B22C214E1}"/>
              </a:ext>
            </a:extLst>
          </p:cNvPr>
          <p:cNvSpPr txBox="1">
            <a:spLocks/>
          </p:cNvSpPr>
          <p:nvPr/>
        </p:nvSpPr>
        <p:spPr>
          <a:xfrm>
            <a:off x="577575" y="5770084"/>
            <a:ext cx="8512628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n-GB" kern="0" dirty="0"/>
              <a:t>Todd House, and Conor McArthur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1875367" y="1585385"/>
            <a:ext cx="8441267" cy="2618316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7200" b="1" noProof="0" dirty="0"/>
              <a:t>Time Goals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1"/>
          </p:nvPr>
        </p:nvSpPr>
        <p:spPr>
          <a:xfrm>
            <a:off x="687044" y="4495890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Reduce hours from 9-6 to 9-5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Average room utilisation of 75% of timetable slots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1-hour Lunch break between 12-2pm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Minimisation of clashes including optional courses across different schools</a:t>
            </a:r>
          </a:p>
        </p:txBody>
      </p:sp>
      <p:cxnSp>
        <p:nvCxnSpPr>
          <p:cNvPr id="250" name="Google Shape;250;p3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533C5-A842-4488-282C-AC84E40D7F4D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2F3BA4-8512-9350-A793-6245E118B354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CDD0478-146E-8498-3D43-CD0EAC6BD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508097B-F715-7596-1333-824FF2B80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4EBB5A4-333C-B5D3-05A8-80E4E808B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062B81D-B0F0-360B-EEA7-5FF53575F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C06AB0-E7E5-9E53-45F6-6C82B4CFD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57B1B3A-66D9-7AB6-8A4B-6D8110C000C4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66DC6A56-BD65-138F-B907-21EC6538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5">
            <a:extLst>
              <a:ext uri="{FF2B5EF4-FFF2-40B4-BE49-F238E27FC236}">
                <a16:creationId xmlns:a16="http://schemas.microsoft.com/office/drawing/2014/main" id="{2D398CDD-D5C5-D645-D923-932B32985CB9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92B6B83-4761-559D-6958-E7B1AADFB22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4E20564-9732-901C-3467-AA4AA78F3CD9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28E42E-2781-6F74-CB55-F3C1F0DCF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617D3B2-DD2E-3A66-3E2A-E5CA4E962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754BFB7-36CE-CBA2-2E5D-F4E469047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C68DC9F-9374-A981-B6BF-7E3CFD4019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D48A55D-22AD-E5ED-2661-5485BED50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530024-584C-B107-EBAF-D97A5DDFD456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Google Shape;397;p44">
            <a:extLst>
              <a:ext uri="{FF2B5EF4-FFF2-40B4-BE49-F238E27FC236}">
                <a16:creationId xmlns:a16="http://schemas.microsoft.com/office/drawing/2014/main" id="{50E1D90B-270F-B43A-EE5B-AA55EBF60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3272705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3600" noProof="0" dirty="0"/>
              <a:t>Motivation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5900A16-879A-A275-AFA0-75978FF54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Insert Conor Timetable</a:t>
            </a:r>
          </a:p>
        </p:txBody>
      </p:sp>
    </p:spTree>
    <p:extLst>
      <p:ext uri="{BB962C8B-B14F-4D97-AF65-F5344CB8AC3E}">
        <p14:creationId xmlns:p14="http://schemas.microsoft.com/office/powerpoint/2010/main" val="238307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Methods</a:t>
            </a:r>
          </a:p>
        </p:txBody>
      </p:sp>
      <p:sp>
        <p:nvSpPr>
          <p:cNvPr id="399" name="Google Shape;399;p44"/>
          <p:cNvSpPr txBox="1">
            <a:spLocks noGrp="1"/>
          </p:cNvSpPr>
          <p:nvPr>
            <p:ph type="subTitle" idx="1"/>
          </p:nvPr>
        </p:nvSpPr>
        <p:spPr>
          <a:xfrm>
            <a:off x="4849301" y="3732633"/>
            <a:ext cx="2050422" cy="29374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lvl="0" indent="0"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Vet School tuning</a:t>
            </a:r>
          </a:p>
          <a:p>
            <a:pPr lvl="0" algn="ctr"/>
            <a:r>
              <a:rPr lang="en-GB" noProof="0" dirty="0"/>
              <a:t> </a:t>
            </a: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42876-E108-6E6B-037E-07BE700FCE48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8A93D-34B1-CD3F-4FDD-EFF48F26CC0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D29E1D4-DA4A-3564-192C-B6AA22DBE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FE823A-2479-BAB7-EE47-8E9FEF13E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5586DA9-9E9D-F840-28D0-A05D26E3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434AAE8-0D95-C8DD-AFDF-F21181BFA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07639-F642-E8E1-F182-647FC940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F1B3C-858F-1141-9826-D3D683D6A258}"/>
              </a:ext>
            </a:extLst>
          </p:cNvPr>
          <p:cNvSpPr/>
          <p:nvPr/>
        </p:nvSpPr>
        <p:spPr>
          <a:xfrm>
            <a:off x="10543779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F55E71-F504-3936-2F4A-FC77CD9D6FA5}"/>
              </a:ext>
            </a:extLst>
          </p:cNvPr>
          <p:cNvGrpSpPr/>
          <p:nvPr/>
        </p:nvGrpSpPr>
        <p:grpSpPr>
          <a:xfrm>
            <a:off x="707520" y="1820161"/>
            <a:ext cx="10776959" cy="1483846"/>
            <a:chOff x="454075" y="4458505"/>
            <a:chExt cx="10776959" cy="1483846"/>
          </a:xfrm>
        </p:grpSpPr>
        <p:grpSp>
          <p:nvGrpSpPr>
            <p:cNvPr id="19" name="Google Shape;4185;p71">
              <a:extLst>
                <a:ext uri="{FF2B5EF4-FFF2-40B4-BE49-F238E27FC236}">
                  <a16:creationId xmlns:a16="http://schemas.microsoft.com/office/drawing/2014/main" id="{33B1C2E5-BA46-F71C-B735-7574B1061117}"/>
                </a:ext>
              </a:extLst>
            </p:cNvPr>
            <p:cNvGrpSpPr/>
            <p:nvPr/>
          </p:nvGrpSpPr>
          <p:grpSpPr>
            <a:xfrm>
              <a:off x="454075" y="4458505"/>
              <a:ext cx="10776959" cy="1483846"/>
              <a:chOff x="238125" y="2506075"/>
              <a:chExt cx="7115411" cy="673075"/>
            </a:xfrm>
          </p:grpSpPr>
          <p:sp>
            <p:nvSpPr>
              <p:cNvPr id="20" name="Google Shape;4186;p71">
                <a:extLst>
                  <a:ext uri="{FF2B5EF4-FFF2-40B4-BE49-F238E27FC236}">
                    <a16:creationId xmlns:a16="http://schemas.microsoft.com/office/drawing/2014/main" id="{00B42F2D-55B6-1B73-26F9-EABBFA10CAB9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187;p71">
                <a:extLst>
                  <a:ext uri="{FF2B5EF4-FFF2-40B4-BE49-F238E27FC236}">
                    <a16:creationId xmlns:a16="http://schemas.microsoft.com/office/drawing/2014/main" id="{8B676551-B31B-0538-4AAE-62156ECA4436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188;p71">
                <a:extLst>
                  <a:ext uri="{FF2B5EF4-FFF2-40B4-BE49-F238E27FC236}">
                    <a16:creationId xmlns:a16="http://schemas.microsoft.com/office/drawing/2014/main" id="{BA0652E6-47C4-8E0B-92E3-B9D4D44D5F87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189;p71">
                <a:extLst>
                  <a:ext uri="{FF2B5EF4-FFF2-40B4-BE49-F238E27FC236}">
                    <a16:creationId xmlns:a16="http://schemas.microsoft.com/office/drawing/2014/main" id="{B8DDC498-793F-AD30-6F5D-3292A458FE97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190;p71">
                <a:extLst>
                  <a:ext uri="{FF2B5EF4-FFF2-40B4-BE49-F238E27FC236}">
                    <a16:creationId xmlns:a16="http://schemas.microsoft.com/office/drawing/2014/main" id="{28C2AD15-B4B9-5AC9-E626-E51048898730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3FCD0-94BE-A2DD-8602-7F2C74FB8206}"/>
                </a:ext>
              </a:extLst>
            </p:cNvPr>
            <p:cNvSpPr txBox="1"/>
            <p:nvPr/>
          </p:nvSpPr>
          <p:spPr>
            <a:xfrm>
              <a:off x="5238750" y="501576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Vet School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DF1A75-A4B6-2428-F650-2C5143D83ADF}"/>
                </a:ext>
              </a:extLst>
            </p:cNvPr>
            <p:cNvSpPr txBox="1"/>
            <p:nvPr/>
          </p:nvSpPr>
          <p:spPr>
            <a:xfrm>
              <a:off x="1010491" y="4742112"/>
              <a:ext cx="15144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Lit. Review &amp; Data Processing</a:t>
              </a:r>
              <a:endParaRPr lang="en-GB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684545-B64D-A247-6961-A5E9C261E230}"/>
                </a:ext>
              </a:extLst>
            </p:cNvPr>
            <p:cNvSpPr txBox="1"/>
            <p:nvPr/>
          </p:nvSpPr>
          <p:spPr>
            <a:xfrm>
              <a:off x="3012666" y="4877262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Model Formulation</a:t>
              </a:r>
              <a:endParaRPr lang="en-GB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F05FA-99A6-76E7-7798-E6AFA5D2EC59}"/>
                </a:ext>
              </a:extLst>
            </p:cNvPr>
            <p:cNvSpPr txBox="1"/>
            <p:nvPr/>
          </p:nvSpPr>
          <p:spPr>
            <a:xfrm>
              <a:off x="7427503" y="4908878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Multiple Schools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9F22A-B9C7-1A03-D4CA-9D954F915D04}"/>
                </a:ext>
              </a:extLst>
            </p:cNvPr>
            <p:cNvSpPr txBox="1"/>
            <p:nvPr/>
          </p:nvSpPr>
          <p:spPr>
            <a:xfrm>
              <a:off x="9278270" y="5047378"/>
              <a:ext cx="1673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Improvements</a:t>
              </a:r>
            </a:p>
          </p:txBody>
        </p:sp>
      </p:grpSp>
      <p:sp>
        <p:nvSpPr>
          <p:cNvPr id="2" name="Google Shape;399;p44">
            <a:extLst>
              <a:ext uri="{FF2B5EF4-FFF2-40B4-BE49-F238E27FC236}">
                <a16:creationId xmlns:a16="http://schemas.microsoft.com/office/drawing/2014/main" id="{ED325A0F-9A21-455F-BEDC-61B0B74AAC1D}"/>
              </a:ext>
            </a:extLst>
          </p:cNvPr>
          <p:cNvSpPr txBox="1">
            <a:spLocks/>
          </p:cNvSpPr>
          <p:nvPr/>
        </p:nvSpPr>
        <p:spPr>
          <a:xfrm>
            <a:off x="8994600" y="3696968"/>
            <a:ext cx="2130973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Genetic Algorithm 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3" name="Google Shape;399;p44">
            <a:extLst>
              <a:ext uri="{FF2B5EF4-FFF2-40B4-BE49-F238E27FC236}">
                <a16:creationId xmlns:a16="http://schemas.microsoft.com/office/drawing/2014/main" id="{71D26A3E-B4A9-D535-353D-1667E3CEE328}"/>
              </a:ext>
            </a:extLst>
          </p:cNvPr>
          <p:cNvSpPr txBox="1">
            <a:spLocks/>
          </p:cNvSpPr>
          <p:nvPr/>
        </p:nvSpPr>
        <p:spPr>
          <a:xfrm>
            <a:off x="2793797" y="3687824"/>
            <a:ext cx="195956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MIP</a:t>
            </a:r>
            <a:endParaRPr lang="en-GB" kern="0" dirty="0"/>
          </a:p>
        </p:txBody>
      </p:sp>
      <p:sp>
        <p:nvSpPr>
          <p:cNvPr id="4" name="Google Shape;399;p44">
            <a:extLst>
              <a:ext uri="{FF2B5EF4-FFF2-40B4-BE49-F238E27FC236}">
                <a16:creationId xmlns:a16="http://schemas.microsoft.com/office/drawing/2014/main" id="{1E7730B6-25BD-4F81-6A87-78C6BE383903}"/>
              </a:ext>
            </a:extLst>
          </p:cNvPr>
          <p:cNvSpPr txBox="1">
            <a:spLocks/>
          </p:cNvSpPr>
          <p:nvPr/>
        </p:nvSpPr>
        <p:spPr>
          <a:xfrm>
            <a:off x="426327" y="3687824"/>
            <a:ext cx="2398015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Data challenges: formatting, redundant entries, conflicting details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5" name="Google Shape;399;p44">
            <a:extLst>
              <a:ext uri="{FF2B5EF4-FFF2-40B4-BE49-F238E27FC236}">
                <a16:creationId xmlns:a16="http://schemas.microsoft.com/office/drawing/2014/main" id="{E1235BFA-C1A2-FD7D-681F-3D8C1FA16BCC}"/>
              </a:ext>
            </a:extLst>
          </p:cNvPr>
          <p:cNvSpPr txBox="1">
            <a:spLocks/>
          </p:cNvSpPr>
          <p:nvPr/>
        </p:nvSpPr>
        <p:spPr>
          <a:xfrm>
            <a:off x="6899723" y="3691000"/>
            <a:ext cx="2079492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Apply lessons learned to entire school set</a:t>
            </a:r>
          </a:p>
          <a:p>
            <a:pPr algn="ctr"/>
            <a:r>
              <a:rPr lang="en-GB" kern="0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B83944-539C-6794-B247-6665F0F4EAA0}"/>
              </a:ext>
            </a:extLst>
          </p:cNvPr>
          <p:cNvCxnSpPr/>
          <p:nvPr/>
        </p:nvCxnSpPr>
        <p:spPr>
          <a:xfrm>
            <a:off x="2778411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40672F-D7DE-EB08-C6CF-8FD740D3C508}"/>
              </a:ext>
            </a:extLst>
          </p:cNvPr>
          <p:cNvCxnSpPr/>
          <p:nvPr/>
        </p:nvCxnSpPr>
        <p:spPr>
          <a:xfrm>
            <a:off x="4850474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39EBF-2A24-B79D-758E-0709253D04B6}"/>
              </a:ext>
            </a:extLst>
          </p:cNvPr>
          <p:cNvCxnSpPr/>
          <p:nvPr/>
        </p:nvCxnSpPr>
        <p:spPr>
          <a:xfrm>
            <a:off x="6923711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4A81C1-CDF8-7758-089D-9D6BEA2731F0}"/>
              </a:ext>
            </a:extLst>
          </p:cNvPr>
          <p:cNvCxnSpPr/>
          <p:nvPr/>
        </p:nvCxnSpPr>
        <p:spPr>
          <a:xfrm>
            <a:off x="8994600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0B8CF-36A5-1FAB-C30F-EC981D89D23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90E2D-E20F-CAB9-942F-54D07B72DAA3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2987BB2-07D0-F492-C881-91195675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A407456-FC63-9039-B809-E9530DB82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9A8C36E-0BD8-1032-7551-29E268FC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9E69371-577A-1A8D-2A0F-9314D0631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62C4CB-C8A6-28E2-4FD0-92B78D377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A8E964-6C42-FE1D-AB1F-349977126452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E84F0CA7-699D-0BE8-C86E-3DB471123EB0}"/>
              </a:ext>
            </a:extLst>
          </p:cNvPr>
          <p:cNvSpPr txBox="1">
            <a:spLocks/>
          </p:cNvSpPr>
          <p:nvPr/>
        </p:nvSpPr>
        <p:spPr>
          <a:xfrm>
            <a:off x="964165" y="450639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kern="0" dirty="0"/>
              <a:t>B</a:t>
            </a:r>
            <a:r>
              <a:rPr lang="en-GB" sz="3500" b="1" kern="0" dirty="0" err="1"/>
              <a:t>aseline</a:t>
            </a:r>
            <a:r>
              <a:rPr lang="en-GB" sz="3500" b="1" kern="0" dirty="0"/>
              <a:t>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49CC2-0B98-CCE0-0AED-9FC724D79D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41" y="1234052"/>
            <a:ext cx="7741518" cy="5161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A77ACCB9-3692-2764-9906-EEB2EE87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3CAD2473-A6E0-DC3A-F5C5-978EA00A512F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1D07E67-7C08-C204-6F44-2079B38D99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3DB0F5-5778-3FDC-7D90-CA5D84F6AFFF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32534FA-E726-5752-C409-E8A66C7D2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2C8CA49-A861-18AC-032F-769E62BB1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3FAFDF3-A266-7B63-2711-E4CAAB914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EB109FE-47F0-B4CE-DF8A-495C8BA75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7DBA75-444A-2AD9-54AA-6083D058D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9E7DA60-B344-92F7-09A6-C61116D12210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DE5FED49-4A12-5067-4ADE-69A6D5182334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kern="0" dirty="0"/>
              <a:t>Improved Model Results</a:t>
            </a:r>
            <a:endParaRPr lang="en-GB" sz="3500" b="1" kern="0" dirty="0"/>
          </a:p>
        </p:txBody>
      </p:sp>
    </p:spTree>
    <p:extLst>
      <p:ext uri="{BB962C8B-B14F-4D97-AF65-F5344CB8AC3E}">
        <p14:creationId xmlns:p14="http://schemas.microsoft.com/office/powerpoint/2010/main" val="47121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title" idx="6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dirty="0"/>
              <a:t>M</a:t>
            </a:r>
            <a:r>
              <a:rPr lang="en-GB" dirty="0" err="1"/>
              <a:t>etrics</a:t>
            </a:r>
            <a:endParaRPr lang="en-GB" noProof="0" dirty="0"/>
          </a:p>
        </p:txBody>
      </p:sp>
      <p:cxnSp>
        <p:nvCxnSpPr>
          <p:cNvPr id="422" name="Google Shape;422;p4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092FEEC-3791-DAB2-4BDC-7D19FA75D34C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08EB64-222E-5D6C-4186-1AE6C024BA6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A9EBE51-2C90-582C-92F8-04543FA40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F1BD6AB-38C5-9CEB-F731-8BF6E3765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DE94DBC-1A8E-688B-20C0-DB953AB32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0E66B75-25DC-AD53-7A65-F9D87BB93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2055FB-46C6-4AC3-DA81-33ACD31A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B2F6407-4E38-51E5-F126-9F91E4923B1E}"/>
              </a:ext>
            </a:extLst>
          </p:cNvPr>
          <p:cNvSpPr/>
          <p:nvPr/>
        </p:nvSpPr>
        <p:spPr>
          <a:xfrm>
            <a:off x="11009443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Google Shape;631;p53">
            <a:extLst>
              <a:ext uri="{FF2B5EF4-FFF2-40B4-BE49-F238E27FC236}">
                <a16:creationId xmlns:a16="http://schemas.microsoft.com/office/drawing/2014/main" id="{C61B8160-D3A3-69B0-A42A-C09CADB9C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87625"/>
              </p:ext>
            </p:extLst>
          </p:nvPr>
        </p:nvGraphicFramePr>
        <p:xfrm>
          <a:off x="2476500" y="1893601"/>
          <a:ext cx="7239000" cy="4007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Base</a:t>
                      </a:r>
                      <a:endParaRPr sz="32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Improved</a:t>
                      </a:r>
                      <a:endParaRPr sz="32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Metric 1</a:t>
                      </a:r>
                      <a:endParaRPr sz="27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Metric 2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Metric 3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Metric 4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Metric 5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0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Considerations</a:t>
            </a:r>
          </a:p>
        </p:txBody>
      </p:sp>
      <p:cxnSp>
        <p:nvCxnSpPr>
          <p:cNvPr id="494" name="Google Shape;494;p50"/>
          <p:cNvCxnSpPr>
            <a:stCxn id="495" idx="2"/>
            <a:endCxn id="496" idx="0"/>
          </p:cNvCxnSpPr>
          <p:nvPr/>
        </p:nvCxnSpPr>
        <p:spPr>
          <a:xfrm rot="-5400000" flipH="1">
            <a:off x="7190400" y="1561484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7" name="Google Shape;497;p50"/>
          <p:cNvCxnSpPr>
            <a:stCxn id="498" idx="0"/>
            <a:endCxn id="495" idx="2"/>
          </p:cNvCxnSpPr>
          <p:nvPr/>
        </p:nvCxnSpPr>
        <p:spPr>
          <a:xfrm rot="-5400000">
            <a:off x="3583600" y="1561467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9" name="Google Shape;499;p50"/>
          <p:cNvCxnSpPr>
            <a:stCxn id="500" idx="0"/>
            <a:endCxn id="498" idx="2"/>
          </p:cNvCxnSpPr>
          <p:nvPr/>
        </p:nvCxnSpPr>
        <p:spPr>
          <a:xfrm rot="-5400000">
            <a:off x="2175200" y="4876333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01" name="Google Shape;501;p50"/>
          <p:cNvCxnSpPr>
            <a:stCxn id="496" idx="2"/>
            <a:endCxn id="502" idx="0"/>
          </p:cNvCxnSpPr>
          <p:nvPr/>
        </p:nvCxnSpPr>
        <p:spPr>
          <a:xfrm rot="-5400000" flipH="1">
            <a:off x="9388800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95" name="Google Shape;495;p50"/>
          <p:cNvSpPr txBox="1"/>
          <p:nvPr/>
        </p:nvSpPr>
        <p:spPr>
          <a:xfrm>
            <a:off x="4191000" y="1853484"/>
            <a:ext cx="3810000" cy="802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0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Improve OR Efficacy</a:t>
            </a:r>
          </a:p>
        </p:txBody>
      </p:sp>
      <p:sp>
        <p:nvSpPr>
          <p:cNvPr id="498" name="Google Shape;498;p50"/>
          <p:cNvSpPr txBox="1"/>
          <p:nvPr/>
        </p:nvSpPr>
        <p:spPr>
          <a:xfrm>
            <a:off x="11632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Suitability</a:t>
            </a:r>
          </a:p>
        </p:txBody>
      </p:sp>
      <p:sp>
        <p:nvSpPr>
          <p:cNvPr id="496" name="Google Shape;496;p50"/>
          <p:cNvSpPr txBox="1"/>
          <p:nvPr/>
        </p:nvSpPr>
        <p:spPr>
          <a:xfrm>
            <a:off x="83768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Constraints</a:t>
            </a:r>
          </a:p>
        </p:txBody>
      </p:sp>
      <p:sp>
        <p:nvSpPr>
          <p:cNvPr id="502" name="Google Shape;502;p50"/>
          <p:cNvSpPr txBox="1"/>
          <p:nvPr/>
        </p:nvSpPr>
        <p:spPr>
          <a:xfrm>
            <a:off x="81644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Many relaxations required</a:t>
            </a:r>
            <a:endParaRPr lang="en-GB" sz="1867" kern="0" noProof="0" dirty="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0" name="Google Shape;500;p50"/>
          <p:cNvSpPr txBox="1"/>
          <p:nvPr/>
        </p:nvSpPr>
        <p:spPr>
          <a:xfrm>
            <a:off x="9508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Well suited to problem</a:t>
            </a:r>
          </a:p>
        </p:txBody>
      </p:sp>
      <p:sp>
        <p:nvSpPr>
          <p:cNvPr id="503" name="Google Shape;503;p50"/>
          <p:cNvSpPr txBox="1"/>
          <p:nvPr/>
        </p:nvSpPr>
        <p:spPr>
          <a:xfrm>
            <a:off x="47700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Formulation</a:t>
            </a:r>
            <a:endParaRPr lang="en-GB" sz="3200" kern="0" noProof="0" dirty="0">
              <a:solidFill>
                <a:srgbClr val="302926"/>
              </a:solidFill>
              <a:latin typeface="Arial" panose="020B0604020202020204" pitchFamily="34" charset="0"/>
              <a:ea typeface="Abril Fatface"/>
              <a:cs typeface="Arial" panose="020B0604020202020204" pitchFamily="34" charset="0"/>
              <a:sym typeface="Abril Fatface"/>
            </a:endParaRPr>
          </a:p>
        </p:txBody>
      </p:sp>
      <p:cxnSp>
        <p:nvCxnSpPr>
          <p:cNvPr id="504" name="Google Shape;504;p50"/>
          <p:cNvCxnSpPr>
            <a:stCxn id="495" idx="2"/>
            <a:endCxn id="503" idx="0"/>
          </p:cNvCxnSpPr>
          <p:nvPr/>
        </p:nvCxnSpPr>
        <p:spPr>
          <a:xfrm>
            <a:off x="6096000" y="2655884"/>
            <a:ext cx="0" cy="14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505" name="Google Shape;505;p50"/>
          <p:cNvCxnSpPr>
            <a:stCxn id="503" idx="2"/>
            <a:endCxn id="506" idx="0"/>
          </p:cNvCxnSpPr>
          <p:nvPr/>
        </p:nvCxnSpPr>
        <p:spPr>
          <a:xfrm rot="-5400000" flipH="1">
            <a:off x="5782000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6" name="Google Shape;506;p50"/>
          <p:cNvSpPr txBox="1"/>
          <p:nvPr/>
        </p:nvSpPr>
        <p:spPr>
          <a:xfrm>
            <a:off x="45576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lang="en-GB" sz="1867" kern="0" dirty="0" err="1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arge</a:t>
            </a:r>
            <a:r>
              <a:rPr lang="en-GB" sz="1867" kern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 problem space with difficult to define bounds?</a:t>
            </a:r>
            <a:endParaRPr lang="en-GB" sz="1867" kern="0" noProof="0" dirty="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7" name="Google Shape;507;p50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96A3A87-12CF-7C77-C663-FAF3078044F7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BC54AF-E6F6-9876-C594-E94EF09FBEC0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FB04BE-29DA-8826-3398-54562B03C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4BB22C1-45E9-AF50-EBAE-9474722C2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AFE530C-2BAA-FF38-1162-48ABED5D4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69E070D-9155-8B8A-C4C9-ADD4B33B2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892ECF-DBD3-CC28-E0F7-F7C5AA59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AB28140-5A31-B053-34C6-D4C17CF8FD0E}"/>
              </a:ext>
            </a:extLst>
          </p:cNvPr>
          <p:cNvSpPr/>
          <p:nvPr/>
        </p:nvSpPr>
        <p:spPr>
          <a:xfrm>
            <a:off x="12351465" y="5952214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12D34A5B-D093-B91E-4A67-49BEC293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262397F7-5269-8285-5485-9AEA490E68DC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C021FA2-88DA-20C4-DBE4-438723B4EA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9DD6AFF-07F2-5F4A-88F9-930E098B5E18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71963F-EF34-1596-4640-3AD8618FC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74EEFC5-0C15-7F79-D0AA-F09096CFF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1A04A87-A5B6-9A3B-635D-6D3DBB532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5A3B7EF-E09F-8740-0B3F-45F194671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1FD210-0EF5-DD9D-B955-B6544C905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491DB457-226D-D928-0A98-503C5DC161F7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Recommendations</a:t>
            </a:r>
          </a:p>
        </p:txBody>
      </p:sp>
      <p:sp>
        <p:nvSpPr>
          <p:cNvPr id="2" name="Google Shape;249;p35">
            <a:extLst>
              <a:ext uri="{FF2B5EF4-FFF2-40B4-BE49-F238E27FC236}">
                <a16:creationId xmlns:a16="http://schemas.microsoft.com/office/drawing/2014/main" id="{BF125AF0-F9C4-97B8-F997-CF203B3C87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0290" y="3210972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Refine data entry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Tiered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deconfliction meetings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Push for fu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ndamental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changes in teaching format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600" lvl="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Tracked “sub” degrees</a:t>
            </a:r>
          </a:p>
        </p:txBody>
      </p:sp>
      <p:sp>
        <p:nvSpPr>
          <p:cNvPr id="420" name="Google Shape;463;p49">
            <a:extLst>
              <a:ext uri="{FF2B5EF4-FFF2-40B4-BE49-F238E27FC236}">
                <a16:creationId xmlns:a16="http://schemas.microsoft.com/office/drawing/2014/main" id="{7A93A3D6-695A-B34D-A2CB-95C758766C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369" y="4962035"/>
            <a:ext cx="2174882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1800" noProof="0" dirty="0"/>
              <a:t>Data Restructuring</a:t>
            </a:r>
          </a:p>
        </p:txBody>
      </p:sp>
      <p:sp>
        <p:nvSpPr>
          <p:cNvPr id="421" name="Google Shape;465;p49">
            <a:extLst>
              <a:ext uri="{FF2B5EF4-FFF2-40B4-BE49-F238E27FC236}">
                <a16:creationId xmlns:a16="http://schemas.microsoft.com/office/drawing/2014/main" id="{57A5F40B-B131-2796-CAB2-14CF49027EEB}"/>
              </a:ext>
            </a:extLst>
          </p:cNvPr>
          <p:cNvSpPr txBox="1">
            <a:spLocks/>
          </p:cNvSpPr>
          <p:nvPr/>
        </p:nvSpPr>
        <p:spPr>
          <a:xfrm>
            <a:off x="9015036" y="4962036"/>
            <a:ext cx="1664625" cy="702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D</a:t>
            </a:r>
            <a:r>
              <a:rPr lang="en-GB" kern="0" dirty="0" err="1"/>
              <a:t>aily</a:t>
            </a:r>
            <a:r>
              <a:rPr lang="en-GB" kern="0" dirty="0"/>
              <a:t> Layout  </a:t>
            </a:r>
          </a:p>
        </p:txBody>
      </p:sp>
      <p:sp>
        <p:nvSpPr>
          <p:cNvPr id="422" name="Google Shape;467;p49">
            <a:extLst>
              <a:ext uri="{FF2B5EF4-FFF2-40B4-BE49-F238E27FC236}">
                <a16:creationId xmlns:a16="http://schemas.microsoft.com/office/drawing/2014/main" id="{A19F01F1-DC0D-2541-B192-C1EF9125E967}"/>
              </a:ext>
            </a:extLst>
          </p:cNvPr>
          <p:cNvSpPr txBox="1">
            <a:spLocks/>
          </p:cNvSpPr>
          <p:nvPr/>
        </p:nvSpPr>
        <p:spPr>
          <a:xfrm>
            <a:off x="4832431" y="4948753"/>
            <a:ext cx="1972576" cy="702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kern="0" dirty="0"/>
              <a:t>Degree Options</a:t>
            </a:r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22AD575F-EAF4-2124-C165-DFD305FDF657}"/>
              </a:ext>
            </a:extLst>
          </p:cNvPr>
          <p:cNvGrpSpPr/>
          <p:nvPr/>
        </p:nvGrpSpPr>
        <p:grpSpPr>
          <a:xfrm>
            <a:off x="1242701" y="5651486"/>
            <a:ext cx="2029911" cy="208400"/>
            <a:chOff x="1593879" y="3101999"/>
            <a:chExt cx="2029911" cy="208400"/>
          </a:xfrm>
        </p:grpSpPr>
        <p:grpSp>
          <p:nvGrpSpPr>
            <p:cNvPr id="424" name="Google Shape;481;p49">
              <a:extLst>
                <a:ext uri="{FF2B5EF4-FFF2-40B4-BE49-F238E27FC236}">
                  <a16:creationId xmlns:a16="http://schemas.microsoft.com/office/drawing/2014/main" id="{16DD511D-4D06-4214-5688-18C633B7F886}"/>
                </a:ext>
              </a:extLst>
            </p:cNvPr>
            <p:cNvGrpSpPr/>
            <p:nvPr/>
          </p:nvGrpSpPr>
          <p:grpSpPr>
            <a:xfrm>
              <a:off x="1593879" y="3101999"/>
              <a:ext cx="1574534" cy="208400"/>
              <a:chOff x="3158416" y="3903808"/>
              <a:chExt cx="1180900" cy="156300"/>
            </a:xfrm>
          </p:grpSpPr>
          <p:sp>
            <p:nvSpPr>
              <p:cNvPr id="426" name="Google Shape;482;p49">
                <a:extLst>
                  <a:ext uri="{FF2B5EF4-FFF2-40B4-BE49-F238E27FC236}">
                    <a16:creationId xmlns:a16="http://schemas.microsoft.com/office/drawing/2014/main" id="{478EB4EA-544E-7283-25DD-76514EDEBC87}"/>
                  </a:ext>
                </a:extLst>
              </p:cNvPr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83;p49">
                <a:extLst>
                  <a:ext uri="{FF2B5EF4-FFF2-40B4-BE49-F238E27FC236}">
                    <a16:creationId xmlns:a16="http://schemas.microsoft.com/office/drawing/2014/main" id="{38F62FAC-4ED1-7E49-CAEB-28443AF8187A}"/>
                  </a:ext>
                </a:extLst>
              </p:cNvPr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84;p49">
                <a:extLst>
                  <a:ext uri="{FF2B5EF4-FFF2-40B4-BE49-F238E27FC236}">
                    <a16:creationId xmlns:a16="http://schemas.microsoft.com/office/drawing/2014/main" id="{4448BC35-102D-EA7D-82E8-6FEACF2ACD20}"/>
                  </a:ext>
                </a:extLst>
              </p:cNvPr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85;p49">
                <a:extLst>
                  <a:ext uri="{FF2B5EF4-FFF2-40B4-BE49-F238E27FC236}">
                    <a16:creationId xmlns:a16="http://schemas.microsoft.com/office/drawing/2014/main" id="{EEEE5B8A-3E1C-F05D-B915-5D372126F978}"/>
                  </a:ext>
                </a:extLst>
              </p:cNvPr>
              <p:cNvSpPr/>
              <p:nvPr/>
            </p:nvSpPr>
            <p:spPr>
              <a:xfrm flipH="1">
                <a:off x="41830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" name="Google Shape;485;p49">
              <a:extLst>
                <a:ext uri="{FF2B5EF4-FFF2-40B4-BE49-F238E27FC236}">
                  <a16:creationId xmlns:a16="http://schemas.microsoft.com/office/drawing/2014/main" id="{6862B9AC-77FF-2064-AF11-4A8864158A67}"/>
                </a:ext>
              </a:extLst>
            </p:cNvPr>
            <p:cNvSpPr/>
            <p:nvPr/>
          </p:nvSpPr>
          <p:spPr>
            <a:xfrm flipH="1">
              <a:off x="3415390" y="3101999"/>
              <a:ext cx="208400" cy="208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0FB71E26-264B-37B8-00B9-80A85B42BB42}"/>
              </a:ext>
            </a:extLst>
          </p:cNvPr>
          <p:cNvGrpSpPr/>
          <p:nvPr/>
        </p:nvGrpSpPr>
        <p:grpSpPr>
          <a:xfrm flipH="1">
            <a:off x="4809857" y="5656964"/>
            <a:ext cx="2029911" cy="208400"/>
            <a:chOff x="5076513" y="3101999"/>
            <a:chExt cx="2029911" cy="208400"/>
          </a:xfrm>
        </p:grpSpPr>
        <p:grpSp>
          <p:nvGrpSpPr>
            <p:cNvPr id="432" name="Google Shape;475;p49">
              <a:extLst>
                <a:ext uri="{FF2B5EF4-FFF2-40B4-BE49-F238E27FC236}">
                  <a16:creationId xmlns:a16="http://schemas.microsoft.com/office/drawing/2014/main" id="{3E356A48-E147-AEFE-EA39-881CE1D834A1}"/>
                </a:ext>
              </a:extLst>
            </p:cNvPr>
            <p:cNvGrpSpPr/>
            <p:nvPr/>
          </p:nvGrpSpPr>
          <p:grpSpPr>
            <a:xfrm>
              <a:off x="5076513" y="3101999"/>
              <a:ext cx="2029911" cy="208400"/>
              <a:chOff x="3158416" y="3903808"/>
              <a:chExt cx="1522433" cy="156300"/>
            </a:xfrm>
          </p:grpSpPr>
          <p:sp>
            <p:nvSpPr>
              <p:cNvPr id="434" name="Google Shape;476;p49">
                <a:extLst>
                  <a:ext uri="{FF2B5EF4-FFF2-40B4-BE49-F238E27FC236}">
                    <a16:creationId xmlns:a16="http://schemas.microsoft.com/office/drawing/2014/main" id="{FC660B96-E097-BBBB-4C52-03561571CE36}"/>
                  </a:ext>
                </a:extLst>
              </p:cNvPr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77;p49">
                <a:extLst>
                  <a:ext uri="{FF2B5EF4-FFF2-40B4-BE49-F238E27FC236}">
                    <a16:creationId xmlns:a16="http://schemas.microsoft.com/office/drawing/2014/main" id="{BD27AB02-2C3A-32A2-0578-54F96DFD27BE}"/>
                  </a:ext>
                </a:extLst>
              </p:cNvPr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78;p49">
                <a:extLst>
                  <a:ext uri="{FF2B5EF4-FFF2-40B4-BE49-F238E27FC236}">
                    <a16:creationId xmlns:a16="http://schemas.microsoft.com/office/drawing/2014/main" id="{5E22BBB5-5510-4493-2811-21FB322432C7}"/>
                  </a:ext>
                </a:extLst>
              </p:cNvPr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80;p49">
                <a:extLst>
                  <a:ext uri="{FF2B5EF4-FFF2-40B4-BE49-F238E27FC236}">
                    <a16:creationId xmlns:a16="http://schemas.microsoft.com/office/drawing/2014/main" id="{D3913947-6707-E173-F71B-E64199ABEC04}"/>
                  </a:ext>
                </a:extLst>
              </p:cNvPr>
              <p:cNvSpPr/>
              <p:nvPr/>
            </p:nvSpPr>
            <p:spPr>
              <a:xfrm flipH="1">
                <a:off x="4524549" y="3903808"/>
                <a:ext cx="156300" cy="1563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80;p49">
              <a:extLst>
                <a:ext uri="{FF2B5EF4-FFF2-40B4-BE49-F238E27FC236}">
                  <a16:creationId xmlns:a16="http://schemas.microsoft.com/office/drawing/2014/main" id="{919C335C-E8D4-9020-D3F3-DD0971C8253E}"/>
                </a:ext>
              </a:extLst>
            </p:cNvPr>
            <p:cNvSpPr/>
            <p:nvPr/>
          </p:nvSpPr>
          <p:spPr>
            <a:xfrm flipH="1">
              <a:off x="6442645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75C7EE3F-5642-F74E-6B3A-6FE548AB77B6}"/>
              </a:ext>
            </a:extLst>
          </p:cNvPr>
          <p:cNvGrpSpPr/>
          <p:nvPr/>
        </p:nvGrpSpPr>
        <p:grpSpPr>
          <a:xfrm>
            <a:off x="8832395" y="5655244"/>
            <a:ext cx="2029911" cy="217925"/>
            <a:chOff x="8832395" y="3101999"/>
            <a:chExt cx="2029911" cy="217925"/>
          </a:xfrm>
        </p:grpSpPr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1F0A4EA4-7D01-64EC-40C7-3D28175FC10D}"/>
                </a:ext>
              </a:extLst>
            </p:cNvPr>
            <p:cNvGrpSpPr/>
            <p:nvPr/>
          </p:nvGrpSpPr>
          <p:grpSpPr>
            <a:xfrm flipH="1">
              <a:off x="8832395" y="3101999"/>
              <a:ext cx="2029911" cy="208400"/>
              <a:chOff x="5076513" y="3101999"/>
              <a:chExt cx="2029911" cy="208400"/>
            </a:xfrm>
          </p:grpSpPr>
          <p:grpSp>
            <p:nvGrpSpPr>
              <p:cNvPr id="442" name="Google Shape;475;p49">
                <a:extLst>
                  <a:ext uri="{FF2B5EF4-FFF2-40B4-BE49-F238E27FC236}">
                    <a16:creationId xmlns:a16="http://schemas.microsoft.com/office/drawing/2014/main" id="{E982A6AF-1ACB-F718-F9BD-934908500117}"/>
                  </a:ext>
                </a:extLst>
              </p:cNvPr>
              <p:cNvGrpSpPr/>
              <p:nvPr/>
            </p:nvGrpSpPr>
            <p:grpSpPr>
              <a:xfrm>
                <a:off x="5076513" y="3101999"/>
                <a:ext cx="2029911" cy="208400"/>
                <a:chOff x="3158416" y="3903808"/>
                <a:chExt cx="1522433" cy="156300"/>
              </a:xfrm>
            </p:grpSpPr>
            <p:sp>
              <p:nvSpPr>
                <p:cNvPr id="444" name="Google Shape;476;p49">
                  <a:extLst>
                    <a:ext uri="{FF2B5EF4-FFF2-40B4-BE49-F238E27FC236}">
                      <a16:creationId xmlns:a16="http://schemas.microsoft.com/office/drawing/2014/main" id="{4D19E9B8-35E7-39DA-7B45-D8201D0E292A}"/>
                    </a:ext>
                  </a:extLst>
                </p:cNvPr>
                <p:cNvSpPr/>
                <p:nvPr/>
              </p:nvSpPr>
              <p:spPr>
                <a:xfrm flipH="1">
                  <a:off x="3158416" y="3903808"/>
                  <a:ext cx="156300" cy="156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80;p49">
                  <a:extLst>
                    <a:ext uri="{FF2B5EF4-FFF2-40B4-BE49-F238E27FC236}">
                      <a16:creationId xmlns:a16="http://schemas.microsoft.com/office/drawing/2014/main" id="{D0E82AAB-6544-B1D6-167E-952E25DC0992}"/>
                    </a:ext>
                  </a:extLst>
                </p:cNvPr>
                <p:cNvSpPr/>
                <p:nvPr/>
              </p:nvSpPr>
              <p:spPr>
                <a:xfrm flipH="1">
                  <a:off x="4524549" y="3903808"/>
                  <a:ext cx="156300" cy="1563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3" name="Google Shape;480;p49">
                <a:extLst>
                  <a:ext uri="{FF2B5EF4-FFF2-40B4-BE49-F238E27FC236}">
                    <a16:creationId xmlns:a16="http://schemas.microsoft.com/office/drawing/2014/main" id="{2CAA370B-DAC7-C836-6965-AAE4472F8ACE}"/>
                  </a:ext>
                </a:extLst>
              </p:cNvPr>
              <p:cNvSpPr/>
              <p:nvPr/>
            </p:nvSpPr>
            <p:spPr>
              <a:xfrm flipH="1">
                <a:off x="6442645" y="3101999"/>
                <a:ext cx="208400" cy="2084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0" name="Google Shape;480;p49">
              <a:extLst>
                <a:ext uri="{FF2B5EF4-FFF2-40B4-BE49-F238E27FC236}">
                  <a16:creationId xmlns:a16="http://schemas.microsoft.com/office/drawing/2014/main" id="{9CB0342D-2DC0-53D8-9602-1FBAB9DE2181}"/>
                </a:ext>
              </a:extLst>
            </p:cNvPr>
            <p:cNvSpPr/>
            <p:nvPr/>
          </p:nvSpPr>
          <p:spPr>
            <a:xfrm>
              <a:off x="9743149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80;p49">
              <a:extLst>
                <a:ext uri="{FF2B5EF4-FFF2-40B4-BE49-F238E27FC236}">
                  <a16:creationId xmlns:a16="http://schemas.microsoft.com/office/drawing/2014/main" id="{0AC7F0CC-E68B-CA37-E5ED-9EC3106E2005}"/>
                </a:ext>
              </a:extLst>
            </p:cNvPr>
            <p:cNvSpPr/>
            <p:nvPr/>
          </p:nvSpPr>
          <p:spPr>
            <a:xfrm>
              <a:off x="10198524" y="3111524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527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2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Thank You</a:t>
            </a:r>
          </a:p>
        </p:txBody>
      </p:sp>
      <p:sp>
        <p:nvSpPr>
          <p:cNvPr id="805" name="Google Shape;805;p62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Do you have any questions?</a:t>
            </a:r>
          </a:p>
          <a:p>
            <a:pPr lvl="0"/>
            <a:endParaRPr lang="en-GB" noProof="0" dirty="0"/>
          </a:p>
        </p:txBody>
      </p:sp>
      <p:cxnSp>
        <p:nvCxnSpPr>
          <p:cNvPr id="821" name="Google Shape;821;p62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D91E3BC-38FB-55F7-25EB-DF3AA8BE8BC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498FD9-97A5-6445-ED58-0C59A18A0FD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8F8CFFF-FD8B-A661-84EF-CAAABEB562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8DE113D-9B69-8306-5A69-DC61DBCB5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715FCD3-E617-373D-5873-C17E4A82E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EC3839F-5F42-43A8-5053-0D795897F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1A1950-AFC5-40B5-26DC-684E92CDF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69"/>
          <p:cNvGrpSpPr/>
          <p:nvPr/>
        </p:nvGrpSpPr>
        <p:grpSpPr>
          <a:xfrm>
            <a:off x="6776945" y="4127713"/>
            <a:ext cx="590455" cy="685695"/>
            <a:chOff x="4727025" y="1332775"/>
            <a:chExt cx="59900" cy="69625"/>
          </a:xfrm>
        </p:grpSpPr>
        <p:sp>
          <p:nvSpPr>
            <p:cNvPr id="885" name="Google Shape;885;p69"/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9"/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69"/>
          <p:cNvGrpSpPr/>
          <p:nvPr/>
        </p:nvGrpSpPr>
        <p:grpSpPr>
          <a:xfrm>
            <a:off x="7677367" y="3124364"/>
            <a:ext cx="667879" cy="667865"/>
            <a:chOff x="4820425" y="1329900"/>
            <a:chExt cx="70175" cy="70350"/>
          </a:xfrm>
        </p:grpSpPr>
        <p:sp>
          <p:nvSpPr>
            <p:cNvPr id="888" name="Google Shape;888;p69"/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9"/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9"/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9"/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69"/>
          <p:cNvGrpSpPr/>
          <p:nvPr/>
        </p:nvGrpSpPr>
        <p:grpSpPr>
          <a:xfrm>
            <a:off x="8547532" y="3140083"/>
            <a:ext cx="717513" cy="657492"/>
            <a:chOff x="4903200" y="1331525"/>
            <a:chExt cx="73575" cy="67425"/>
          </a:xfrm>
        </p:grpSpPr>
        <p:sp>
          <p:nvSpPr>
            <p:cNvPr id="893" name="Google Shape;893;p69"/>
            <p:cNvSpPr/>
            <p:nvPr/>
          </p:nvSpPr>
          <p:spPr>
            <a:xfrm>
              <a:off x="4903200" y="1331525"/>
              <a:ext cx="73575" cy="67425"/>
            </a:xfrm>
            <a:custGeom>
              <a:avLst/>
              <a:gdLst/>
              <a:ahLst/>
              <a:cxnLst/>
              <a:rect l="l" t="t" r="r" b="b"/>
              <a:pathLst>
                <a:path w="2943" h="2697" extrusionOk="0">
                  <a:moveTo>
                    <a:pt x="1652" y="0"/>
                  </a:moveTo>
                  <a:lnTo>
                    <a:pt x="1652" y="173"/>
                  </a:lnTo>
                  <a:cubicBezTo>
                    <a:pt x="534" y="195"/>
                    <a:pt x="0" y="1551"/>
                    <a:pt x="794" y="2330"/>
                  </a:cubicBezTo>
                  <a:cubicBezTo>
                    <a:pt x="1051" y="2583"/>
                    <a:pt x="1366" y="2696"/>
                    <a:pt x="1674" y="2696"/>
                  </a:cubicBezTo>
                  <a:cubicBezTo>
                    <a:pt x="2323" y="2696"/>
                    <a:pt x="2943" y="2194"/>
                    <a:pt x="2943" y="1435"/>
                  </a:cubicBezTo>
                  <a:lnTo>
                    <a:pt x="2503" y="1435"/>
                  </a:lnTo>
                  <a:cubicBezTo>
                    <a:pt x="2503" y="1928"/>
                    <a:pt x="2093" y="2259"/>
                    <a:pt x="1668" y="2259"/>
                  </a:cubicBezTo>
                  <a:cubicBezTo>
                    <a:pt x="1470" y="2259"/>
                    <a:pt x="1269" y="2187"/>
                    <a:pt x="1104" y="2027"/>
                  </a:cubicBezTo>
                  <a:cubicBezTo>
                    <a:pt x="577" y="1515"/>
                    <a:pt x="923" y="628"/>
                    <a:pt x="1652" y="613"/>
                  </a:cubicBezTo>
                  <a:lnTo>
                    <a:pt x="1652" y="765"/>
                  </a:lnTo>
                  <a:lnTo>
                    <a:pt x="2020" y="390"/>
                  </a:lnTo>
                  <a:lnTo>
                    <a:pt x="1652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9"/>
            <p:cNvSpPr/>
            <p:nvPr/>
          </p:nvSpPr>
          <p:spPr>
            <a:xfrm>
              <a:off x="4930250" y="1353150"/>
              <a:ext cx="29775" cy="32475"/>
            </a:xfrm>
            <a:custGeom>
              <a:avLst/>
              <a:gdLst/>
              <a:ahLst/>
              <a:cxnLst/>
              <a:rect l="l" t="t" r="r" b="b"/>
              <a:pathLst>
                <a:path w="1191" h="1299" extrusionOk="0">
                  <a:moveTo>
                    <a:pt x="592" y="1"/>
                  </a:moveTo>
                  <a:cubicBezTo>
                    <a:pt x="274" y="1"/>
                    <a:pt x="15" y="246"/>
                    <a:pt x="0" y="570"/>
                  </a:cubicBezTo>
                  <a:lnTo>
                    <a:pt x="447" y="570"/>
                  </a:lnTo>
                  <a:cubicBezTo>
                    <a:pt x="447" y="479"/>
                    <a:pt x="519" y="416"/>
                    <a:pt x="597" y="416"/>
                  </a:cubicBezTo>
                  <a:cubicBezTo>
                    <a:pt x="624" y="416"/>
                    <a:pt x="652" y="424"/>
                    <a:pt x="678" y="441"/>
                  </a:cubicBezTo>
                  <a:cubicBezTo>
                    <a:pt x="779" y="506"/>
                    <a:pt x="765" y="657"/>
                    <a:pt x="656" y="707"/>
                  </a:cubicBezTo>
                  <a:lnTo>
                    <a:pt x="656" y="534"/>
                  </a:lnTo>
                  <a:lnTo>
                    <a:pt x="289" y="902"/>
                  </a:lnTo>
                  <a:lnTo>
                    <a:pt x="656" y="1299"/>
                  </a:lnTo>
                  <a:lnTo>
                    <a:pt x="656" y="1155"/>
                  </a:lnTo>
                  <a:cubicBezTo>
                    <a:pt x="959" y="1126"/>
                    <a:pt x="1190" y="873"/>
                    <a:pt x="1190" y="570"/>
                  </a:cubicBezTo>
                  <a:cubicBezTo>
                    <a:pt x="1176" y="246"/>
                    <a:pt x="916" y="1"/>
                    <a:pt x="59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69"/>
          <p:cNvGrpSpPr/>
          <p:nvPr/>
        </p:nvGrpSpPr>
        <p:grpSpPr>
          <a:xfrm>
            <a:off x="7560799" y="4129387"/>
            <a:ext cx="726084" cy="682527"/>
            <a:chOff x="4815575" y="1416800"/>
            <a:chExt cx="73750" cy="71400"/>
          </a:xfrm>
        </p:grpSpPr>
        <p:sp>
          <p:nvSpPr>
            <p:cNvPr id="896" name="Google Shape;896;p69"/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9"/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9"/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69"/>
          <p:cNvGrpSpPr/>
          <p:nvPr/>
        </p:nvGrpSpPr>
        <p:grpSpPr>
          <a:xfrm>
            <a:off x="8489632" y="4128995"/>
            <a:ext cx="803885" cy="683303"/>
            <a:chOff x="4902475" y="1418875"/>
            <a:chExt cx="74500" cy="63775"/>
          </a:xfrm>
        </p:grpSpPr>
        <p:sp>
          <p:nvSpPr>
            <p:cNvPr id="900" name="Google Shape;900;p69"/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9"/>
            <p:cNvSpPr/>
            <p:nvPr/>
          </p:nvSpPr>
          <p:spPr>
            <a:xfrm>
              <a:off x="4916811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69"/>
          <p:cNvGrpSpPr/>
          <p:nvPr/>
        </p:nvGrpSpPr>
        <p:grpSpPr>
          <a:xfrm>
            <a:off x="7710795" y="5114647"/>
            <a:ext cx="687188" cy="700932"/>
            <a:chOff x="4818100" y="1507675"/>
            <a:chExt cx="71225" cy="71625"/>
          </a:xfrm>
        </p:grpSpPr>
        <p:sp>
          <p:nvSpPr>
            <p:cNvPr id="903" name="Google Shape;903;p69"/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69"/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69"/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69"/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7" name="Google Shape;907;p69"/>
          <p:cNvGrpSpPr/>
          <p:nvPr/>
        </p:nvGrpSpPr>
        <p:grpSpPr>
          <a:xfrm>
            <a:off x="6828265" y="5143357"/>
            <a:ext cx="697275" cy="653159"/>
            <a:chOff x="4721450" y="1509475"/>
            <a:chExt cx="79350" cy="74325"/>
          </a:xfrm>
        </p:grpSpPr>
        <p:sp>
          <p:nvSpPr>
            <p:cNvPr id="908" name="Google Shape;908;p69"/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9"/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9"/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9"/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69"/>
          <p:cNvGrpSpPr/>
          <p:nvPr/>
        </p:nvGrpSpPr>
        <p:grpSpPr>
          <a:xfrm>
            <a:off x="8592588" y="5116359"/>
            <a:ext cx="700939" cy="713915"/>
            <a:chOff x="4906800" y="1507500"/>
            <a:chExt cx="70350" cy="71075"/>
          </a:xfrm>
        </p:grpSpPr>
        <p:sp>
          <p:nvSpPr>
            <p:cNvPr id="913" name="Google Shape;913;p69"/>
            <p:cNvSpPr/>
            <p:nvPr/>
          </p:nvSpPr>
          <p:spPr>
            <a:xfrm>
              <a:off x="4916000" y="1507500"/>
              <a:ext cx="30850" cy="24000"/>
            </a:xfrm>
            <a:custGeom>
              <a:avLst/>
              <a:gdLst/>
              <a:ahLst/>
              <a:cxnLst/>
              <a:rect l="l" t="t" r="r" b="b"/>
              <a:pathLst>
                <a:path w="1234" h="960" extrusionOk="0">
                  <a:moveTo>
                    <a:pt x="837" y="1"/>
                  </a:moveTo>
                  <a:lnTo>
                    <a:pt x="837" y="202"/>
                  </a:lnTo>
                  <a:cubicBezTo>
                    <a:pt x="484" y="282"/>
                    <a:pt x="181" y="498"/>
                    <a:pt x="0" y="808"/>
                  </a:cubicBezTo>
                  <a:lnTo>
                    <a:pt x="455" y="960"/>
                  </a:lnTo>
                  <a:cubicBezTo>
                    <a:pt x="556" y="837"/>
                    <a:pt x="686" y="736"/>
                    <a:pt x="837" y="686"/>
                  </a:cubicBezTo>
                  <a:lnTo>
                    <a:pt x="837" y="823"/>
                  </a:lnTo>
                  <a:lnTo>
                    <a:pt x="1234" y="4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9"/>
            <p:cNvSpPr/>
            <p:nvPr/>
          </p:nvSpPr>
          <p:spPr>
            <a:xfrm>
              <a:off x="4906800" y="1533825"/>
              <a:ext cx="19675" cy="32475"/>
            </a:xfrm>
            <a:custGeom>
              <a:avLst/>
              <a:gdLst/>
              <a:ahLst/>
              <a:cxnLst/>
              <a:rect l="l" t="t" r="r" b="b"/>
              <a:pathLst>
                <a:path w="787" h="1299" extrusionOk="0">
                  <a:moveTo>
                    <a:pt x="527" y="1"/>
                  </a:moveTo>
                  <a:lnTo>
                    <a:pt x="1" y="246"/>
                  </a:lnTo>
                  <a:lnTo>
                    <a:pt x="181" y="303"/>
                  </a:lnTo>
                  <a:cubicBezTo>
                    <a:pt x="181" y="347"/>
                    <a:pt x="174" y="390"/>
                    <a:pt x="174" y="433"/>
                  </a:cubicBezTo>
                  <a:cubicBezTo>
                    <a:pt x="174" y="751"/>
                    <a:pt x="289" y="1061"/>
                    <a:pt x="498" y="1299"/>
                  </a:cubicBezTo>
                  <a:lnTo>
                    <a:pt x="787" y="909"/>
                  </a:lnTo>
                  <a:cubicBezTo>
                    <a:pt x="693" y="772"/>
                    <a:pt x="650" y="614"/>
                    <a:pt x="642" y="455"/>
                  </a:cubicBezTo>
                  <a:lnTo>
                    <a:pt x="642" y="455"/>
                  </a:lnTo>
                  <a:lnTo>
                    <a:pt x="787" y="498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9"/>
            <p:cNvSpPr/>
            <p:nvPr/>
          </p:nvSpPr>
          <p:spPr>
            <a:xfrm>
              <a:off x="4926625" y="1561950"/>
              <a:ext cx="30675" cy="16625"/>
            </a:xfrm>
            <a:custGeom>
              <a:avLst/>
              <a:gdLst/>
              <a:ahLst/>
              <a:cxnLst/>
              <a:rect l="l" t="t" r="r" b="b"/>
              <a:pathLst>
                <a:path w="1227" h="665" extrusionOk="0">
                  <a:moveTo>
                    <a:pt x="556" y="1"/>
                  </a:moveTo>
                  <a:lnTo>
                    <a:pt x="1" y="87"/>
                  </a:lnTo>
                  <a:lnTo>
                    <a:pt x="66" y="664"/>
                  </a:lnTo>
                  <a:lnTo>
                    <a:pt x="181" y="513"/>
                  </a:lnTo>
                  <a:cubicBezTo>
                    <a:pt x="347" y="585"/>
                    <a:pt x="526" y="621"/>
                    <a:pt x="704" y="621"/>
                  </a:cubicBezTo>
                  <a:cubicBezTo>
                    <a:pt x="883" y="621"/>
                    <a:pt x="1061" y="585"/>
                    <a:pt x="1227" y="513"/>
                  </a:cubicBezTo>
                  <a:lnTo>
                    <a:pt x="946" y="123"/>
                  </a:lnTo>
                  <a:cubicBezTo>
                    <a:pt x="866" y="149"/>
                    <a:pt x="785" y="161"/>
                    <a:pt x="704" y="161"/>
                  </a:cubicBezTo>
                  <a:cubicBezTo>
                    <a:pt x="623" y="161"/>
                    <a:pt x="542" y="149"/>
                    <a:pt x="462" y="123"/>
                  </a:cubicBezTo>
                  <a:lnTo>
                    <a:pt x="55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9"/>
            <p:cNvSpPr/>
            <p:nvPr/>
          </p:nvSpPr>
          <p:spPr>
            <a:xfrm>
              <a:off x="4957475" y="1541400"/>
              <a:ext cx="19675" cy="27800"/>
            </a:xfrm>
            <a:custGeom>
              <a:avLst/>
              <a:gdLst/>
              <a:ahLst/>
              <a:cxnLst/>
              <a:rect l="l" t="t" r="r" b="b"/>
              <a:pathLst>
                <a:path w="787" h="1112" extrusionOk="0">
                  <a:moveTo>
                    <a:pt x="779" y="0"/>
                  </a:moveTo>
                  <a:lnTo>
                    <a:pt x="318" y="145"/>
                  </a:lnTo>
                  <a:cubicBezTo>
                    <a:pt x="318" y="303"/>
                    <a:pt x="274" y="455"/>
                    <a:pt x="188" y="592"/>
                  </a:cubicBezTo>
                  <a:lnTo>
                    <a:pt x="80" y="448"/>
                  </a:lnTo>
                  <a:lnTo>
                    <a:pt x="0" y="1003"/>
                  </a:lnTo>
                  <a:lnTo>
                    <a:pt x="570" y="1111"/>
                  </a:lnTo>
                  <a:lnTo>
                    <a:pt x="469" y="981"/>
                  </a:lnTo>
                  <a:cubicBezTo>
                    <a:pt x="671" y="743"/>
                    <a:pt x="786" y="440"/>
                    <a:pt x="786" y="130"/>
                  </a:cubicBezTo>
                  <a:cubicBezTo>
                    <a:pt x="786" y="87"/>
                    <a:pt x="786" y="44"/>
                    <a:pt x="7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9"/>
            <p:cNvSpPr/>
            <p:nvPr/>
          </p:nvSpPr>
          <p:spPr>
            <a:xfrm>
              <a:off x="4951325" y="1512550"/>
              <a:ext cx="24925" cy="26350"/>
            </a:xfrm>
            <a:custGeom>
              <a:avLst/>
              <a:gdLst/>
              <a:ahLst/>
              <a:cxnLst/>
              <a:rect l="l" t="t" r="r" b="b"/>
              <a:pathLst>
                <a:path w="997" h="1054" extrusionOk="0">
                  <a:moveTo>
                    <a:pt x="1" y="0"/>
                  </a:moveTo>
                  <a:lnTo>
                    <a:pt x="1" y="476"/>
                  </a:lnTo>
                  <a:cubicBezTo>
                    <a:pt x="145" y="534"/>
                    <a:pt x="282" y="628"/>
                    <a:pt x="376" y="751"/>
                  </a:cubicBezTo>
                  <a:lnTo>
                    <a:pt x="210" y="801"/>
                  </a:lnTo>
                  <a:lnTo>
                    <a:pt x="715" y="1053"/>
                  </a:lnTo>
                  <a:lnTo>
                    <a:pt x="996" y="549"/>
                  </a:lnTo>
                  <a:lnTo>
                    <a:pt x="996" y="549"/>
                  </a:lnTo>
                  <a:lnTo>
                    <a:pt x="838" y="599"/>
                  </a:lnTo>
                  <a:cubicBezTo>
                    <a:pt x="650" y="296"/>
                    <a:pt x="347" y="73"/>
                    <a:pt x="1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69"/>
          <p:cNvGrpSpPr/>
          <p:nvPr/>
        </p:nvGrpSpPr>
        <p:grpSpPr>
          <a:xfrm>
            <a:off x="5969684" y="3124334"/>
            <a:ext cx="677405" cy="677460"/>
            <a:chOff x="3736598" y="2170606"/>
            <a:chExt cx="404889" cy="404889"/>
          </a:xfrm>
        </p:grpSpPr>
        <p:sp>
          <p:nvSpPr>
            <p:cNvPr id="919" name="Google Shape;919;p69"/>
            <p:cNvSpPr/>
            <p:nvPr/>
          </p:nvSpPr>
          <p:spPr>
            <a:xfrm>
              <a:off x="3950281" y="2170846"/>
              <a:ext cx="191206" cy="231947"/>
            </a:xfrm>
            <a:custGeom>
              <a:avLst/>
              <a:gdLst/>
              <a:ahLst/>
              <a:cxnLst/>
              <a:rect l="l" t="t" r="r" b="b"/>
              <a:pathLst>
                <a:path w="8781" h="10652" extrusionOk="0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9"/>
            <p:cNvSpPr/>
            <p:nvPr/>
          </p:nvSpPr>
          <p:spPr>
            <a:xfrm>
              <a:off x="3737099" y="2170606"/>
              <a:ext cx="231947" cy="191446"/>
            </a:xfrm>
            <a:custGeom>
              <a:avLst/>
              <a:gdLst/>
              <a:ahLst/>
              <a:cxnLst/>
              <a:rect l="l" t="t" r="r" b="b"/>
              <a:pathLst>
                <a:path w="10652" h="8792" extrusionOk="0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9"/>
            <p:cNvSpPr/>
            <p:nvPr/>
          </p:nvSpPr>
          <p:spPr>
            <a:xfrm>
              <a:off x="3909539" y="2384027"/>
              <a:ext cx="231686" cy="191468"/>
            </a:xfrm>
            <a:custGeom>
              <a:avLst/>
              <a:gdLst/>
              <a:ahLst/>
              <a:cxnLst/>
              <a:rect l="l" t="t" r="r" b="b"/>
              <a:pathLst>
                <a:path w="10640" h="8793" extrusionOk="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9"/>
            <p:cNvSpPr/>
            <p:nvPr/>
          </p:nvSpPr>
          <p:spPr>
            <a:xfrm>
              <a:off x="3736598" y="2343307"/>
              <a:ext cx="191707" cy="231686"/>
            </a:xfrm>
            <a:custGeom>
              <a:avLst/>
              <a:gdLst/>
              <a:ahLst/>
              <a:cxnLst/>
              <a:rect l="l" t="t" r="r" b="b"/>
              <a:pathLst>
                <a:path w="8804" h="10640" extrusionOk="0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3" name="Google Shape;923;p69"/>
          <p:cNvGrpSpPr/>
          <p:nvPr/>
        </p:nvGrpSpPr>
        <p:grpSpPr>
          <a:xfrm>
            <a:off x="5020404" y="3124460"/>
            <a:ext cx="767720" cy="677205"/>
            <a:chOff x="3161917" y="2170682"/>
            <a:chExt cx="458870" cy="404737"/>
          </a:xfrm>
        </p:grpSpPr>
        <p:sp>
          <p:nvSpPr>
            <p:cNvPr id="924" name="Google Shape;924;p69"/>
            <p:cNvSpPr/>
            <p:nvPr/>
          </p:nvSpPr>
          <p:spPr>
            <a:xfrm>
              <a:off x="3161917" y="2170682"/>
              <a:ext cx="277174" cy="291676"/>
            </a:xfrm>
            <a:custGeom>
              <a:avLst/>
              <a:gdLst/>
              <a:ahLst/>
              <a:cxnLst/>
              <a:rect l="l" t="t" r="r" b="b"/>
              <a:pathLst>
                <a:path w="12729" h="13395" extrusionOk="0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69"/>
            <p:cNvSpPr/>
            <p:nvPr/>
          </p:nvSpPr>
          <p:spPr>
            <a:xfrm>
              <a:off x="3420326" y="2170922"/>
              <a:ext cx="200461" cy="302934"/>
            </a:xfrm>
            <a:custGeom>
              <a:avLst/>
              <a:gdLst/>
              <a:ahLst/>
              <a:cxnLst/>
              <a:rect l="l" t="t" r="r" b="b"/>
              <a:pathLst>
                <a:path w="9206" h="13912" extrusionOk="0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69"/>
            <p:cNvSpPr/>
            <p:nvPr/>
          </p:nvSpPr>
          <p:spPr>
            <a:xfrm>
              <a:off x="3233645" y="2417594"/>
              <a:ext cx="344393" cy="157825"/>
            </a:xfrm>
            <a:custGeom>
              <a:avLst/>
              <a:gdLst/>
              <a:ahLst/>
              <a:cxnLst/>
              <a:rect l="l" t="t" r="r" b="b"/>
              <a:pathLst>
                <a:path w="15816" h="7248" extrusionOk="0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7" name="Google Shape;927;p69"/>
          <p:cNvGrpSpPr/>
          <p:nvPr/>
        </p:nvGrpSpPr>
        <p:grpSpPr>
          <a:xfrm>
            <a:off x="5057111" y="4138290"/>
            <a:ext cx="694307" cy="664756"/>
            <a:chOff x="3179914" y="2889488"/>
            <a:chExt cx="422876" cy="404911"/>
          </a:xfrm>
        </p:grpSpPr>
        <p:sp>
          <p:nvSpPr>
            <p:cNvPr id="928" name="Google Shape;928;p69"/>
            <p:cNvSpPr/>
            <p:nvPr/>
          </p:nvSpPr>
          <p:spPr>
            <a:xfrm>
              <a:off x="3402328" y="2889749"/>
              <a:ext cx="163726" cy="157477"/>
            </a:xfrm>
            <a:custGeom>
              <a:avLst/>
              <a:gdLst/>
              <a:ahLst/>
              <a:cxnLst/>
              <a:rect l="l" t="t" r="r" b="b"/>
              <a:pathLst>
                <a:path w="7519" h="7232" extrusionOk="0">
                  <a:moveTo>
                    <a:pt x="24" y="0"/>
                  </a:moveTo>
                  <a:lnTo>
                    <a:pt x="1447" y="2583"/>
                  </a:lnTo>
                  <a:lnTo>
                    <a:pt x="1" y="5257"/>
                  </a:lnTo>
                  <a:cubicBezTo>
                    <a:pt x="1252" y="5418"/>
                    <a:pt x="2365" y="6141"/>
                    <a:pt x="2996" y="7231"/>
                  </a:cubicBezTo>
                  <a:lnTo>
                    <a:pt x="5958" y="7151"/>
                  </a:lnTo>
                  <a:lnTo>
                    <a:pt x="7518" y="4580"/>
                  </a:lnTo>
                  <a:cubicBezTo>
                    <a:pt x="5946" y="1894"/>
                    <a:pt x="3134" y="184"/>
                    <a:pt x="2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9"/>
            <p:cNvSpPr/>
            <p:nvPr/>
          </p:nvSpPr>
          <p:spPr>
            <a:xfrm>
              <a:off x="3467807" y="3000956"/>
              <a:ext cx="134983" cy="191707"/>
            </a:xfrm>
            <a:custGeom>
              <a:avLst/>
              <a:gdLst/>
              <a:ahLst/>
              <a:cxnLst/>
              <a:rect l="l" t="t" r="r" b="b"/>
              <a:pathLst>
                <a:path w="6199" h="8804" extrusionOk="0">
                  <a:moveTo>
                    <a:pt x="4798" y="1"/>
                  </a:moveTo>
                  <a:lnTo>
                    <a:pt x="3249" y="2549"/>
                  </a:lnTo>
                  <a:lnTo>
                    <a:pt x="242" y="2629"/>
                  </a:lnTo>
                  <a:cubicBezTo>
                    <a:pt x="724" y="3800"/>
                    <a:pt x="644" y="5131"/>
                    <a:pt x="1" y="6221"/>
                  </a:cubicBezTo>
                  <a:lnTo>
                    <a:pt x="1550" y="8746"/>
                  </a:lnTo>
                  <a:lnTo>
                    <a:pt x="4557" y="8804"/>
                  </a:lnTo>
                  <a:cubicBezTo>
                    <a:pt x="6107" y="6095"/>
                    <a:pt x="6199" y="2790"/>
                    <a:pt x="4798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9"/>
            <p:cNvSpPr/>
            <p:nvPr/>
          </p:nvSpPr>
          <p:spPr>
            <a:xfrm>
              <a:off x="3222637" y="2889488"/>
              <a:ext cx="198457" cy="149224"/>
            </a:xfrm>
            <a:custGeom>
              <a:avLst/>
              <a:gdLst/>
              <a:ahLst/>
              <a:cxnLst/>
              <a:rect l="l" t="t" r="r" b="b"/>
              <a:pathLst>
                <a:path w="9114" h="6853" extrusionOk="0">
                  <a:moveTo>
                    <a:pt x="7690" y="1"/>
                  </a:moveTo>
                  <a:cubicBezTo>
                    <a:pt x="4592" y="24"/>
                    <a:pt x="1711" y="1585"/>
                    <a:pt x="1" y="4156"/>
                  </a:cubicBezTo>
                  <a:lnTo>
                    <a:pt x="2904" y="4225"/>
                  </a:lnTo>
                  <a:lnTo>
                    <a:pt x="4511" y="6853"/>
                  </a:lnTo>
                  <a:cubicBezTo>
                    <a:pt x="5257" y="5854"/>
                    <a:pt x="6428" y="5258"/>
                    <a:pt x="7679" y="5235"/>
                  </a:cubicBezTo>
                  <a:lnTo>
                    <a:pt x="9114" y="2606"/>
                  </a:lnTo>
                  <a:lnTo>
                    <a:pt x="7690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9"/>
            <p:cNvSpPr/>
            <p:nvPr/>
          </p:nvSpPr>
          <p:spPr>
            <a:xfrm>
              <a:off x="3179914" y="2991462"/>
              <a:ext cx="133960" cy="190205"/>
            </a:xfrm>
            <a:custGeom>
              <a:avLst/>
              <a:gdLst/>
              <a:ahLst/>
              <a:cxnLst/>
              <a:rect l="l" t="t" r="r" b="b"/>
              <a:pathLst>
                <a:path w="6152" h="8735" extrusionOk="0">
                  <a:moveTo>
                    <a:pt x="1641" y="1"/>
                  </a:moveTo>
                  <a:cubicBezTo>
                    <a:pt x="103" y="2686"/>
                    <a:pt x="0" y="5957"/>
                    <a:pt x="1366" y="8735"/>
                  </a:cubicBezTo>
                  <a:lnTo>
                    <a:pt x="2869" y="6244"/>
                  </a:lnTo>
                  <a:lnTo>
                    <a:pt x="5957" y="6164"/>
                  </a:lnTo>
                  <a:cubicBezTo>
                    <a:pt x="5486" y="5016"/>
                    <a:pt x="5555" y="3731"/>
                    <a:pt x="6152" y="2640"/>
                  </a:cubicBezTo>
                  <a:lnTo>
                    <a:pt x="4568" y="58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9"/>
            <p:cNvSpPr/>
            <p:nvPr/>
          </p:nvSpPr>
          <p:spPr>
            <a:xfrm>
              <a:off x="3215887" y="3136661"/>
              <a:ext cx="162725" cy="157477"/>
            </a:xfrm>
            <a:custGeom>
              <a:avLst/>
              <a:gdLst/>
              <a:ahLst/>
              <a:cxnLst/>
              <a:rect l="l" t="t" r="r" b="b"/>
              <a:pathLst>
                <a:path w="7473" h="7232" extrusionOk="0">
                  <a:moveTo>
                    <a:pt x="4546" y="1"/>
                  </a:moveTo>
                  <a:lnTo>
                    <a:pt x="1516" y="81"/>
                  </a:lnTo>
                  <a:lnTo>
                    <a:pt x="1" y="2583"/>
                  </a:lnTo>
                  <a:cubicBezTo>
                    <a:pt x="1550" y="5280"/>
                    <a:pt x="4339" y="7025"/>
                    <a:pt x="7438" y="7232"/>
                  </a:cubicBezTo>
                  <a:lnTo>
                    <a:pt x="6026" y="4649"/>
                  </a:lnTo>
                  <a:lnTo>
                    <a:pt x="7472" y="1964"/>
                  </a:lnTo>
                  <a:cubicBezTo>
                    <a:pt x="6256" y="1791"/>
                    <a:pt x="5177" y="1068"/>
                    <a:pt x="45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9"/>
            <p:cNvSpPr/>
            <p:nvPr/>
          </p:nvSpPr>
          <p:spPr>
            <a:xfrm>
              <a:off x="3359605" y="3146677"/>
              <a:ext cx="200439" cy="147722"/>
            </a:xfrm>
            <a:custGeom>
              <a:avLst/>
              <a:gdLst/>
              <a:ahLst/>
              <a:cxnLst/>
              <a:rect l="l" t="t" r="r" b="b"/>
              <a:pathLst>
                <a:path w="9205" h="6784" extrusionOk="0">
                  <a:moveTo>
                    <a:pt x="4649" y="0"/>
                  </a:moveTo>
                  <a:cubicBezTo>
                    <a:pt x="3880" y="976"/>
                    <a:pt x="2697" y="1549"/>
                    <a:pt x="1446" y="1549"/>
                  </a:cubicBezTo>
                  <a:lnTo>
                    <a:pt x="1435" y="1549"/>
                  </a:lnTo>
                  <a:lnTo>
                    <a:pt x="0" y="4189"/>
                  </a:lnTo>
                  <a:lnTo>
                    <a:pt x="1435" y="6783"/>
                  </a:lnTo>
                  <a:lnTo>
                    <a:pt x="1446" y="6783"/>
                  </a:lnTo>
                  <a:cubicBezTo>
                    <a:pt x="1458" y="6783"/>
                    <a:pt x="1469" y="6783"/>
                    <a:pt x="1481" y="6783"/>
                  </a:cubicBezTo>
                  <a:cubicBezTo>
                    <a:pt x="4589" y="6783"/>
                    <a:pt x="7490" y="5224"/>
                    <a:pt x="9205" y="2628"/>
                  </a:cubicBezTo>
                  <a:lnTo>
                    <a:pt x="6221" y="2559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69"/>
          <p:cNvGrpSpPr/>
          <p:nvPr/>
        </p:nvGrpSpPr>
        <p:grpSpPr>
          <a:xfrm>
            <a:off x="5895352" y="4138236"/>
            <a:ext cx="688193" cy="664864"/>
            <a:chOff x="3729467" y="2889422"/>
            <a:chExt cx="419153" cy="404977"/>
          </a:xfrm>
        </p:grpSpPr>
        <p:sp>
          <p:nvSpPr>
            <p:cNvPr id="935" name="Google Shape;935;p69"/>
            <p:cNvSpPr/>
            <p:nvPr/>
          </p:nvSpPr>
          <p:spPr>
            <a:xfrm>
              <a:off x="4014137" y="2974913"/>
              <a:ext cx="134482" cy="178707"/>
            </a:xfrm>
            <a:custGeom>
              <a:avLst/>
              <a:gdLst/>
              <a:ahLst/>
              <a:cxnLst/>
              <a:rect l="l" t="t" r="r" b="b"/>
              <a:pathLst>
                <a:path w="6176" h="8207" extrusionOk="0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9"/>
            <p:cNvSpPr/>
            <p:nvPr/>
          </p:nvSpPr>
          <p:spPr>
            <a:xfrm>
              <a:off x="3741225" y="3095375"/>
              <a:ext cx="148963" cy="173460"/>
            </a:xfrm>
            <a:custGeom>
              <a:avLst/>
              <a:gdLst/>
              <a:ahLst/>
              <a:cxnLst/>
              <a:rect l="l" t="t" r="r" b="b"/>
              <a:pathLst>
                <a:path w="6841" h="7966" extrusionOk="0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69"/>
            <p:cNvSpPr/>
            <p:nvPr/>
          </p:nvSpPr>
          <p:spPr>
            <a:xfrm>
              <a:off x="3949660" y="2889684"/>
              <a:ext cx="146219" cy="145980"/>
            </a:xfrm>
            <a:custGeom>
              <a:avLst/>
              <a:gdLst/>
              <a:ahLst/>
              <a:cxnLst/>
              <a:rect l="l" t="t" r="r" b="b"/>
              <a:pathLst>
                <a:path w="6715" h="6704" extrusionOk="0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69"/>
            <p:cNvSpPr/>
            <p:nvPr/>
          </p:nvSpPr>
          <p:spPr>
            <a:xfrm>
              <a:off x="3847947" y="3172089"/>
              <a:ext cx="167210" cy="122310"/>
            </a:xfrm>
            <a:custGeom>
              <a:avLst/>
              <a:gdLst/>
              <a:ahLst/>
              <a:cxnLst/>
              <a:rect l="l" t="t" r="r" b="b"/>
              <a:pathLst>
                <a:path w="7679" h="5617" extrusionOk="0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69"/>
            <p:cNvSpPr/>
            <p:nvPr/>
          </p:nvSpPr>
          <p:spPr>
            <a:xfrm>
              <a:off x="3974658" y="3122616"/>
              <a:ext cx="158457" cy="151206"/>
            </a:xfrm>
            <a:custGeom>
              <a:avLst/>
              <a:gdLst/>
              <a:ahLst/>
              <a:cxnLst/>
              <a:rect l="l" t="t" r="r" b="b"/>
              <a:pathLst>
                <a:path w="7277" h="6944" extrusionOk="0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69"/>
            <p:cNvSpPr/>
            <p:nvPr/>
          </p:nvSpPr>
          <p:spPr>
            <a:xfrm>
              <a:off x="3729467" y="2966660"/>
              <a:ext cx="138990" cy="158718"/>
            </a:xfrm>
            <a:custGeom>
              <a:avLst/>
              <a:gdLst/>
              <a:ahLst/>
              <a:cxnLst/>
              <a:rect l="l" t="t" r="r" b="b"/>
              <a:pathLst>
                <a:path w="6383" h="7289" extrusionOk="0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69"/>
            <p:cNvSpPr/>
            <p:nvPr/>
          </p:nvSpPr>
          <p:spPr>
            <a:xfrm>
              <a:off x="3787716" y="2889422"/>
              <a:ext cx="180449" cy="139229"/>
            </a:xfrm>
            <a:custGeom>
              <a:avLst/>
              <a:gdLst/>
              <a:ahLst/>
              <a:cxnLst/>
              <a:rect l="l" t="t" r="r" b="b"/>
              <a:pathLst>
                <a:path w="8287" h="6394" extrusionOk="0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42" name="Google Shape;942;p69"/>
          <p:cNvSpPr/>
          <p:nvPr/>
        </p:nvSpPr>
        <p:spPr>
          <a:xfrm>
            <a:off x="9919651" y="3134230"/>
            <a:ext cx="247213" cy="125341"/>
          </a:xfrm>
          <a:custGeom>
            <a:avLst/>
            <a:gdLst/>
            <a:ahLst/>
            <a:cxnLst/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3" name="Google Shape;943;p69"/>
          <p:cNvSpPr/>
          <p:nvPr/>
        </p:nvSpPr>
        <p:spPr>
          <a:xfrm>
            <a:off x="9518925" y="3110767"/>
            <a:ext cx="229028" cy="172264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4" name="Google Shape;944;p69"/>
          <p:cNvSpPr/>
          <p:nvPr/>
        </p:nvSpPr>
        <p:spPr>
          <a:xfrm>
            <a:off x="10348643" y="3119373"/>
            <a:ext cx="223751" cy="155703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5" name="Google Shape;945;p69"/>
          <p:cNvSpPr/>
          <p:nvPr/>
        </p:nvSpPr>
        <p:spPr>
          <a:xfrm>
            <a:off x="10741584" y="3110767"/>
            <a:ext cx="218473" cy="172264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46" name="Google Shape;946;p69"/>
          <p:cNvGrpSpPr/>
          <p:nvPr/>
        </p:nvGrpSpPr>
        <p:grpSpPr>
          <a:xfrm>
            <a:off x="9522455" y="3400750"/>
            <a:ext cx="221964" cy="188663"/>
            <a:chOff x="4660325" y="1866850"/>
            <a:chExt cx="68350" cy="58100"/>
          </a:xfrm>
        </p:grpSpPr>
        <p:sp>
          <p:nvSpPr>
            <p:cNvPr id="947" name="Google Shape;947;p69"/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69"/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49" name="Google Shape;949;p69"/>
          <p:cNvGrpSpPr/>
          <p:nvPr/>
        </p:nvGrpSpPr>
        <p:grpSpPr>
          <a:xfrm>
            <a:off x="9934915" y="3435049"/>
            <a:ext cx="216687" cy="120065"/>
            <a:chOff x="4791775" y="1877500"/>
            <a:chExt cx="66725" cy="36975"/>
          </a:xfrm>
        </p:grpSpPr>
        <p:sp>
          <p:nvSpPr>
            <p:cNvPr id="950" name="Google Shape;950;p69"/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69"/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p69"/>
          <p:cNvGrpSpPr/>
          <p:nvPr/>
        </p:nvGrpSpPr>
        <p:grpSpPr>
          <a:xfrm>
            <a:off x="10363866" y="3435049"/>
            <a:ext cx="193305" cy="120065"/>
            <a:chOff x="4923925" y="1877500"/>
            <a:chExt cx="59525" cy="36975"/>
          </a:xfrm>
        </p:grpSpPr>
        <p:sp>
          <p:nvSpPr>
            <p:cNvPr id="953" name="Google Shape;953;p69"/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69"/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p69"/>
          <p:cNvGrpSpPr/>
          <p:nvPr/>
        </p:nvGrpSpPr>
        <p:grpSpPr>
          <a:xfrm>
            <a:off x="10756521" y="3411303"/>
            <a:ext cx="188596" cy="167556"/>
            <a:chOff x="5058450" y="1870100"/>
            <a:chExt cx="58075" cy="51600"/>
          </a:xfrm>
        </p:grpSpPr>
        <p:sp>
          <p:nvSpPr>
            <p:cNvPr id="956" name="Google Shape;956;p69"/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69"/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p69"/>
          <p:cNvGrpSpPr/>
          <p:nvPr/>
        </p:nvGrpSpPr>
        <p:grpSpPr>
          <a:xfrm>
            <a:off x="9975874" y="3974514"/>
            <a:ext cx="134769" cy="143527"/>
            <a:chOff x="4811425" y="2065025"/>
            <a:chExt cx="41500" cy="44200"/>
          </a:xfrm>
        </p:grpSpPr>
        <p:sp>
          <p:nvSpPr>
            <p:cNvPr id="959" name="Google Shape;959;p69"/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9"/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1" name="Google Shape;961;p69"/>
          <p:cNvGrpSpPr/>
          <p:nvPr/>
        </p:nvGrpSpPr>
        <p:grpSpPr>
          <a:xfrm>
            <a:off x="10365790" y="3974798"/>
            <a:ext cx="161156" cy="142957"/>
            <a:chOff x="4929875" y="2065025"/>
            <a:chExt cx="49625" cy="44025"/>
          </a:xfrm>
        </p:grpSpPr>
        <p:sp>
          <p:nvSpPr>
            <p:cNvPr id="962" name="Google Shape;962;p69"/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69"/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4" name="Google Shape;964;p69"/>
          <p:cNvGrpSpPr/>
          <p:nvPr/>
        </p:nvGrpSpPr>
        <p:grpSpPr>
          <a:xfrm>
            <a:off x="10804015" y="3978817"/>
            <a:ext cx="93608" cy="134921"/>
            <a:chOff x="5083925" y="2066350"/>
            <a:chExt cx="28825" cy="41550"/>
          </a:xfrm>
        </p:grpSpPr>
        <p:sp>
          <p:nvSpPr>
            <p:cNvPr id="965" name="Google Shape;965;p69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69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69"/>
          <p:cNvGrpSpPr/>
          <p:nvPr/>
        </p:nvGrpSpPr>
        <p:grpSpPr>
          <a:xfrm>
            <a:off x="9512753" y="3999679"/>
            <a:ext cx="241368" cy="93195"/>
            <a:chOff x="4659775" y="2072775"/>
            <a:chExt cx="74325" cy="28700"/>
          </a:xfrm>
        </p:grpSpPr>
        <p:sp>
          <p:nvSpPr>
            <p:cNvPr id="968" name="Google Shape;968;p69"/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9"/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69"/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1" name="Google Shape;971;p69"/>
          <p:cNvGrpSpPr/>
          <p:nvPr/>
        </p:nvGrpSpPr>
        <p:grpSpPr>
          <a:xfrm>
            <a:off x="10739229" y="3720433"/>
            <a:ext cx="223183" cy="118929"/>
            <a:chOff x="4662475" y="1976500"/>
            <a:chExt cx="68725" cy="36625"/>
          </a:xfrm>
        </p:grpSpPr>
        <p:sp>
          <p:nvSpPr>
            <p:cNvPr id="972" name="Google Shape;972;p69"/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9"/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9"/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5" name="Google Shape;975;p69"/>
          <p:cNvGrpSpPr/>
          <p:nvPr/>
        </p:nvGrpSpPr>
        <p:grpSpPr>
          <a:xfrm>
            <a:off x="10335102" y="3725019"/>
            <a:ext cx="222532" cy="109756"/>
            <a:chOff x="4920150" y="1977875"/>
            <a:chExt cx="68525" cy="33800"/>
          </a:xfrm>
        </p:grpSpPr>
        <p:sp>
          <p:nvSpPr>
            <p:cNvPr id="976" name="Google Shape;976;p69"/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9"/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9"/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69"/>
          <p:cNvGrpSpPr/>
          <p:nvPr/>
        </p:nvGrpSpPr>
        <p:grpSpPr>
          <a:xfrm>
            <a:off x="9549977" y="4263577"/>
            <a:ext cx="166920" cy="170479"/>
            <a:chOff x="4676550" y="2160575"/>
            <a:chExt cx="51400" cy="52500"/>
          </a:xfrm>
        </p:grpSpPr>
        <p:sp>
          <p:nvSpPr>
            <p:cNvPr id="980" name="Google Shape;980;p69"/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9"/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9"/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69"/>
          <p:cNvGrpSpPr/>
          <p:nvPr/>
        </p:nvGrpSpPr>
        <p:grpSpPr>
          <a:xfrm>
            <a:off x="9946322" y="4272952"/>
            <a:ext cx="193873" cy="151725"/>
            <a:chOff x="4768325" y="2163475"/>
            <a:chExt cx="59700" cy="46725"/>
          </a:xfrm>
        </p:grpSpPr>
        <p:sp>
          <p:nvSpPr>
            <p:cNvPr id="984" name="Google Shape;984;p69"/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9"/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86" name="Google Shape;986;p69"/>
          <p:cNvSpPr/>
          <p:nvPr/>
        </p:nvSpPr>
        <p:spPr>
          <a:xfrm>
            <a:off x="10388929" y="4261629"/>
            <a:ext cx="114879" cy="174375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7" name="Google Shape;987;p69"/>
          <p:cNvSpPr/>
          <p:nvPr/>
        </p:nvSpPr>
        <p:spPr>
          <a:xfrm>
            <a:off x="10752096" y="5604409"/>
            <a:ext cx="197445" cy="217319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8" name="Google Shape;988;p69"/>
          <p:cNvSpPr/>
          <p:nvPr/>
        </p:nvSpPr>
        <p:spPr>
          <a:xfrm>
            <a:off x="9554038" y="4575370"/>
            <a:ext cx="158801" cy="217887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9" name="Google Shape;989;p69"/>
          <p:cNvSpPr/>
          <p:nvPr/>
        </p:nvSpPr>
        <p:spPr>
          <a:xfrm>
            <a:off x="9511333" y="5625516"/>
            <a:ext cx="244209" cy="175105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90" name="Google Shape;990;p69"/>
          <p:cNvSpPr/>
          <p:nvPr/>
        </p:nvSpPr>
        <p:spPr>
          <a:xfrm>
            <a:off x="9534431" y="4934374"/>
            <a:ext cx="198015" cy="150020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91" name="Google Shape;991;p69"/>
          <p:cNvSpPr/>
          <p:nvPr/>
        </p:nvSpPr>
        <p:spPr>
          <a:xfrm>
            <a:off x="10379430" y="4910264"/>
            <a:ext cx="133877" cy="198241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92" name="Google Shape;992;p69"/>
          <p:cNvGrpSpPr/>
          <p:nvPr/>
        </p:nvGrpSpPr>
        <p:grpSpPr>
          <a:xfrm>
            <a:off x="9968079" y="4613078"/>
            <a:ext cx="150357" cy="142471"/>
            <a:chOff x="4768575" y="2253950"/>
            <a:chExt cx="46300" cy="43875"/>
          </a:xfrm>
        </p:grpSpPr>
        <p:sp>
          <p:nvSpPr>
            <p:cNvPr id="993" name="Google Shape;993;p69"/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9"/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9"/>
          <p:cNvGrpSpPr/>
          <p:nvPr/>
        </p:nvGrpSpPr>
        <p:grpSpPr>
          <a:xfrm>
            <a:off x="10367577" y="5265112"/>
            <a:ext cx="157583" cy="194995"/>
            <a:chOff x="4960900" y="2433225"/>
            <a:chExt cx="48525" cy="60050"/>
          </a:xfrm>
        </p:grpSpPr>
        <p:sp>
          <p:nvSpPr>
            <p:cNvPr id="996" name="Google Shape;996;p69"/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9"/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69"/>
          <p:cNvGrpSpPr/>
          <p:nvPr/>
        </p:nvGrpSpPr>
        <p:grpSpPr>
          <a:xfrm>
            <a:off x="9952329" y="5617193"/>
            <a:ext cx="181859" cy="191747"/>
            <a:chOff x="4854075" y="2527625"/>
            <a:chExt cx="56000" cy="59050"/>
          </a:xfrm>
        </p:grpSpPr>
        <p:sp>
          <p:nvSpPr>
            <p:cNvPr id="999" name="Google Shape;999;p6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6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69"/>
          <p:cNvSpPr/>
          <p:nvPr/>
        </p:nvSpPr>
        <p:spPr>
          <a:xfrm>
            <a:off x="9972667" y="5274164"/>
            <a:ext cx="141184" cy="176891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2" name="Google Shape;1002;p69"/>
          <p:cNvSpPr/>
          <p:nvPr/>
        </p:nvSpPr>
        <p:spPr>
          <a:xfrm>
            <a:off x="10744222" y="4260369"/>
            <a:ext cx="213196" cy="176891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9543239" y="5274164"/>
            <a:ext cx="180397" cy="176891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004" name="Google Shape;1004;p69"/>
          <p:cNvGrpSpPr/>
          <p:nvPr/>
        </p:nvGrpSpPr>
        <p:grpSpPr>
          <a:xfrm>
            <a:off x="10784611" y="4902186"/>
            <a:ext cx="132416" cy="214396"/>
            <a:chOff x="5059700" y="2334775"/>
            <a:chExt cx="40775" cy="66025"/>
          </a:xfrm>
        </p:grpSpPr>
        <p:sp>
          <p:nvSpPr>
            <p:cNvPr id="1005" name="Google Shape;1005;p69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9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9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9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69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9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69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69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69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p69"/>
          <p:cNvGrpSpPr/>
          <p:nvPr/>
        </p:nvGrpSpPr>
        <p:grpSpPr>
          <a:xfrm>
            <a:off x="10727496" y="5255695"/>
            <a:ext cx="246645" cy="213828"/>
            <a:chOff x="5037700" y="2430325"/>
            <a:chExt cx="75950" cy="65850"/>
          </a:xfrm>
        </p:grpSpPr>
        <p:sp>
          <p:nvSpPr>
            <p:cNvPr id="1015" name="Google Shape;1015;p69"/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69"/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69"/>
          <p:cNvGrpSpPr/>
          <p:nvPr/>
        </p:nvGrpSpPr>
        <p:grpSpPr>
          <a:xfrm>
            <a:off x="9953504" y="4944298"/>
            <a:ext cx="230685" cy="130172"/>
            <a:chOff x="4756975" y="2341800"/>
            <a:chExt cx="91975" cy="51925"/>
          </a:xfrm>
        </p:grpSpPr>
        <p:sp>
          <p:nvSpPr>
            <p:cNvPr id="1018" name="Google Shape;1018;p69"/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69"/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69"/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69"/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69"/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69"/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69"/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69"/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9"/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9"/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9"/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9"/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9"/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69"/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9"/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9"/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9"/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9"/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69"/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69"/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38" name="Google Shape;1038;p69"/>
          <p:cNvGrpSpPr/>
          <p:nvPr/>
        </p:nvGrpSpPr>
        <p:grpSpPr>
          <a:xfrm>
            <a:off x="10309421" y="5595894"/>
            <a:ext cx="283329" cy="234348"/>
            <a:chOff x="4943575" y="2516350"/>
            <a:chExt cx="98675" cy="81700"/>
          </a:xfrm>
        </p:grpSpPr>
        <p:sp>
          <p:nvSpPr>
            <p:cNvPr id="1039" name="Google Shape;1039;p69"/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9"/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69"/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9"/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9"/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9"/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9"/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9"/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69"/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69"/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69"/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9"/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9"/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69"/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69"/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69"/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69"/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69"/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9"/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9"/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9"/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9"/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9"/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69"/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9"/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9"/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9"/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9"/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69"/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69"/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9"/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9"/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9"/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9"/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69"/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9"/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9"/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9"/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69"/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69"/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9"/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9"/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9"/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9"/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9"/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9"/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9"/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9"/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9"/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9"/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9"/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9"/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9"/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9"/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9"/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9"/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9"/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9"/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9"/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9"/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9"/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9"/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9"/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9"/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9"/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9"/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9"/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9"/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9"/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9"/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9"/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9"/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9"/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9"/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9"/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9"/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9"/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117;p69"/>
          <p:cNvGrpSpPr/>
          <p:nvPr/>
        </p:nvGrpSpPr>
        <p:grpSpPr>
          <a:xfrm>
            <a:off x="2653502" y="4564218"/>
            <a:ext cx="1287135" cy="179481"/>
            <a:chOff x="4411970" y="2962952"/>
            <a:chExt cx="706544" cy="104212"/>
          </a:xfrm>
        </p:grpSpPr>
        <p:sp>
          <p:nvSpPr>
            <p:cNvPr id="1118" name="Google Shape;1118;p69"/>
            <p:cNvSpPr/>
            <p:nvPr/>
          </p:nvSpPr>
          <p:spPr>
            <a:xfrm>
              <a:off x="4583864" y="2962952"/>
              <a:ext cx="534651" cy="104077"/>
            </a:xfrm>
            <a:custGeom>
              <a:avLst/>
              <a:gdLst/>
              <a:ahLst/>
              <a:cxnLst/>
              <a:rect l="l" t="t" r="r" b="b"/>
              <a:pathLst>
                <a:path w="11841" h="2305" extrusionOk="0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4411970" y="2963088"/>
              <a:ext cx="124124" cy="104077"/>
            </a:xfrm>
            <a:custGeom>
              <a:avLst/>
              <a:gdLst/>
              <a:ahLst/>
              <a:cxnLst/>
              <a:rect l="l" t="t" r="r" b="b"/>
              <a:pathLst>
                <a:path w="2749" h="2305" extrusionOk="0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CCD6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4496946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9"/>
            <p:cNvSpPr/>
            <p:nvPr/>
          </p:nvSpPr>
          <p:spPr>
            <a:xfrm>
              <a:off x="4537628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p69"/>
          <p:cNvGrpSpPr/>
          <p:nvPr/>
        </p:nvGrpSpPr>
        <p:grpSpPr>
          <a:xfrm>
            <a:off x="2653501" y="4016103"/>
            <a:ext cx="1280211" cy="385563"/>
            <a:chOff x="4411970" y="2726085"/>
            <a:chExt cx="643107" cy="193659"/>
          </a:xfrm>
        </p:grpSpPr>
        <p:sp>
          <p:nvSpPr>
            <p:cNvPr id="1123" name="Google Shape;1123;p69"/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69"/>
          <p:cNvGrpSpPr/>
          <p:nvPr/>
        </p:nvGrpSpPr>
        <p:grpSpPr>
          <a:xfrm>
            <a:off x="1324025" y="4370917"/>
            <a:ext cx="1110897" cy="345612"/>
            <a:chOff x="4411970" y="4340222"/>
            <a:chExt cx="779467" cy="242683"/>
          </a:xfrm>
        </p:grpSpPr>
        <p:sp>
          <p:nvSpPr>
            <p:cNvPr id="1127" name="Google Shape;1127;p69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9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9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30" name="Google Shape;1130;p69"/>
          <p:cNvGrpSpPr/>
          <p:nvPr/>
        </p:nvGrpSpPr>
        <p:grpSpPr>
          <a:xfrm>
            <a:off x="2653501" y="3565244"/>
            <a:ext cx="1286880" cy="288307"/>
            <a:chOff x="4411970" y="2468674"/>
            <a:chExt cx="747317" cy="167425"/>
          </a:xfrm>
        </p:grpSpPr>
        <p:sp>
          <p:nvSpPr>
            <p:cNvPr id="1131" name="Google Shape;1131;p69"/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9"/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33" name="Google Shape;1133;p69"/>
          <p:cNvGrpSpPr/>
          <p:nvPr/>
        </p:nvGrpSpPr>
        <p:grpSpPr>
          <a:xfrm>
            <a:off x="1318498" y="3438200"/>
            <a:ext cx="1080601" cy="425531"/>
            <a:chOff x="4411970" y="3686602"/>
            <a:chExt cx="797845" cy="314215"/>
          </a:xfrm>
        </p:grpSpPr>
        <p:sp>
          <p:nvSpPr>
            <p:cNvPr id="1134" name="Google Shape;1134;p69"/>
            <p:cNvSpPr/>
            <p:nvPr/>
          </p:nvSpPr>
          <p:spPr>
            <a:xfrm>
              <a:off x="4411970" y="3780383"/>
              <a:ext cx="797845" cy="220435"/>
            </a:xfrm>
            <a:custGeom>
              <a:avLst/>
              <a:gdLst/>
              <a:ahLst/>
              <a:cxnLst/>
              <a:rect l="l" t="t" r="r" b="b"/>
              <a:pathLst>
                <a:path w="17670" h="4882" extrusionOk="0">
                  <a:moveTo>
                    <a:pt x="356" y="1"/>
                  </a:moveTo>
                  <a:cubicBezTo>
                    <a:pt x="159" y="1"/>
                    <a:pt x="1" y="161"/>
                    <a:pt x="1" y="356"/>
                  </a:cubicBezTo>
                  <a:lnTo>
                    <a:pt x="1" y="4881"/>
                  </a:lnTo>
                  <a:lnTo>
                    <a:pt x="17316" y="4881"/>
                  </a:lnTo>
                  <a:cubicBezTo>
                    <a:pt x="17511" y="4881"/>
                    <a:pt x="17670" y="4723"/>
                    <a:pt x="17670" y="4528"/>
                  </a:cubicBezTo>
                  <a:lnTo>
                    <a:pt x="17670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9"/>
            <p:cNvSpPr/>
            <p:nvPr/>
          </p:nvSpPr>
          <p:spPr>
            <a:xfrm>
              <a:off x="4411970" y="3940447"/>
              <a:ext cx="60414" cy="60369"/>
            </a:xfrm>
            <a:custGeom>
              <a:avLst/>
              <a:gdLst/>
              <a:ahLst/>
              <a:cxnLst/>
              <a:rect l="l" t="t" r="r" b="b"/>
              <a:pathLst>
                <a:path w="1338" h="1337" extrusionOk="0">
                  <a:moveTo>
                    <a:pt x="1" y="1"/>
                  </a:moveTo>
                  <a:lnTo>
                    <a:pt x="1" y="1336"/>
                  </a:lnTo>
                  <a:lnTo>
                    <a:pt x="1338" y="13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9"/>
            <p:cNvSpPr/>
            <p:nvPr/>
          </p:nvSpPr>
          <p:spPr>
            <a:xfrm>
              <a:off x="4411970" y="3686602"/>
              <a:ext cx="228743" cy="228743"/>
            </a:xfrm>
            <a:custGeom>
              <a:avLst/>
              <a:gdLst/>
              <a:ahLst/>
              <a:cxnLst/>
              <a:rect l="l" t="t" r="r" b="b"/>
              <a:pathLst>
                <a:path w="5066" h="5066" extrusionOk="0">
                  <a:moveTo>
                    <a:pt x="2534" y="1"/>
                  </a:moveTo>
                  <a:cubicBezTo>
                    <a:pt x="1134" y="1"/>
                    <a:pt x="1" y="1134"/>
                    <a:pt x="1" y="2534"/>
                  </a:cubicBezTo>
                  <a:cubicBezTo>
                    <a:pt x="1" y="3932"/>
                    <a:pt x="1134" y="5066"/>
                    <a:pt x="2534" y="5066"/>
                  </a:cubicBezTo>
                  <a:cubicBezTo>
                    <a:pt x="3932" y="5066"/>
                    <a:pt x="5066" y="3932"/>
                    <a:pt x="5066" y="2534"/>
                  </a:cubicBezTo>
                  <a:cubicBezTo>
                    <a:pt x="5066" y="1134"/>
                    <a:pt x="3932" y="1"/>
                    <a:pt x="2534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9"/>
            <p:cNvSpPr/>
            <p:nvPr/>
          </p:nvSpPr>
          <p:spPr>
            <a:xfrm>
              <a:off x="4442628" y="3717261"/>
              <a:ext cx="167425" cy="167425"/>
            </a:xfrm>
            <a:custGeom>
              <a:avLst/>
              <a:gdLst/>
              <a:ahLst/>
              <a:cxnLst/>
              <a:rect l="l" t="t" r="r" b="b"/>
              <a:pathLst>
                <a:path w="3708" h="3708" extrusionOk="0">
                  <a:moveTo>
                    <a:pt x="3708" y="1855"/>
                  </a:moveTo>
                  <a:cubicBezTo>
                    <a:pt x="3708" y="2878"/>
                    <a:pt x="2878" y="3708"/>
                    <a:pt x="1855" y="3708"/>
                  </a:cubicBezTo>
                  <a:cubicBezTo>
                    <a:pt x="832" y="3708"/>
                    <a:pt x="1" y="2878"/>
                    <a:pt x="1" y="1855"/>
                  </a:cubicBezTo>
                  <a:cubicBezTo>
                    <a:pt x="1" y="830"/>
                    <a:pt x="832" y="1"/>
                    <a:pt x="1855" y="1"/>
                  </a:cubicBezTo>
                  <a:cubicBezTo>
                    <a:pt x="2878" y="1"/>
                    <a:pt x="3708" y="830"/>
                    <a:pt x="3708" y="1855"/>
                  </a:cubicBezTo>
                  <a:close/>
                </a:path>
              </a:pathLst>
            </a:custGeom>
            <a:solidFill>
              <a:srgbClr val="222D3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9"/>
            <p:cNvSpPr/>
            <p:nvPr/>
          </p:nvSpPr>
          <p:spPr>
            <a:xfrm>
              <a:off x="4455090" y="3729723"/>
              <a:ext cx="142546" cy="142546"/>
            </a:xfrm>
            <a:custGeom>
              <a:avLst/>
              <a:gdLst/>
              <a:ahLst/>
              <a:cxnLst/>
              <a:rect l="l" t="t" r="r" b="b"/>
              <a:pathLst>
                <a:path w="3157" h="3157" extrusionOk="0">
                  <a:moveTo>
                    <a:pt x="1579" y="0"/>
                  </a:moveTo>
                  <a:cubicBezTo>
                    <a:pt x="706" y="0"/>
                    <a:pt x="0" y="706"/>
                    <a:pt x="0" y="1579"/>
                  </a:cubicBezTo>
                  <a:cubicBezTo>
                    <a:pt x="0" y="2450"/>
                    <a:pt x="706" y="3156"/>
                    <a:pt x="1579" y="3156"/>
                  </a:cubicBezTo>
                  <a:cubicBezTo>
                    <a:pt x="2450" y="3156"/>
                    <a:pt x="3156" y="2450"/>
                    <a:pt x="3156" y="1579"/>
                  </a:cubicBezTo>
                  <a:cubicBezTo>
                    <a:pt x="3156" y="706"/>
                    <a:pt x="2450" y="0"/>
                    <a:pt x="157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139;p69"/>
          <p:cNvSpPr/>
          <p:nvPr/>
        </p:nvSpPr>
        <p:spPr>
          <a:xfrm>
            <a:off x="1308963" y="3982983"/>
            <a:ext cx="1096727" cy="261111"/>
          </a:xfrm>
          <a:custGeom>
            <a:avLst/>
            <a:gdLst/>
            <a:ahLst/>
            <a:cxnLst/>
            <a:rect l="l" t="t" r="r" b="b"/>
            <a:pathLst>
              <a:path w="17936" h="4270" extrusionOk="0">
                <a:moveTo>
                  <a:pt x="2303" y="1110"/>
                </a:moveTo>
                <a:cubicBezTo>
                  <a:pt x="2883" y="1110"/>
                  <a:pt x="3355" y="1569"/>
                  <a:pt x="3355" y="2135"/>
                </a:cubicBezTo>
                <a:cubicBezTo>
                  <a:pt x="3353" y="2716"/>
                  <a:pt x="2883" y="3187"/>
                  <a:pt x="2303" y="3187"/>
                </a:cubicBezTo>
                <a:cubicBezTo>
                  <a:pt x="1722" y="3187"/>
                  <a:pt x="1251" y="2716"/>
                  <a:pt x="1251" y="2135"/>
                </a:cubicBezTo>
                <a:cubicBezTo>
                  <a:pt x="1251" y="1569"/>
                  <a:pt x="1722" y="1110"/>
                  <a:pt x="2303" y="1110"/>
                </a:cubicBezTo>
                <a:close/>
                <a:moveTo>
                  <a:pt x="2304" y="0"/>
                </a:moveTo>
                <a:cubicBezTo>
                  <a:pt x="1748" y="0"/>
                  <a:pt x="1201" y="218"/>
                  <a:pt x="793" y="626"/>
                </a:cubicBezTo>
                <a:cubicBezTo>
                  <a:pt x="183" y="1236"/>
                  <a:pt x="0" y="2154"/>
                  <a:pt x="330" y="2951"/>
                </a:cubicBezTo>
                <a:cubicBezTo>
                  <a:pt x="662" y="3749"/>
                  <a:pt x="1438" y="4269"/>
                  <a:pt x="2303" y="4269"/>
                </a:cubicBezTo>
                <a:cubicBezTo>
                  <a:pt x="3481" y="4269"/>
                  <a:pt x="4436" y="3313"/>
                  <a:pt x="4436" y="2135"/>
                </a:cubicBezTo>
                <a:lnTo>
                  <a:pt x="4436" y="3254"/>
                </a:lnTo>
                <a:cubicBezTo>
                  <a:pt x="4436" y="3814"/>
                  <a:pt x="4891" y="4269"/>
                  <a:pt x="5451" y="4269"/>
                </a:cubicBezTo>
                <a:lnTo>
                  <a:pt x="17600" y="4269"/>
                </a:lnTo>
                <a:cubicBezTo>
                  <a:pt x="17785" y="4269"/>
                  <a:pt x="17935" y="4119"/>
                  <a:pt x="17935" y="3936"/>
                </a:cubicBezTo>
                <a:lnTo>
                  <a:pt x="17935" y="333"/>
                </a:lnTo>
                <a:cubicBezTo>
                  <a:pt x="17934" y="149"/>
                  <a:pt x="17785" y="0"/>
                  <a:pt x="17602" y="0"/>
                </a:cubicBezTo>
                <a:lnTo>
                  <a:pt x="5451" y="0"/>
                </a:lnTo>
                <a:cubicBezTo>
                  <a:pt x="4891" y="0"/>
                  <a:pt x="4437" y="453"/>
                  <a:pt x="4437" y="1014"/>
                </a:cubicBezTo>
                <a:lnTo>
                  <a:pt x="4437" y="2133"/>
                </a:lnTo>
                <a:cubicBezTo>
                  <a:pt x="4436" y="1270"/>
                  <a:pt x="3915" y="492"/>
                  <a:pt x="3118" y="162"/>
                </a:cubicBezTo>
                <a:cubicBezTo>
                  <a:pt x="2855" y="53"/>
                  <a:pt x="2578" y="0"/>
                  <a:pt x="2304" y="0"/>
                </a:cubicBezTo>
                <a:close/>
              </a:path>
            </a:pathLst>
          </a:custGeom>
          <a:solidFill>
            <a:srgbClr val="445D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140" name="Google Shape;1140;p69"/>
          <p:cNvGrpSpPr/>
          <p:nvPr/>
        </p:nvGrpSpPr>
        <p:grpSpPr>
          <a:xfrm>
            <a:off x="1318627" y="3110899"/>
            <a:ext cx="2627111" cy="278379"/>
            <a:chOff x="6336019" y="3733725"/>
            <a:chExt cx="2566206" cy="351310"/>
          </a:xfrm>
        </p:grpSpPr>
        <p:sp>
          <p:nvSpPr>
            <p:cNvPr id="1141" name="Google Shape;1141;p69"/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9"/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9"/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45" name="Google Shape;1145;p69"/>
          <p:cNvGrpSpPr/>
          <p:nvPr/>
        </p:nvGrpSpPr>
        <p:grpSpPr>
          <a:xfrm>
            <a:off x="2653502" y="5254305"/>
            <a:ext cx="1262068" cy="204267"/>
            <a:chOff x="4404545" y="3301592"/>
            <a:chExt cx="782403" cy="129272"/>
          </a:xfrm>
        </p:grpSpPr>
        <p:sp>
          <p:nvSpPr>
            <p:cNvPr id="1146" name="Google Shape;1146;p69"/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9"/>
            <p:cNvSpPr/>
            <p:nvPr/>
          </p:nvSpPr>
          <p:spPr>
            <a:xfrm>
              <a:off x="4416034" y="3308320"/>
              <a:ext cx="120286" cy="11572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48" name="Google Shape;1148;p69"/>
          <p:cNvGrpSpPr/>
          <p:nvPr/>
        </p:nvGrpSpPr>
        <p:grpSpPr>
          <a:xfrm>
            <a:off x="2653502" y="4906251"/>
            <a:ext cx="1283009" cy="185503"/>
            <a:chOff x="4411970" y="3131459"/>
            <a:chExt cx="710520" cy="117397"/>
          </a:xfrm>
        </p:grpSpPr>
        <p:sp>
          <p:nvSpPr>
            <p:cNvPr id="1149" name="Google Shape;1149;p69"/>
            <p:cNvSpPr/>
            <p:nvPr/>
          </p:nvSpPr>
          <p:spPr>
            <a:xfrm>
              <a:off x="4411970" y="3131459"/>
              <a:ext cx="710520" cy="117397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9"/>
            <p:cNvSpPr/>
            <p:nvPr/>
          </p:nvSpPr>
          <p:spPr>
            <a:xfrm>
              <a:off x="4411970" y="3131459"/>
              <a:ext cx="168012" cy="117397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51" name="Google Shape;1151;p69" descr="Timeline background shape"/>
          <p:cNvSpPr/>
          <p:nvPr/>
        </p:nvSpPr>
        <p:spPr>
          <a:xfrm>
            <a:off x="2653501" y="5621124"/>
            <a:ext cx="1280400" cy="204000"/>
          </a:xfrm>
          <a:prstGeom prst="homePlate">
            <a:avLst>
              <a:gd name="adj" fmla="val 50000"/>
            </a:avLst>
          </a:prstGeom>
          <a:solidFill>
            <a:srgbClr val="667E9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152" name="Google Shape;1152;p69"/>
          <p:cNvGrpSpPr/>
          <p:nvPr/>
        </p:nvGrpSpPr>
        <p:grpSpPr>
          <a:xfrm>
            <a:off x="1320361" y="4819309"/>
            <a:ext cx="1098451" cy="611984"/>
            <a:chOff x="4411970" y="1801825"/>
            <a:chExt cx="734586" cy="409262"/>
          </a:xfrm>
        </p:grpSpPr>
        <p:sp>
          <p:nvSpPr>
            <p:cNvPr id="1153" name="Google Shape;1153;p69"/>
            <p:cNvSpPr/>
            <p:nvPr/>
          </p:nvSpPr>
          <p:spPr>
            <a:xfrm>
              <a:off x="4411970" y="1801825"/>
              <a:ext cx="734586" cy="409262"/>
            </a:xfrm>
            <a:custGeom>
              <a:avLst/>
              <a:gdLst/>
              <a:ahLst/>
              <a:cxnLst/>
              <a:rect l="l" t="t" r="r" b="b"/>
              <a:pathLst>
                <a:path w="16269" h="9064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12834" y="7328"/>
                  </a:lnTo>
                  <a:lnTo>
                    <a:pt x="13836" y="9064"/>
                  </a:lnTo>
                  <a:lnTo>
                    <a:pt x="14839" y="7328"/>
                  </a:lnTo>
                  <a:lnTo>
                    <a:pt x="15839" y="7328"/>
                  </a:lnTo>
                  <a:cubicBezTo>
                    <a:pt x="16076" y="7328"/>
                    <a:pt x="16269" y="7137"/>
                    <a:pt x="16269" y="6900"/>
                  </a:cubicBezTo>
                  <a:lnTo>
                    <a:pt x="16269" y="428"/>
                  </a:lnTo>
                  <a:cubicBezTo>
                    <a:pt x="16267" y="191"/>
                    <a:pt x="16076" y="0"/>
                    <a:pt x="15839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9"/>
            <p:cNvSpPr/>
            <p:nvPr/>
          </p:nvSpPr>
          <p:spPr>
            <a:xfrm>
              <a:off x="4411970" y="1801825"/>
              <a:ext cx="184087" cy="330923"/>
            </a:xfrm>
            <a:custGeom>
              <a:avLst/>
              <a:gdLst/>
              <a:ahLst/>
              <a:cxnLst/>
              <a:rect l="l" t="t" r="r" b="b"/>
              <a:pathLst>
                <a:path w="4077" h="7329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4076" y="7328"/>
                  </a:lnTo>
                  <a:lnTo>
                    <a:pt x="407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69"/>
          <p:cNvGrpSpPr/>
          <p:nvPr/>
        </p:nvGrpSpPr>
        <p:grpSpPr>
          <a:xfrm>
            <a:off x="1320362" y="5550545"/>
            <a:ext cx="1141797" cy="282719"/>
            <a:chOff x="4411970" y="2233974"/>
            <a:chExt cx="763574" cy="189068"/>
          </a:xfrm>
        </p:grpSpPr>
        <p:sp>
          <p:nvSpPr>
            <p:cNvPr id="1156" name="Google Shape;1156;p69"/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69"/>
          <p:cNvGrpSpPr/>
          <p:nvPr/>
        </p:nvGrpSpPr>
        <p:grpSpPr>
          <a:xfrm>
            <a:off x="4133956" y="3117659"/>
            <a:ext cx="682136" cy="682136"/>
            <a:chOff x="5681300" y="2527788"/>
            <a:chExt cx="805800" cy="805800"/>
          </a:xfrm>
        </p:grpSpPr>
        <p:sp>
          <p:nvSpPr>
            <p:cNvPr id="1159" name="Google Shape;1159;p69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61" name="Google Shape;1161;p69"/>
          <p:cNvGrpSpPr/>
          <p:nvPr/>
        </p:nvGrpSpPr>
        <p:grpSpPr>
          <a:xfrm>
            <a:off x="4130217" y="4139770"/>
            <a:ext cx="684028" cy="683913"/>
            <a:chOff x="4049800" y="640400"/>
            <a:chExt cx="858900" cy="858900"/>
          </a:xfrm>
        </p:grpSpPr>
        <p:sp>
          <p:nvSpPr>
            <p:cNvPr id="1162" name="Google Shape;1162;p69"/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25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name="adj1" fmla="val 7914150"/>
                <a:gd name="adj2" fmla="val 0"/>
                <a:gd name="adj3" fmla="val 25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64" name="Google Shape;1164;p69"/>
          <p:cNvGrpSpPr/>
          <p:nvPr/>
        </p:nvGrpSpPr>
        <p:grpSpPr>
          <a:xfrm>
            <a:off x="4135718" y="5125357"/>
            <a:ext cx="683004" cy="682621"/>
            <a:chOff x="5201900" y="1050116"/>
            <a:chExt cx="717240" cy="716738"/>
          </a:xfrm>
        </p:grpSpPr>
        <p:sp>
          <p:nvSpPr>
            <p:cNvPr id="1165" name="Google Shape;1165;p69"/>
            <p:cNvSpPr/>
            <p:nvPr/>
          </p:nvSpPr>
          <p:spPr>
            <a:xfrm>
              <a:off x="5201900" y="1050116"/>
              <a:ext cx="716700" cy="716700"/>
            </a:xfrm>
            <a:prstGeom prst="donut">
              <a:avLst>
                <a:gd name="adj" fmla="val 4716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name="adj" fmla="val 5814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5339278" y="1187526"/>
              <a:ext cx="441900" cy="441600"/>
            </a:xfrm>
            <a:prstGeom prst="donut">
              <a:avLst>
                <a:gd name="adj" fmla="val 7648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name="adj" fmla="val 10182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9"/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name="adj1" fmla="val 20024680"/>
                <a:gd name="adj2" fmla="val 19995741"/>
                <a:gd name="adj3" fmla="val 4692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9"/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name="adj1" fmla="val 18817215"/>
                <a:gd name="adj2" fmla="val 20100839"/>
                <a:gd name="adj3" fmla="val 5564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9"/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name="adj1" fmla="val 18069820"/>
                <a:gd name="adj2" fmla="val 20414899"/>
                <a:gd name="adj3" fmla="val 7688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9"/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name="adj1" fmla="val 13756803"/>
                <a:gd name="adj2" fmla="val 20700625"/>
                <a:gd name="adj3" fmla="val 10156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73" name="Google Shape;1173;p69"/>
          <p:cNvGrpSpPr/>
          <p:nvPr/>
        </p:nvGrpSpPr>
        <p:grpSpPr>
          <a:xfrm>
            <a:off x="5064017" y="5132598"/>
            <a:ext cx="680497" cy="681249"/>
            <a:chOff x="7508249" y="1522825"/>
            <a:chExt cx="1326332" cy="1322987"/>
          </a:xfrm>
        </p:grpSpPr>
        <p:sp>
          <p:nvSpPr>
            <p:cNvPr id="1174" name="Google Shape;1174;p69"/>
            <p:cNvSpPr/>
            <p:nvPr/>
          </p:nvSpPr>
          <p:spPr>
            <a:xfrm>
              <a:off x="8036275" y="1522825"/>
              <a:ext cx="568251" cy="419545"/>
            </a:xfrm>
            <a:custGeom>
              <a:avLst/>
              <a:gdLst/>
              <a:ahLst/>
              <a:cxnLst/>
              <a:rect l="l" t="t" r="r" b="b"/>
              <a:pathLst>
                <a:path w="77683" h="57354" extrusionOk="0">
                  <a:moveTo>
                    <a:pt x="18272" y="0"/>
                  </a:moveTo>
                  <a:cubicBezTo>
                    <a:pt x="17902" y="0"/>
                    <a:pt x="17532" y="2"/>
                    <a:pt x="17161" y="7"/>
                  </a:cubicBezTo>
                  <a:cubicBezTo>
                    <a:pt x="11496" y="71"/>
                    <a:pt x="5756" y="673"/>
                    <a:pt x="1" y="1850"/>
                  </a:cubicBezTo>
                  <a:lnTo>
                    <a:pt x="9295" y="47323"/>
                  </a:lnTo>
                  <a:lnTo>
                    <a:pt x="9299" y="47323"/>
                  </a:lnTo>
                  <a:cubicBezTo>
                    <a:pt x="12272" y="46715"/>
                    <a:pt x="13499" y="46536"/>
                    <a:pt x="16407" y="46536"/>
                  </a:cubicBezTo>
                  <a:cubicBezTo>
                    <a:pt x="16418" y="46536"/>
                    <a:pt x="16429" y="46536"/>
                    <a:pt x="16440" y="46536"/>
                  </a:cubicBezTo>
                  <a:lnTo>
                    <a:pt x="18189" y="46511"/>
                  </a:lnTo>
                  <a:lnTo>
                    <a:pt x="18193" y="46511"/>
                  </a:lnTo>
                  <a:cubicBezTo>
                    <a:pt x="27852" y="46511"/>
                    <a:pt x="36781" y="49623"/>
                    <a:pt x="44036" y="54905"/>
                  </a:cubicBezTo>
                  <a:lnTo>
                    <a:pt x="44057" y="54878"/>
                  </a:lnTo>
                  <a:cubicBezTo>
                    <a:pt x="45130" y="55658"/>
                    <a:pt x="46165" y="56484"/>
                    <a:pt x="47159" y="57353"/>
                  </a:cubicBezTo>
                  <a:lnTo>
                    <a:pt x="77683" y="22389"/>
                  </a:lnTo>
                  <a:cubicBezTo>
                    <a:pt x="73099" y="18379"/>
                    <a:pt x="68099" y="14821"/>
                    <a:pt x="62744" y="11787"/>
                  </a:cubicBezTo>
                  <a:lnTo>
                    <a:pt x="62752" y="11772"/>
                  </a:lnTo>
                  <a:cubicBezTo>
                    <a:pt x="49514" y="4246"/>
                    <a:pt x="34283" y="0"/>
                    <a:pt x="18272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8358375" y="1649762"/>
              <a:ext cx="456039" cy="463215"/>
            </a:xfrm>
            <a:custGeom>
              <a:avLst/>
              <a:gdLst/>
              <a:ahLst/>
              <a:cxnLst/>
              <a:rect l="l" t="t" r="r" b="b"/>
              <a:pathLst>
                <a:path w="62343" h="63324" extrusionOk="0">
                  <a:moveTo>
                    <a:pt x="27281" y="1"/>
                  </a:moveTo>
                  <a:lnTo>
                    <a:pt x="0" y="37551"/>
                  </a:lnTo>
                  <a:cubicBezTo>
                    <a:pt x="7426" y="42952"/>
                    <a:pt x="13092" y="50620"/>
                    <a:pt x="15988" y="59535"/>
                  </a:cubicBezTo>
                  <a:lnTo>
                    <a:pt x="16033" y="59519"/>
                  </a:lnTo>
                  <a:cubicBezTo>
                    <a:pt x="16439" y="60766"/>
                    <a:pt x="16790" y="62034"/>
                    <a:pt x="17084" y="63324"/>
                  </a:cubicBezTo>
                  <a:lnTo>
                    <a:pt x="62342" y="52975"/>
                  </a:lnTo>
                  <a:cubicBezTo>
                    <a:pt x="58048" y="34190"/>
                    <a:pt x="47853" y="17453"/>
                    <a:pt x="33650" y="5035"/>
                  </a:cubicBezTo>
                  <a:lnTo>
                    <a:pt x="33624" y="5063"/>
                  </a:lnTo>
                  <a:cubicBezTo>
                    <a:pt x="31588" y="3283"/>
                    <a:pt x="29473" y="1593"/>
                    <a:pt x="2728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8465584" y="1980292"/>
              <a:ext cx="368998" cy="464042"/>
            </a:xfrm>
            <a:custGeom>
              <a:avLst/>
              <a:gdLst/>
              <a:ahLst/>
              <a:cxnLst/>
              <a:rect l="l" t="t" r="r" b="b"/>
              <a:pathLst>
                <a:path w="50444" h="63437" extrusionOk="0">
                  <a:moveTo>
                    <a:pt x="45483" y="0"/>
                  </a:moveTo>
                  <a:lnTo>
                    <a:pt x="1331" y="14347"/>
                  </a:lnTo>
                  <a:cubicBezTo>
                    <a:pt x="2720" y="18628"/>
                    <a:pt x="3473" y="23193"/>
                    <a:pt x="3473" y="27937"/>
                  </a:cubicBezTo>
                  <a:cubicBezTo>
                    <a:pt x="3473" y="32680"/>
                    <a:pt x="2721" y="37247"/>
                    <a:pt x="1331" y="41526"/>
                  </a:cubicBezTo>
                  <a:lnTo>
                    <a:pt x="1331" y="41531"/>
                  </a:lnTo>
                  <a:lnTo>
                    <a:pt x="1373" y="41544"/>
                  </a:lnTo>
                  <a:cubicBezTo>
                    <a:pt x="968" y="42791"/>
                    <a:pt x="509" y="44013"/>
                    <a:pt x="1" y="45206"/>
                  </a:cubicBezTo>
                  <a:lnTo>
                    <a:pt x="1" y="45210"/>
                  </a:lnTo>
                  <a:lnTo>
                    <a:pt x="42698" y="63436"/>
                  </a:lnTo>
                  <a:cubicBezTo>
                    <a:pt x="46328" y="54928"/>
                    <a:pt x="48703" y="45713"/>
                    <a:pt x="49573" y="36003"/>
                  </a:cubicBezTo>
                  <a:cubicBezTo>
                    <a:pt x="50444" y="26293"/>
                    <a:pt x="49743" y="16805"/>
                    <a:pt x="47685" y="7787"/>
                  </a:cubicBezTo>
                  <a:lnTo>
                    <a:pt x="47630" y="7800"/>
                  </a:lnTo>
                  <a:cubicBezTo>
                    <a:pt x="47029" y="5154"/>
                    <a:pt x="46310" y="2552"/>
                    <a:pt x="4548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8334786" y="2284073"/>
              <a:ext cx="463522" cy="468043"/>
            </a:xfrm>
            <a:custGeom>
              <a:avLst/>
              <a:gdLst/>
              <a:ahLst/>
              <a:cxnLst/>
              <a:rect l="l" t="t" r="r" b="b"/>
              <a:pathLst>
                <a:path w="63366" h="63984" extrusionOk="0">
                  <a:moveTo>
                    <a:pt x="19213" y="1"/>
                  </a:moveTo>
                  <a:cubicBezTo>
                    <a:pt x="16318" y="8917"/>
                    <a:pt x="10652" y="16583"/>
                    <a:pt x="3228" y="21984"/>
                  </a:cubicBezTo>
                  <a:lnTo>
                    <a:pt x="3243" y="22007"/>
                  </a:lnTo>
                  <a:cubicBezTo>
                    <a:pt x="2194" y="22766"/>
                    <a:pt x="1113" y="23483"/>
                    <a:pt x="0" y="24149"/>
                  </a:cubicBezTo>
                  <a:lnTo>
                    <a:pt x="23817" y="63984"/>
                  </a:lnTo>
                  <a:cubicBezTo>
                    <a:pt x="40003" y="54290"/>
                    <a:pt x="53013" y="39632"/>
                    <a:pt x="60578" y="21909"/>
                  </a:cubicBezTo>
                  <a:lnTo>
                    <a:pt x="60578" y="21907"/>
                  </a:lnTo>
                  <a:lnTo>
                    <a:pt x="60533" y="21888"/>
                  </a:lnTo>
                  <a:cubicBezTo>
                    <a:pt x="61585" y="19427"/>
                    <a:pt x="62530" y="16912"/>
                    <a:pt x="63363" y="14345"/>
                  </a:cubicBezTo>
                  <a:lnTo>
                    <a:pt x="63363" y="14344"/>
                  </a:lnTo>
                  <a:lnTo>
                    <a:pt x="63365" y="14344"/>
                  </a:lnTo>
                  <a:lnTo>
                    <a:pt x="1921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69"/>
            <p:cNvSpPr/>
            <p:nvPr/>
          </p:nvSpPr>
          <p:spPr>
            <a:xfrm>
              <a:off x="8110685" y="2444876"/>
              <a:ext cx="447276" cy="400935"/>
            </a:xfrm>
            <a:custGeom>
              <a:avLst/>
              <a:gdLst/>
              <a:ahLst/>
              <a:cxnLst/>
              <a:rect l="l" t="t" r="r" b="b"/>
              <a:pathLst>
                <a:path w="61145" h="54810" extrusionOk="0">
                  <a:moveTo>
                    <a:pt x="33866" y="0"/>
                  </a:moveTo>
                  <a:cubicBezTo>
                    <a:pt x="26611" y="5284"/>
                    <a:pt x="17677" y="8398"/>
                    <a:pt x="8020" y="8398"/>
                  </a:cubicBezTo>
                  <a:lnTo>
                    <a:pt x="8016" y="8398"/>
                  </a:lnTo>
                  <a:lnTo>
                    <a:pt x="8016" y="8399"/>
                  </a:lnTo>
                  <a:cubicBezTo>
                    <a:pt x="6736" y="8396"/>
                    <a:pt x="5444" y="8338"/>
                    <a:pt x="4145" y="8221"/>
                  </a:cubicBezTo>
                  <a:lnTo>
                    <a:pt x="4142" y="8221"/>
                  </a:lnTo>
                  <a:lnTo>
                    <a:pt x="1" y="54444"/>
                  </a:lnTo>
                  <a:lnTo>
                    <a:pt x="3" y="54444"/>
                  </a:lnTo>
                  <a:cubicBezTo>
                    <a:pt x="2745" y="54689"/>
                    <a:pt x="5470" y="54810"/>
                    <a:pt x="8171" y="54810"/>
                  </a:cubicBezTo>
                  <a:cubicBezTo>
                    <a:pt x="24948" y="54810"/>
                    <a:pt x="40828" y="50164"/>
                    <a:pt x="54456" y="42000"/>
                  </a:cubicBezTo>
                  <a:lnTo>
                    <a:pt x="54445" y="41982"/>
                  </a:lnTo>
                  <a:cubicBezTo>
                    <a:pt x="56748" y="40604"/>
                    <a:pt x="58982" y="39124"/>
                    <a:pt x="61144" y="37550"/>
                  </a:cubicBezTo>
                  <a:lnTo>
                    <a:pt x="33866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69"/>
            <p:cNvSpPr/>
            <p:nvPr/>
          </p:nvSpPr>
          <p:spPr>
            <a:xfrm>
              <a:off x="7734911" y="2426963"/>
              <a:ext cx="434445" cy="418813"/>
            </a:xfrm>
            <a:custGeom>
              <a:avLst/>
              <a:gdLst/>
              <a:ahLst/>
              <a:cxnLst/>
              <a:rect l="l" t="t" r="r" b="b"/>
              <a:pathLst>
                <a:path w="59391" h="57254" extrusionOk="0">
                  <a:moveTo>
                    <a:pt x="30519" y="1"/>
                  </a:moveTo>
                  <a:lnTo>
                    <a:pt x="1" y="34961"/>
                  </a:lnTo>
                  <a:cubicBezTo>
                    <a:pt x="2014" y="36723"/>
                    <a:pt x="4109" y="38397"/>
                    <a:pt x="6278" y="39979"/>
                  </a:cubicBezTo>
                  <a:lnTo>
                    <a:pt x="6266" y="39995"/>
                  </a:lnTo>
                  <a:cubicBezTo>
                    <a:pt x="21176" y="50851"/>
                    <a:pt x="39536" y="57253"/>
                    <a:pt x="59390" y="57253"/>
                  </a:cubicBezTo>
                  <a:lnTo>
                    <a:pt x="59390" y="10847"/>
                  </a:lnTo>
                  <a:cubicBezTo>
                    <a:pt x="58084" y="10847"/>
                    <a:pt x="56791" y="10791"/>
                    <a:pt x="55514" y="10678"/>
                  </a:cubicBezTo>
                  <a:lnTo>
                    <a:pt x="55514" y="10671"/>
                  </a:lnTo>
                  <a:cubicBezTo>
                    <a:pt x="45890" y="9810"/>
                    <a:pt x="37274" y="5908"/>
                    <a:pt x="3051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9"/>
            <p:cNvSpPr/>
            <p:nvPr/>
          </p:nvSpPr>
          <p:spPr>
            <a:xfrm>
              <a:off x="7525051" y="2256329"/>
              <a:ext cx="455242" cy="463215"/>
            </a:xfrm>
            <a:custGeom>
              <a:avLst/>
              <a:gdLst/>
              <a:ahLst/>
              <a:cxnLst/>
              <a:rect l="l" t="t" r="r" b="b"/>
              <a:pathLst>
                <a:path w="62234" h="63324" extrusionOk="0">
                  <a:moveTo>
                    <a:pt x="45259" y="0"/>
                  </a:moveTo>
                  <a:lnTo>
                    <a:pt x="0" y="10349"/>
                  </a:lnTo>
                  <a:cubicBezTo>
                    <a:pt x="602" y="12981"/>
                    <a:pt x="1320" y="15573"/>
                    <a:pt x="2148" y="18119"/>
                  </a:cubicBezTo>
                  <a:lnTo>
                    <a:pt x="2101" y="18136"/>
                  </a:lnTo>
                  <a:cubicBezTo>
                    <a:pt x="8054" y="36464"/>
                    <a:pt x="19701" y="52224"/>
                    <a:pt x="34955" y="63323"/>
                  </a:cubicBezTo>
                  <a:lnTo>
                    <a:pt x="62234" y="25777"/>
                  </a:lnTo>
                  <a:cubicBezTo>
                    <a:pt x="61184" y="25014"/>
                    <a:pt x="60169" y="24203"/>
                    <a:pt x="59191" y="23352"/>
                  </a:cubicBezTo>
                  <a:lnTo>
                    <a:pt x="59211" y="23327"/>
                  </a:lnTo>
                  <a:cubicBezTo>
                    <a:pt x="52302" y="17286"/>
                    <a:pt x="47344" y="9145"/>
                    <a:pt x="45259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9"/>
            <p:cNvSpPr/>
            <p:nvPr/>
          </p:nvSpPr>
          <p:spPr>
            <a:xfrm>
              <a:off x="7508249" y="1924972"/>
              <a:ext cx="365633" cy="464042"/>
            </a:xfrm>
            <a:custGeom>
              <a:avLst/>
              <a:gdLst/>
              <a:ahLst/>
              <a:cxnLst/>
              <a:rect l="l" t="t" r="r" b="b"/>
              <a:pathLst>
                <a:path w="49984" h="63437" extrusionOk="0">
                  <a:moveTo>
                    <a:pt x="7285" y="1"/>
                  </a:moveTo>
                  <a:cubicBezTo>
                    <a:pt x="6231" y="2469"/>
                    <a:pt x="5284" y="4998"/>
                    <a:pt x="4449" y="7580"/>
                  </a:cubicBezTo>
                  <a:lnTo>
                    <a:pt x="4399" y="7563"/>
                  </a:lnTo>
                  <a:cubicBezTo>
                    <a:pt x="1543" y="16362"/>
                    <a:pt x="0" y="25750"/>
                    <a:pt x="0" y="35500"/>
                  </a:cubicBezTo>
                  <a:cubicBezTo>
                    <a:pt x="0" y="45248"/>
                    <a:pt x="1544" y="54639"/>
                    <a:pt x="4399" y="63437"/>
                  </a:cubicBezTo>
                  <a:lnTo>
                    <a:pt x="48589" y="49094"/>
                  </a:lnTo>
                  <a:cubicBezTo>
                    <a:pt x="48188" y="47857"/>
                    <a:pt x="47557" y="45303"/>
                    <a:pt x="47557" y="45303"/>
                  </a:cubicBezTo>
                  <a:cubicBezTo>
                    <a:pt x="46556" y="40915"/>
                    <a:pt x="46213" y="36301"/>
                    <a:pt x="46638" y="31576"/>
                  </a:cubicBezTo>
                  <a:cubicBezTo>
                    <a:pt x="47061" y="26851"/>
                    <a:pt x="48217" y="22370"/>
                    <a:pt x="49984" y="18231"/>
                  </a:cubicBezTo>
                  <a:lnTo>
                    <a:pt x="7285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9"/>
            <p:cNvSpPr/>
            <p:nvPr/>
          </p:nvSpPr>
          <p:spPr>
            <a:xfrm>
              <a:off x="7540418" y="1617212"/>
              <a:ext cx="464261" cy="468058"/>
            </a:xfrm>
            <a:custGeom>
              <a:avLst/>
              <a:gdLst/>
              <a:ahLst/>
              <a:cxnLst/>
              <a:rect l="l" t="t" r="r" b="b"/>
              <a:pathLst>
                <a:path w="63467" h="63986" extrusionOk="0">
                  <a:moveTo>
                    <a:pt x="39644" y="0"/>
                  </a:moveTo>
                  <a:cubicBezTo>
                    <a:pt x="37320" y="1393"/>
                    <a:pt x="35061" y="2888"/>
                    <a:pt x="32875" y="4480"/>
                  </a:cubicBezTo>
                  <a:lnTo>
                    <a:pt x="32854" y="4452"/>
                  </a:lnTo>
                  <a:cubicBezTo>
                    <a:pt x="17600" y="15554"/>
                    <a:pt x="5953" y="31315"/>
                    <a:pt x="1" y="49638"/>
                  </a:cubicBezTo>
                  <a:lnTo>
                    <a:pt x="44153" y="63985"/>
                  </a:lnTo>
                  <a:cubicBezTo>
                    <a:pt x="44561" y="62727"/>
                    <a:pt x="45025" y="61492"/>
                    <a:pt x="45542" y="60287"/>
                  </a:cubicBezTo>
                  <a:lnTo>
                    <a:pt x="45586" y="60306"/>
                  </a:lnTo>
                  <a:cubicBezTo>
                    <a:pt x="49265" y="51684"/>
                    <a:pt x="55592" y="44553"/>
                    <a:pt x="63466" y="39836"/>
                  </a:cubicBezTo>
                  <a:lnTo>
                    <a:pt x="39644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9"/>
            <p:cNvSpPr/>
            <p:nvPr/>
          </p:nvSpPr>
          <p:spPr>
            <a:xfrm>
              <a:off x="7780728" y="1524076"/>
              <a:ext cx="374828" cy="400379"/>
            </a:xfrm>
            <a:custGeom>
              <a:avLst/>
              <a:gdLst/>
              <a:ahLst/>
              <a:cxnLst/>
              <a:rect l="l" t="t" r="r" b="b"/>
              <a:pathLst>
                <a:path w="51241" h="54734" extrusionOk="0">
                  <a:moveTo>
                    <a:pt x="49286" y="0"/>
                  </a:moveTo>
                  <a:cubicBezTo>
                    <a:pt x="45747" y="149"/>
                    <a:pt x="42254" y="504"/>
                    <a:pt x="38820" y="1053"/>
                  </a:cubicBezTo>
                  <a:cubicBezTo>
                    <a:pt x="24474" y="3334"/>
                    <a:pt x="11256" y="8993"/>
                    <a:pt x="0" y="17185"/>
                  </a:cubicBezTo>
                  <a:lnTo>
                    <a:pt x="27281" y="54734"/>
                  </a:lnTo>
                  <a:cubicBezTo>
                    <a:pt x="27368" y="54663"/>
                    <a:pt x="27661" y="54495"/>
                    <a:pt x="28118" y="54252"/>
                  </a:cubicBezTo>
                  <a:cubicBezTo>
                    <a:pt x="33472" y="50543"/>
                    <a:pt x="39690" y="47993"/>
                    <a:pt x="46407" y="46962"/>
                  </a:cubicBezTo>
                  <a:cubicBezTo>
                    <a:pt x="47232" y="46770"/>
                    <a:pt x="47997" y="46633"/>
                    <a:pt x="48677" y="46563"/>
                  </a:cubicBezTo>
                  <a:lnTo>
                    <a:pt x="51241" y="46382"/>
                  </a:lnTo>
                  <a:lnTo>
                    <a:pt x="49286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84" name="Google Shape;1184;p69"/>
          <p:cNvGrpSpPr/>
          <p:nvPr/>
        </p:nvGrpSpPr>
        <p:grpSpPr>
          <a:xfrm>
            <a:off x="5986140" y="5134471"/>
            <a:ext cx="656869" cy="671131"/>
            <a:chOff x="6039282" y="1042577"/>
            <a:chExt cx="734315" cy="731929"/>
          </a:xfrm>
        </p:grpSpPr>
        <p:sp>
          <p:nvSpPr>
            <p:cNvPr id="1185" name="Google Shape;1185;p69"/>
            <p:cNvSpPr/>
            <p:nvPr/>
          </p:nvSpPr>
          <p:spPr>
            <a:xfrm>
              <a:off x="6045348" y="1300071"/>
              <a:ext cx="131951" cy="65352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9"/>
            <p:cNvSpPr/>
            <p:nvPr/>
          </p:nvSpPr>
          <p:spPr>
            <a:xfrm>
              <a:off x="6080342" y="1201250"/>
              <a:ext cx="127938" cy="96863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9"/>
            <p:cNvSpPr/>
            <p:nvPr/>
          </p:nvSpPr>
          <p:spPr>
            <a:xfrm>
              <a:off x="6144918" y="1121167"/>
              <a:ext cx="112541" cy="119145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9"/>
            <p:cNvSpPr/>
            <p:nvPr/>
          </p:nvSpPr>
          <p:spPr>
            <a:xfrm>
              <a:off x="6232449" y="1066723"/>
              <a:ext cx="86879" cy="130518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9"/>
            <p:cNvSpPr/>
            <p:nvPr/>
          </p:nvSpPr>
          <p:spPr>
            <a:xfrm>
              <a:off x="6335379" y="1042577"/>
              <a:ext cx="53284" cy="130518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9"/>
            <p:cNvSpPr/>
            <p:nvPr/>
          </p:nvSpPr>
          <p:spPr>
            <a:xfrm>
              <a:off x="6431682" y="1043229"/>
              <a:ext cx="56550" cy="131824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9"/>
            <p:cNvSpPr/>
            <p:nvPr/>
          </p:nvSpPr>
          <p:spPr>
            <a:xfrm>
              <a:off x="6500924" y="1070731"/>
              <a:ext cx="89678" cy="130612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9"/>
            <p:cNvSpPr/>
            <p:nvPr/>
          </p:nvSpPr>
          <p:spPr>
            <a:xfrm>
              <a:off x="6561580" y="1127973"/>
              <a:ext cx="114501" cy="117746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9"/>
            <p:cNvSpPr/>
            <p:nvPr/>
          </p:nvSpPr>
          <p:spPr>
            <a:xfrm>
              <a:off x="6636887" y="1310792"/>
              <a:ext cx="132697" cy="61996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9"/>
            <p:cNvSpPr/>
            <p:nvPr/>
          </p:nvSpPr>
          <p:spPr>
            <a:xfrm>
              <a:off x="6642953" y="1415020"/>
              <a:ext cx="130645" cy="47826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9"/>
            <p:cNvSpPr/>
            <p:nvPr/>
          </p:nvSpPr>
          <p:spPr>
            <a:xfrm>
              <a:off x="6622143" y="1485687"/>
              <a:ext cx="131951" cy="81388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9"/>
            <p:cNvSpPr/>
            <p:nvPr/>
          </p:nvSpPr>
          <p:spPr>
            <a:xfrm>
              <a:off x="6582390" y="1548895"/>
              <a:ext cx="121219" cy="108983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9"/>
            <p:cNvSpPr/>
            <p:nvPr/>
          </p:nvSpPr>
          <p:spPr>
            <a:xfrm>
              <a:off x="6526586" y="1599238"/>
              <a:ext cx="100316" cy="126510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9"/>
            <p:cNvSpPr/>
            <p:nvPr/>
          </p:nvSpPr>
          <p:spPr>
            <a:xfrm>
              <a:off x="6459957" y="1632893"/>
              <a:ext cx="70735" cy="13257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9"/>
            <p:cNvSpPr/>
            <p:nvPr/>
          </p:nvSpPr>
          <p:spPr>
            <a:xfrm>
              <a:off x="6379145" y="1646318"/>
              <a:ext cx="43859" cy="128188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9"/>
            <p:cNvSpPr/>
            <p:nvPr/>
          </p:nvSpPr>
          <p:spPr>
            <a:xfrm>
              <a:off x="6272109" y="1630842"/>
              <a:ext cx="74187" cy="131917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9"/>
            <p:cNvSpPr/>
            <p:nvPr/>
          </p:nvSpPr>
          <p:spPr>
            <a:xfrm>
              <a:off x="6177205" y="1595229"/>
              <a:ext cx="103769" cy="12520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9"/>
            <p:cNvSpPr/>
            <p:nvPr/>
          </p:nvSpPr>
          <p:spPr>
            <a:xfrm>
              <a:off x="6103205" y="1542835"/>
              <a:ext cx="123272" cy="106932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9"/>
            <p:cNvSpPr/>
            <p:nvPr/>
          </p:nvSpPr>
          <p:spPr>
            <a:xfrm>
              <a:off x="6055426" y="1478881"/>
              <a:ext cx="131951" cy="78777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9"/>
            <p:cNvSpPr/>
            <p:nvPr/>
          </p:nvSpPr>
          <p:spPr>
            <a:xfrm>
              <a:off x="6039282" y="1408308"/>
              <a:ext cx="129338" cy="43817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9"/>
            <p:cNvSpPr/>
            <p:nvPr/>
          </p:nvSpPr>
          <p:spPr>
            <a:xfrm>
              <a:off x="6608612" y="1210666"/>
              <a:ext cx="128685" cy="93507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69"/>
          <p:cNvGrpSpPr/>
          <p:nvPr/>
        </p:nvGrpSpPr>
        <p:grpSpPr>
          <a:xfrm>
            <a:off x="6840026" y="3129192"/>
            <a:ext cx="644405" cy="673203"/>
            <a:chOff x="1825800" y="1651625"/>
            <a:chExt cx="568125" cy="591775"/>
          </a:xfrm>
        </p:grpSpPr>
        <p:sp>
          <p:nvSpPr>
            <p:cNvPr id="1207" name="Google Shape;1207;p69"/>
            <p:cNvSpPr/>
            <p:nvPr/>
          </p:nvSpPr>
          <p:spPr>
            <a:xfrm>
              <a:off x="1898925" y="1777225"/>
              <a:ext cx="370875" cy="370500"/>
            </a:xfrm>
            <a:custGeom>
              <a:avLst/>
              <a:gdLst/>
              <a:ahLst/>
              <a:cxnLst/>
              <a:rect l="l" t="t" r="r" b="b"/>
              <a:pathLst>
                <a:path w="14835" h="14820" extrusionOk="0">
                  <a:moveTo>
                    <a:pt x="7417" y="0"/>
                  </a:moveTo>
                  <a:cubicBezTo>
                    <a:pt x="3338" y="0"/>
                    <a:pt x="23" y="3300"/>
                    <a:pt x="9" y="7382"/>
                  </a:cubicBezTo>
                  <a:cubicBezTo>
                    <a:pt x="1" y="9347"/>
                    <a:pt x="774" y="11235"/>
                    <a:pt x="2160" y="12630"/>
                  </a:cubicBezTo>
                  <a:cubicBezTo>
                    <a:pt x="3543" y="14025"/>
                    <a:pt x="5425" y="14811"/>
                    <a:pt x="7391" y="14819"/>
                  </a:cubicBezTo>
                  <a:cubicBezTo>
                    <a:pt x="7399" y="14819"/>
                    <a:pt x="7407" y="14819"/>
                    <a:pt x="7415" y="14819"/>
                  </a:cubicBezTo>
                  <a:cubicBezTo>
                    <a:pt x="9371" y="14819"/>
                    <a:pt x="11248" y="14046"/>
                    <a:pt x="12637" y="12668"/>
                  </a:cubicBezTo>
                  <a:cubicBezTo>
                    <a:pt x="14032" y="11283"/>
                    <a:pt x="14820" y="9402"/>
                    <a:pt x="14826" y="7437"/>
                  </a:cubicBezTo>
                  <a:cubicBezTo>
                    <a:pt x="14834" y="5472"/>
                    <a:pt x="14061" y="3584"/>
                    <a:pt x="12675" y="2189"/>
                  </a:cubicBezTo>
                  <a:cubicBezTo>
                    <a:pt x="11292" y="795"/>
                    <a:pt x="9410" y="8"/>
                    <a:pt x="7444" y="0"/>
                  </a:cubicBezTo>
                  <a:cubicBezTo>
                    <a:pt x="7435" y="0"/>
                    <a:pt x="7426" y="0"/>
                    <a:pt x="741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9"/>
            <p:cNvSpPr/>
            <p:nvPr/>
          </p:nvSpPr>
          <p:spPr>
            <a:xfrm>
              <a:off x="2121325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9"/>
            <p:cNvSpPr/>
            <p:nvPr/>
          </p:nvSpPr>
          <p:spPr>
            <a:xfrm>
              <a:off x="1825800" y="198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9"/>
            <p:cNvSpPr/>
            <p:nvPr/>
          </p:nvSpPr>
          <p:spPr>
            <a:xfrm>
              <a:off x="2121325" y="198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9"/>
            <p:cNvSpPr/>
            <p:nvPr/>
          </p:nvSpPr>
          <p:spPr>
            <a:xfrm>
              <a:off x="1851375" y="1730300"/>
              <a:ext cx="206325" cy="209275"/>
            </a:xfrm>
            <a:custGeom>
              <a:avLst/>
              <a:gdLst/>
              <a:ahLst/>
              <a:cxnLst/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69"/>
            <p:cNvSpPr/>
            <p:nvPr/>
          </p:nvSpPr>
          <p:spPr>
            <a:xfrm>
              <a:off x="1956875" y="1835225"/>
              <a:ext cx="254975" cy="254475"/>
            </a:xfrm>
            <a:custGeom>
              <a:avLst/>
              <a:gdLst/>
              <a:ahLst/>
              <a:cxnLst/>
              <a:rect l="l" t="t" r="r" b="b"/>
              <a:pathLst>
                <a:path w="10199" h="10179" extrusionOk="0">
                  <a:moveTo>
                    <a:pt x="5097" y="1"/>
                  </a:moveTo>
                  <a:cubicBezTo>
                    <a:pt x="2296" y="1"/>
                    <a:pt x="21" y="2267"/>
                    <a:pt x="10" y="5070"/>
                  </a:cubicBezTo>
                  <a:cubicBezTo>
                    <a:pt x="0" y="7882"/>
                    <a:pt x="2271" y="10169"/>
                    <a:pt x="5081" y="10179"/>
                  </a:cubicBezTo>
                  <a:cubicBezTo>
                    <a:pt x="5088" y="10179"/>
                    <a:pt x="5095" y="10179"/>
                    <a:pt x="5102" y="10179"/>
                  </a:cubicBezTo>
                  <a:cubicBezTo>
                    <a:pt x="7903" y="10179"/>
                    <a:pt x="10178" y="7912"/>
                    <a:pt x="10189" y="5109"/>
                  </a:cubicBezTo>
                  <a:cubicBezTo>
                    <a:pt x="10199" y="2297"/>
                    <a:pt x="7928" y="10"/>
                    <a:pt x="5118" y="1"/>
                  </a:cubicBezTo>
                  <a:cubicBezTo>
                    <a:pt x="5111" y="1"/>
                    <a:pt x="5104" y="1"/>
                    <a:pt x="50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69"/>
          <p:cNvSpPr/>
          <p:nvPr/>
        </p:nvSpPr>
        <p:spPr>
          <a:xfrm>
            <a:off x="10330144" y="4568089"/>
            <a:ext cx="232449" cy="232449"/>
          </a:xfrm>
          <a:custGeom>
            <a:avLst/>
            <a:gdLst/>
            <a:ahLst/>
            <a:cxnLst/>
            <a:rect l="l" t="t" r="r" b="b"/>
            <a:pathLst>
              <a:path w="208163" h="208163" extrusionOk="0">
                <a:moveTo>
                  <a:pt x="79632" y="48546"/>
                </a:moveTo>
                <a:cubicBezTo>
                  <a:pt x="80399" y="48546"/>
                  <a:pt x="81191" y="48783"/>
                  <a:pt x="81877" y="49126"/>
                </a:cubicBezTo>
                <a:lnTo>
                  <a:pt x="158203" y="101306"/>
                </a:lnTo>
                <a:cubicBezTo>
                  <a:pt x="159036" y="101861"/>
                  <a:pt x="159591" y="102971"/>
                  <a:pt x="159591" y="104081"/>
                </a:cubicBezTo>
                <a:cubicBezTo>
                  <a:pt x="159591" y="105191"/>
                  <a:pt x="159036" y="106302"/>
                  <a:pt x="158203" y="106857"/>
                </a:cubicBezTo>
                <a:lnTo>
                  <a:pt x="81877" y="159036"/>
                </a:lnTo>
                <a:cubicBezTo>
                  <a:pt x="81045" y="159314"/>
                  <a:pt x="80489" y="159591"/>
                  <a:pt x="79934" y="159591"/>
                </a:cubicBezTo>
                <a:cubicBezTo>
                  <a:pt x="79379" y="159591"/>
                  <a:pt x="78547" y="159591"/>
                  <a:pt x="78269" y="159314"/>
                </a:cubicBezTo>
                <a:cubicBezTo>
                  <a:pt x="77159" y="158481"/>
                  <a:pt x="76326" y="157371"/>
                  <a:pt x="76326" y="156260"/>
                </a:cubicBezTo>
                <a:lnTo>
                  <a:pt x="76326" y="52179"/>
                </a:lnTo>
                <a:cubicBezTo>
                  <a:pt x="76326" y="50792"/>
                  <a:pt x="77159" y="49681"/>
                  <a:pt x="78269" y="48849"/>
                </a:cubicBezTo>
                <a:cubicBezTo>
                  <a:pt x="78693" y="48637"/>
                  <a:pt x="79158" y="48546"/>
                  <a:pt x="79632" y="48546"/>
                </a:cubicBezTo>
                <a:close/>
                <a:moveTo>
                  <a:pt x="104081" y="0"/>
                </a:moveTo>
                <a:cubicBezTo>
                  <a:pt x="46628" y="0"/>
                  <a:pt x="0" y="46628"/>
                  <a:pt x="0" y="104081"/>
                </a:cubicBezTo>
                <a:cubicBezTo>
                  <a:pt x="0" y="161534"/>
                  <a:pt x="46628" y="208162"/>
                  <a:pt x="104081" y="208162"/>
                </a:cubicBezTo>
                <a:cubicBezTo>
                  <a:pt x="161534" y="208162"/>
                  <a:pt x="208162" y="161534"/>
                  <a:pt x="208162" y="104081"/>
                </a:cubicBezTo>
                <a:cubicBezTo>
                  <a:pt x="208162" y="46628"/>
                  <a:pt x="161534" y="0"/>
                  <a:pt x="104081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4" name="Google Shape;1214;p69"/>
          <p:cNvSpPr/>
          <p:nvPr/>
        </p:nvSpPr>
        <p:spPr>
          <a:xfrm>
            <a:off x="10751819" y="4606513"/>
            <a:ext cx="198000" cy="1556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9554637" y="3701096"/>
            <a:ext cx="157600" cy="157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6" name="Google Shape;1216;p69"/>
          <p:cNvSpPr/>
          <p:nvPr/>
        </p:nvSpPr>
        <p:spPr>
          <a:xfrm flipH="1">
            <a:off x="9964459" y="3701096"/>
            <a:ext cx="157600" cy="157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7" name="Google Shape;1217;p69"/>
          <p:cNvSpPr txBox="1"/>
          <p:nvPr/>
        </p:nvSpPr>
        <p:spPr>
          <a:xfrm>
            <a:off x="1424133" y="1629167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lnSpc>
                <a:spcPct val="115000"/>
              </a:lnSpc>
              <a:buClr>
                <a:srgbClr val="000000"/>
              </a:buClr>
            </a:pP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You can easily</a:t>
            </a:r>
            <a:r>
              <a:rPr lang="en-GB" sz="14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rPr>
              <a:t> </a:t>
            </a:r>
            <a:r>
              <a:rPr lang="en-GB" sz="1467" kern="0" noProof="0" dirty="0">
                <a:solidFill>
                  <a:srgbClr val="869FB2"/>
                </a:solidFill>
                <a:latin typeface="Arial"/>
                <a:cs typeface="Arial"/>
                <a:sym typeface="Arial"/>
              </a:rPr>
              <a:t>resize</a:t>
            </a:r>
            <a:r>
              <a:rPr lang="en-GB" sz="14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rPr>
              <a:t> 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these resources without losing quality. To</a:t>
            </a:r>
            <a:r>
              <a:rPr lang="en-GB" sz="14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rPr>
              <a:t> </a:t>
            </a:r>
            <a:r>
              <a:rPr lang="en-GB" sz="1467" kern="0" noProof="0" dirty="0">
                <a:solidFill>
                  <a:srgbClr val="869FB2"/>
                </a:solidFill>
                <a:latin typeface="Arial"/>
                <a:cs typeface="Arial"/>
                <a:sym typeface="Arial"/>
              </a:rPr>
              <a:t>change the </a:t>
            </a:r>
            <a:r>
              <a:rPr lang="en-GB" sz="1467" kern="0" noProof="0" dirty="0" err="1">
                <a:solidFill>
                  <a:srgbClr val="869FB2"/>
                </a:solidFill>
                <a:latin typeface="Arial"/>
                <a:cs typeface="Arial"/>
                <a:sym typeface="Arial"/>
              </a:rPr>
              <a:t>color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, just ungroup the resource and click on the object you want to change. Then, click on the paint bucket and select the </a:t>
            </a:r>
            <a:r>
              <a:rPr lang="en-GB" sz="1467" kern="0" noProof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color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you want. Group the resource again when you’re done. You can also look for more </a:t>
            </a:r>
            <a:r>
              <a:rPr lang="en-GB" sz="1467" kern="0" noProof="0" dirty="0">
                <a:solidFill>
                  <a:srgbClr val="869FB2"/>
                </a:solidFill>
                <a:uFill>
                  <a:noFill/>
                </a:uFill>
                <a:latin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on </a:t>
            </a:r>
            <a:r>
              <a:rPr lang="en-GB" sz="1467" kern="0" noProof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Slidesgo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.</a:t>
            </a:r>
          </a:p>
        </p:txBody>
      </p:sp>
      <p:sp>
        <p:nvSpPr>
          <p:cNvPr id="1218" name="Google Shape;1218;p69"/>
          <p:cNvSpPr txBox="1">
            <a:spLocks noGrp="1"/>
          </p:cNvSpPr>
          <p:nvPr>
            <p:ph type="title"/>
          </p:nvPr>
        </p:nvSpPr>
        <p:spPr>
          <a:xfrm>
            <a:off x="1397000" y="431800"/>
            <a:ext cx="9398000" cy="643467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Use our editable graphic resources...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0" name="Google Shape;4010;p71"/>
          <p:cNvGrpSpPr/>
          <p:nvPr/>
        </p:nvGrpSpPr>
        <p:grpSpPr>
          <a:xfrm>
            <a:off x="972366" y="1293029"/>
            <a:ext cx="3343732" cy="274985"/>
            <a:chOff x="106648" y="895722"/>
            <a:chExt cx="4481413" cy="374300"/>
          </a:xfrm>
        </p:grpSpPr>
        <p:grpSp>
          <p:nvGrpSpPr>
            <p:cNvPr id="4011" name="Google Shape;4011;p71"/>
            <p:cNvGrpSpPr/>
            <p:nvPr/>
          </p:nvGrpSpPr>
          <p:grpSpPr>
            <a:xfrm>
              <a:off x="2233276" y="895722"/>
              <a:ext cx="1082667" cy="223591"/>
              <a:chOff x="4808316" y="2800065"/>
              <a:chExt cx="1999386" cy="412910"/>
            </a:xfrm>
          </p:grpSpPr>
          <p:sp>
            <p:nvSpPr>
              <p:cNvPr id="4012" name="Google Shape;4012;p71"/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13" name="Google Shape;4013;p71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014" name="Google Shape;4014;p71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15" name="Google Shape;4015;p71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6" name="Google Shape;4016;p71"/>
            <p:cNvGrpSpPr/>
            <p:nvPr/>
          </p:nvGrpSpPr>
          <p:grpSpPr>
            <a:xfrm>
              <a:off x="106648" y="895722"/>
              <a:ext cx="1088401" cy="223591"/>
              <a:chOff x="881025" y="2800065"/>
              <a:chExt cx="2009975" cy="412910"/>
            </a:xfrm>
          </p:grpSpPr>
          <p:sp>
            <p:nvSpPr>
              <p:cNvPr id="4017" name="Google Shape;4017;p71"/>
              <p:cNvSpPr/>
              <p:nvPr/>
            </p:nvSpPr>
            <p:spPr>
              <a:xfrm>
                <a:off x="932600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18" name="Google Shape;4018;p71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019" name="Google Shape;4019;p71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20" name="Google Shape;4020;p71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21" name="Google Shape;4021;p71"/>
            <p:cNvGrpSpPr/>
            <p:nvPr/>
          </p:nvGrpSpPr>
          <p:grpSpPr>
            <a:xfrm>
              <a:off x="1172346" y="1047018"/>
              <a:ext cx="1083151" cy="223003"/>
              <a:chOff x="2849073" y="3079467"/>
              <a:chExt cx="2000279" cy="411825"/>
            </a:xfrm>
          </p:grpSpPr>
          <p:sp>
            <p:nvSpPr>
              <p:cNvPr id="4022" name="Google Shape;4022;p71"/>
              <p:cNvSpPr/>
              <p:nvPr/>
            </p:nvSpPr>
            <p:spPr>
              <a:xfrm>
                <a:off x="2890952" y="3079475"/>
                <a:ext cx="19584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23" name="Google Shape;4023;p71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024" name="Google Shape;4024;p71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25" name="Google Shape;4025;p71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26" name="Google Shape;4026;p71"/>
            <p:cNvGrpSpPr/>
            <p:nvPr/>
          </p:nvGrpSpPr>
          <p:grpSpPr>
            <a:xfrm>
              <a:off x="3290132" y="1047018"/>
              <a:ext cx="1297929" cy="223003"/>
              <a:chOff x="6760035" y="3079467"/>
              <a:chExt cx="2396914" cy="411825"/>
            </a:xfrm>
          </p:grpSpPr>
          <p:sp>
            <p:nvSpPr>
              <p:cNvPr id="4027" name="Google Shape;4027;p71"/>
              <p:cNvSpPr/>
              <p:nvPr/>
            </p:nvSpPr>
            <p:spPr>
              <a:xfrm>
                <a:off x="6807650" y="3079475"/>
                <a:ext cx="23493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28" name="Google Shape;4028;p71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029" name="Google Shape;4029;p71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30" name="Google Shape;4030;p71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31" name="Google Shape;4031;p71"/>
          <p:cNvGrpSpPr/>
          <p:nvPr/>
        </p:nvGrpSpPr>
        <p:grpSpPr>
          <a:xfrm>
            <a:off x="2862715" y="4492190"/>
            <a:ext cx="1448935" cy="1065905"/>
            <a:chOff x="2183288" y="3555572"/>
            <a:chExt cx="1136241" cy="835873"/>
          </a:xfrm>
        </p:grpSpPr>
        <p:sp>
          <p:nvSpPr>
            <p:cNvPr id="4032" name="Google Shape;4032;p71"/>
            <p:cNvSpPr/>
            <p:nvPr/>
          </p:nvSpPr>
          <p:spPr>
            <a:xfrm>
              <a:off x="2673740" y="4350566"/>
              <a:ext cx="270028" cy="11697"/>
            </a:xfrm>
            <a:custGeom>
              <a:avLst/>
              <a:gdLst/>
              <a:ahLst/>
              <a:cxnLst/>
              <a:rect l="l" t="t" r="r" b="b"/>
              <a:pathLst>
                <a:path w="106520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106520" y="2705"/>
                  </a:lnTo>
                  <a:lnTo>
                    <a:pt x="106520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033" name="Google Shape;4033;p71"/>
            <p:cNvGrpSpPr/>
            <p:nvPr/>
          </p:nvGrpSpPr>
          <p:grpSpPr>
            <a:xfrm>
              <a:off x="2205895" y="3637269"/>
              <a:ext cx="1089848" cy="724993"/>
              <a:chOff x="2205895" y="3637269"/>
              <a:chExt cx="1089848" cy="724993"/>
            </a:xfrm>
          </p:grpSpPr>
          <p:sp>
            <p:nvSpPr>
              <p:cNvPr id="4034" name="Google Shape;4034;p71"/>
              <p:cNvSpPr/>
              <p:nvPr/>
            </p:nvSpPr>
            <p:spPr>
              <a:xfrm>
                <a:off x="2205895" y="4204394"/>
                <a:ext cx="555376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5" name="Google Shape;4035;p71"/>
              <p:cNvSpPr/>
              <p:nvPr/>
            </p:nvSpPr>
            <p:spPr>
              <a:xfrm>
                <a:off x="2206834" y="3993916"/>
                <a:ext cx="218757" cy="15340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6" name="Google Shape;4036;p71"/>
              <p:cNvSpPr/>
              <p:nvPr/>
            </p:nvSpPr>
            <p:spPr>
              <a:xfrm>
                <a:off x="2487003" y="3847747"/>
                <a:ext cx="808740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71"/>
              <p:cNvSpPr/>
              <p:nvPr/>
            </p:nvSpPr>
            <p:spPr>
              <a:xfrm>
                <a:off x="2919192" y="3637269"/>
                <a:ext cx="375081" cy="148491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8" name="Google Shape;4038;p71"/>
              <p:cNvSpPr/>
              <p:nvPr/>
            </p:nvSpPr>
            <p:spPr>
              <a:xfrm>
                <a:off x="2233143" y="3637269"/>
                <a:ext cx="621199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71"/>
              <p:cNvSpPr/>
              <p:nvPr/>
            </p:nvSpPr>
            <p:spPr>
              <a:xfrm>
                <a:off x="3004568" y="4350566"/>
                <a:ext cx="270028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0" name="Google Shape;4040;p71"/>
            <p:cNvSpPr/>
            <p:nvPr/>
          </p:nvSpPr>
          <p:spPr>
            <a:xfrm rot="5400000">
              <a:off x="2852961" y="3612770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041" name="Google Shape;4041;p71"/>
            <p:cNvCxnSpPr/>
            <p:nvPr/>
          </p:nvCxnSpPr>
          <p:spPr>
            <a:xfrm>
              <a:off x="2887992" y="3555572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4042" name="Google Shape;4042;p71"/>
            <p:cNvGrpSpPr/>
            <p:nvPr/>
          </p:nvGrpSpPr>
          <p:grpSpPr>
            <a:xfrm>
              <a:off x="3173850" y="3779426"/>
              <a:ext cx="145679" cy="70048"/>
              <a:chOff x="3173850" y="3779426"/>
              <a:chExt cx="145679" cy="70048"/>
            </a:xfrm>
          </p:grpSpPr>
          <p:cxnSp>
            <p:nvCxnSpPr>
              <p:cNvPr id="4043" name="Google Shape;4043;p71"/>
              <p:cNvCxnSpPr/>
              <p:nvPr/>
            </p:nvCxnSpPr>
            <p:spPr>
              <a:xfrm rot="10800000">
                <a:off x="3173850" y="3817250"/>
                <a:ext cx="94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044" name="Google Shape;4044;p71"/>
              <p:cNvSpPr/>
              <p:nvPr/>
            </p:nvSpPr>
            <p:spPr>
              <a:xfrm rot="5400000">
                <a:off x="3254146" y="378409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5" name="Google Shape;4045;p71"/>
            <p:cNvGrpSpPr/>
            <p:nvPr/>
          </p:nvGrpSpPr>
          <p:grpSpPr>
            <a:xfrm>
              <a:off x="2183288" y="4139483"/>
              <a:ext cx="145133" cy="70048"/>
              <a:chOff x="2183288" y="4139483"/>
              <a:chExt cx="145133" cy="70048"/>
            </a:xfrm>
          </p:grpSpPr>
          <p:cxnSp>
            <p:nvCxnSpPr>
              <p:cNvPr id="4046" name="Google Shape;4046;p71"/>
              <p:cNvCxnSpPr/>
              <p:nvPr/>
            </p:nvCxnSpPr>
            <p:spPr>
              <a:xfrm rot="10800000">
                <a:off x="2239021" y="4174494"/>
                <a:ext cx="89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sp>
            <p:nvSpPr>
              <p:cNvPr id="4047" name="Google Shape;4047;p71"/>
              <p:cNvSpPr/>
              <p:nvPr/>
            </p:nvSpPr>
            <p:spPr>
              <a:xfrm rot="5400000">
                <a:off x="2178622" y="4144149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8" name="Google Shape;4048;p71"/>
            <p:cNvSpPr/>
            <p:nvPr/>
          </p:nvSpPr>
          <p:spPr>
            <a:xfrm rot="5400000">
              <a:off x="2420934" y="3967554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049" name="Google Shape;4049;p71"/>
            <p:cNvCxnSpPr/>
            <p:nvPr/>
          </p:nvCxnSpPr>
          <p:spPr>
            <a:xfrm>
              <a:off x="2455973" y="3911736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4050" name="Google Shape;4050;p71"/>
            <p:cNvGrpSpPr/>
            <p:nvPr/>
          </p:nvGrpSpPr>
          <p:grpSpPr>
            <a:xfrm>
              <a:off x="2943836" y="4268886"/>
              <a:ext cx="60717" cy="122559"/>
              <a:chOff x="2943836" y="4268886"/>
              <a:chExt cx="60717" cy="122559"/>
            </a:xfrm>
          </p:grpSpPr>
          <p:sp>
            <p:nvSpPr>
              <p:cNvPr id="4051" name="Google Shape;4051;p71"/>
              <p:cNvSpPr/>
              <p:nvPr/>
            </p:nvSpPr>
            <p:spPr>
              <a:xfrm rot="5400000">
                <a:off x="2939170" y="432606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4052" name="Google Shape;4052;p71"/>
              <p:cNvCxnSpPr/>
              <p:nvPr/>
            </p:nvCxnSpPr>
            <p:spPr>
              <a:xfrm>
                <a:off x="2974204" y="4268886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</p:grpSp>
      </p:grpSp>
      <p:grpSp>
        <p:nvGrpSpPr>
          <p:cNvPr id="4053" name="Google Shape;4053;p71"/>
          <p:cNvGrpSpPr/>
          <p:nvPr/>
        </p:nvGrpSpPr>
        <p:grpSpPr>
          <a:xfrm>
            <a:off x="4546642" y="1720190"/>
            <a:ext cx="2234493" cy="1011001"/>
            <a:chOff x="3530532" y="1496185"/>
            <a:chExt cx="1562000" cy="706730"/>
          </a:xfrm>
        </p:grpSpPr>
        <p:cxnSp>
          <p:nvCxnSpPr>
            <p:cNvPr id="4054" name="Google Shape;4054;p71"/>
            <p:cNvCxnSpPr/>
            <p:nvPr/>
          </p:nvCxnSpPr>
          <p:spPr>
            <a:xfrm>
              <a:off x="3583832" y="1857562"/>
              <a:ext cx="1508700" cy="0"/>
            </a:xfrm>
            <a:prstGeom prst="straightConnector1">
              <a:avLst/>
            </a:prstGeom>
            <a:noFill/>
            <a:ln w="28575" cap="flat" cmpd="sng">
              <a:solidFill>
                <a:srgbClr val="A5B7C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4055" name="Google Shape;4055;p71"/>
            <p:cNvGrpSpPr/>
            <p:nvPr/>
          </p:nvGrpSpPr>
          <p:grpSpPr>
            <a:xfrm>
              <a:off x="3530532" y="1496185"/>
              <a:ext cx="323430" cy="463587"/>
              <a:chOff x="3530532" y="1496185"/>
              <a:chExt cx="323430" cy="463587"/>
            </a:xfrm>
          </p:grpSpPr>
          <p:grpSp>
            <p:nvGrpSpPr>
              <p:cNvPr id="4056" name="Google Shape;4056;p71"/>
              <p:cNvGrpSpPr/>
              <p:nvPr/>
            </p:nvGrpSpPr>
            <p:grpSpPr>
              <a:xfrm>
                <a:off x="3567462" y="1496185"/>
                <a:ext cx="286500" cy="361376"/>
                <a:chOff x="3567462" y="1496185"/>
                <a:chExt cx="286500" cy="361376"/>
              </a:xfrm>
            </p:grpSpPr>
            <p:cxnSp>
              <p:nvCxnSpPr>
                <p:cNvPr id="4057" name="Google Shape;4057;p71"/>
                <p:cNvCxnSpPr/>
                <p:nvPr/>
              </p:nvCxnSpPr>
              <p:spPr>
                <a:xfrm rot="10800000">
                  <a:off x="3626630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58" name="Google Shape;4058;p71"/>
                <p:cNvSpPr/>
                <p:nvPr/>
              </p:nvSpPr>
              <p:spPr>
                <a:xfrm>
                  <a:off x="3567462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59" name="Google Shape;4059;p71"/>
              <p:cNvSpPr/>
              <p:nvPr/>
            </p:nvSpPr>
            <p:spPr>
              <a:xfrm>
                <a:off x="3530532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0" name="Google Shape;4060;p71"/>
            <p:cNvGrpSpPr/>
            <p:nvPr/>
          </p:nvGrpSpPr>
          <p:grpSpPr>
            <a:xfrm>
              <a:off x="3891569" y="1779209"/>
              <a:ext cx="323945" cy="423706"/>
              <a:chOff x="3891569" y="1779209"/>
              <a:chExt cx="323945" cy="423706"/>
            </a:xfrm>
          </p:grpSpPr>
          <p:grpSp>
            <p:nvGrpSpPr>
              <p:cNvPr id="4061" name="Google Shape;4061;p71"/>
              <p:cNvGrpSpPr/>
              <p:nvPr/>
            </p:nvGrpSpPr>
            <p:grpSpPr>
              <a:xfrm>
                <a:off x="3929014" y="1881638"/>
                <a:ext cx="286500" cy="321278"/>
                <a:chOff x="3929014" y="1881638"/>
                <a:chExt cx="286500" cy="321278"/>
              </a:xfrm>
            </p:grpSpPr>
            <p:cxnSp>
              <p:nvCxnSpPr>
                <p:cNvPr id="4062" name="Google Shape;4062;p71"/>
                <p:cNvCxnSpPr/>
                <p:nvPr/>
              </p:nvCxnSpPr>
              <p:spPr>
                <a:xfrm rot="10800000">
                  <a:off x="3988388" y="1881638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63" name="Google Shape;4063;p71"/>
                <p:cNvSpPr/>
                <p:nvPr/>
              </p:nvSpPr>
              <p:spPr>
                <a:xfrm>
                  <a:off x="3929014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4" name="Google Shape;4064;p71"/>
              <p:cNvSpPr/>
              <p:nvPr/>
            </p:nvSpPr>
            <p:spPr>
              <a:xfrm>
                <a:off x="3891569" y="1779209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5" name="Google Shape;4065;p71"/>
            <p:cNvGrpSpPr/>
            <p:nvPr/>
          </p:nvGrpSpPr>
          <p:grpSpPr>
            <a:xfrm>
              <a:off x="4252606" y="1496185"/>
              <a:ext cx="324721" cy="463587"/>
              <a:chOff x="4252606" y="1496185"/>
              <a:chExt cx="324721" cy="463587"/>
            </a:xfrm>
          </p:grpSpPr>
          <p:grpSp>
            <p:nvGrpSpPr>
              <p:cNvPr id="4066" name="Google Shape;4066;p71"/>
              <p:cNvGrpSpPr/>
              <p:nvPr/>
            </p:nvGrpSpPr>
            <p:grpSpPr>
              <a:xfrm>
                <a:off x="4290828" y="1496185"/>
                <a:ext cx="286500" cy="361376"/>
                <a:chOff x="4290828" y="1496185"/>
                <a:chExt cx="286500" cy="361376"/>
              </a:xfrm>
            </p:grpSpPr>
            <p:cxnSp>
              <p:nvCxnSpPr>
                <p:cNvPr id="4067" name="Google Shape;4067;p71"/>
                <p:cNvCxnSpPr/>
                <p:nvPr/>
              </p:nvCxnSpPr>
              <p:spPr>
                <a:xfrm rot="10800000">
                  <a:off x="4349995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68" name="Google Shape;4068;p71"/>
                <p:cNvSpPr/>
                <p:nvPr/>
              </p:nvSpPr>
              <p:spPr>
                <a:xfrm>
                  <a:off x="4290828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9" name="Google Shape;4069;p71"/>
              <p:cNvSpPr/>
              <p:nvPr/>
            </p:nvSpPr>
            <p:spPr>
              <a:xfrm>
                <a:off x="4252606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70" name="Google Shape;4070;p71"/>
            <p:cNvGrpSpPr/>
            <p:nvPr/>
          </p:nvGrpSpPr>
          <p:grpSpPr>
            <a:xfrm>
              <a:off x="4613643" y="1763716"/>
              <a:ext cx="325308" cy="439200"/>
              <a:chOff x="4613643" y="1763716"/>
              <a:chExt cx="325308" cy="439200"/>
            </a:xfrm>
          </p:grpSpPr>
          <p:grpSp>
            <p:nvGrpSpPr>
              <p:cNvPr id="4071" name="Google Shape;4071;p71"/>
              <p:cNvGrpSpPr/>
              <p:nvPr/>
            </p:nvGrpSpPr>
            <p:grpSpPr>
              <a:xfrm>
                <a:off x="4652451" y="1879538"/>
                <a:ext cx="286500" cy="323378"/>
                <a:chOff x="4652451" y="1879538"/>
                <a:chExt cx="286500" cy="323378"/>
              </a:xfrm>
            </p:grpSpPr>
            <p:cxnSp>
              <p:nvCxnSpPr>
                <p:cNvPr id="4072" name="Google Shape;4072;p71"/>
                <p:cNvCxnSpPr/>
                <p:nvPr/>
              </p:nvCxnSpPr>
              <p:spPr>
                <a:xfrm rot="10800000">
                  <a:off x="4707486" y="1879538"/>
                  <a:ext cx="0" cy="294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73" name="Google Shape;4073;p71"/>
                <p:cNvSpPr/>
                <p:nvPr/>
              </p:nvSpPr>
              <p:spPr>
                <a:xfrm>
                  <a:off x="4652451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4" name="Google Shape;4074;p71"/>
              <p:cNvSpPr/>
              <p:nvPr/>
            </p:nvSpPr>
            <p:spPr>
              <a:xfrm>
                <a:off x="4613643" y="1763716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75" name="Google Shape;4075;p71"/>
          <p:cNvGrpSpPr/>
          <p:nvPr/>
        </p:nvGrpSpPr>
        <p:grpSpPr>
          <a:xfrm>
            <a:off x="4562456" y="2858358"/>
            <a:ext cx="2202897" cy="522023"/>
            <a:chOff x="3512551" y="2358270"/>
            <a:chExt cx="1597383" cy="378533"/>
          </a:xfrm>
        </p:grpSpPr>
        <p:cxnSp>
          <p:nvCxnSpPr>
            <p:cNvPr id="4076" name="Google Shape;4076;p71"/>
            <p:cNvCxnSpPr>
              <a:stCxn id="4077" idx="6"/>
              <a:endCxn id="4078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9" name="Google Shape;4079;p71"/>
            <p:cNvGrpSpPr/>
            <p:nvPr/>
          </p:nvGrpSpPr>
          <p:grpSpPr>
            <a:xfrm>
              <a:off x="3512551" y="2358270"/>
              <a:ext cx="225647" cy="307714"/>
              <a:chOff x="2182679" y="2004714"/>
              <a:chExt cx="792300" cy="1080458"/>
            </a:xfrm>
          </p:grpSpPr>
          <p:cxnSp>
            <p:nvCxnSpPr>
              <p:cNvPr id="4080" name="Google Shape;4080;p71"/>
              <p:cNvCxnSpPr>
                <a:stCxn id="4081" idx="0"/>
              </p:cNvCxnSpPr>
              <p:nvPr/>
            </p:nvCxnSpPr>
            <p:spPr>
              <a:xfrm rot="10800000">
                <a:off x="2578961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77" name="Google Shape;4077;p71"/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81" name="Google Shape;4081;p71"/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2" name="Google Shape;4082;p71"/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4083" name="Google Shape;4083;p71"/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84" name="Google Shape;4084;p71"/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85" name="Google Shape;4085;p71"/>
              <p:cNvSpPr/>
              <p:nvPr/>
            </p:nvSpPr>
            <p:spPr>
              <a:xfrm>
                <a:off x="3793133" y="1746713"/>
                <a:ext cx="101700" cy="1017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6" name="Google Shape;4086;p71"/>
            <p:cNvGrpSpPr/>
            <p:nvPr/>
          </p:nvGrpSpPr>
          <p:grpSpPr>
            <a:xfrm>
              <a:off x="4427051" y="2358270"/>
              <a:ext cx="225647" cy="307714"/>
              <a:chOff x="5393704" y="2004714"/>
              <a:chExt cx="792300" cy="1080458"/>
            </a:xfrm>
          </p:grpSpPr>
          <p:cxnSp>
            <p:nvCxnSpPr>
              <p:cNvPr id="4087" name="Google Shape;4087;p71"/>
              <p:cNvCxnSpPr>
                <a:stCxn id="4088" idx="0"/>
              </p:cNvCxnSpPr>
              <p:nvPr/>
            </p:nvCxnSpPr>
            <p:spPr>
              <a:xfrm rot="10800000">
                <a:off x="5789986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89" name="Google Shape;4089;p71"/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88" name="Google Shape;4088;p71"/>
              <p:cNvSpPr/>
              <p:nvPr/>
            </p:nvSpPr>
            <p:spPr>
              <a:xfrm>
                <a:off x="5494936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90" name="Google Shape;4090;p71"/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4091" name="Google Shape;4091;p71"/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78" name="Google Shape;4078;p71"/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92" name="Google Shape;4092;p71"/>
              <p:cNvSpPr/>
              <p:nvPr/>
            </p:nvSpPr>
            <p:spPr>
              <a:xfrm>
                <a:off x="7100398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93" name="Google Shape;4093;p71"/>
          <p:cNvGrpSpPr/>
          <p:nvPr/>
        </p:nvGrpSpPr>
        <p:grpSpPr>
          <a:xfrm>
            <a:off x="9123532" y="1306623"/>
            <a:ext cx="2109125" cy="977091"/>
            <a:chOff x="634175" y="2986275"/>
            <a:chExt cx="3147949" cy="1458344"/>
          </a:xfrm>
        </p:grpSpPr>
        <p:cxnSp>
          <p:nvCxnSpPr>
            <p:cNvPr id="4094" name="Google Shape;4094;p71"/>
            <p:cNvCxnSpPr>
              <a:stCxn id="4095" idx="4"/>
              <a:endCxn id="4096" idx="0"/>
            </p:cNvCxnSpPr>
            <p:nvPr/>
          </p:nvCxnSpPr>
          <p:spPr>
            <a:xfrm>
              <a:off x="929975" y="3577875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7" name="Google Shape;4097;p71"/>
            <p:cNvCxnSpPr>
              <a:stCxn id="4096" idx="0"/>
              <a:endCxn id="4098" idx="4"/>
            </p:cNvCxnSpPr>
            <p:nvPr/>
          </p:nvCxnSpPr>
          <p:spPr>
            <a:xfrm rot="10800000" flipH="1">
              <a:off x="1521366" y="3577919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9" name="Google Shape;4099;p71"/>
            <p:cNvCxnSpPr>
              <a:stCxn id="4098" idx="4"/>
              <a:endCxn id="4100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1" name="Google Shape;4101;p71"/>
            <p:cNvCxnSpPr>
              <a:stCxn id="4100" idx="0"/>
              <a:endCxn id="4102" idx="4"/>
            </p:cNvCxnSpPr>
            <p:nvPr/>
          </p:nvCxnSpPr>
          <p:spPr>
            <a:xfrm rot="10800000" flipH="1">
              <a:off x="2894933" y="3577918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02" name="Google Shape;4102;p71"/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8" name="Google Shape;4098;p71"/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71"/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0" name="Google Shape;4100;p71"/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71"/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3" name="Google Shape;4103;p71"/>
          <p:cNvGrpSpPr/>
          <p:nvPr/>
        </p:nvGrpSpPr>
        <p:grpSpPr>
          <a:xfrm>
            <a:off x="4547152" y="3565703"/>
            <a:ext cx="2233504" cy="418232"/>
            <a:chOff x="998425" y="1182125"/>
            <a:chExt cx="1065400" cy="199500"/>
          </a:xfrm>
        </p:grpSpPr>
        <p:sp>
          <p:nvSpPr>
            <p:cNvPr id="4104" name="Google Shape;4104;p71"/>
            <p:cNvSpPr/>
            <p:nvPr/>
          </p:nvSpPr>
          <p:spPr>
            <a:xfrm>
              <a:off x="998425" y="1182125"/>
              <a:ext cx="1065400" cy="199500"/>
            </a:xfrm>
            <a:custGeom>
              <a:avLst/>
              <a:gdLst/>
              <a:ahLst/>
              <a:cxnLst/>
              <a:rect l="l" t="t" r="r" b="b"/>
              <a:pathLst>
                <a:path w="42616" h="7980" extrusionOk="0">
                  <a:moveTo>
                    <a:pt x="4324" y="1"/>
                  </a:moveTo>
                  <a:cubicBezTo>
                    <a:pt x="3159" y="1"/>
                    <a:pt x="1997" y="512"/>
                    <a:pt x="1246" y="1424"/>
                  </a:cubicBezTo>
                  <a:cubicBezTo>
                    <a:pt x="180" y="2720"/>
                    <a:pt x="1" y="4577"/>
                    <a:pt x="867" y="6031"/>
                  </a:cubicBezTo>
                  <a:cubicBezTo>
                    <a:pt x="1600" y="7262"/>
                    <a:pt x="2935" y="7980"/>
                    <a:pt x="4331" y="7980"/>
                  </a:cubicBezTo>
                  <a:cubicBezTo>
                    <a:pt x="4576" y="7980"/>
                    <a:pt x="4822" y="7958"/>
                    <a:pt x="5067" y="7913"/>
                  </a:cubicBezTo>
                  <a:cubicBezTo>
                    <a:pt x="6219" y="7700"/>
                    <a:pt x="7170" y="6971"/>
                    <a:pt x="7733" y="6006"/>
                  </a:cubicBezTo>
                  <a:cubicBezTo>
                    <a:pt x="8105" y="5370"/>
                    <a:pt x="8773" y="4970"/>
                    <a:pt x="9508" y="4970"/>
                  </a:cubicBezTo>
                  <a:lnTo>
                    <a:pt x="10488" y="4970"/>
                  </a:lnTo>
                  <a:cubicBezTo>
                    <a:pt x="11237" y="4970"/>
                    <a:pt x="11919" y="5376"/>
                    <a:pt x="12300" y="6020"/>
                  </a:cubicBezTo>
                  <a:lnTo>
                    <a:pt x="12307" y="6031"/>
                  </a:lnTo>
                  <a:cubicBezTo>
                    <a:pt x="13039" y="7262"/>
                    <a:pt x="14375" y="7980"/>
                    <a:pt x="15771" y="7980"/>
                  </a:cubicBezTo>
                  <a:cubicBezTo>
                    <a:pt x="16016" y="7980"/>
                    <a:pt x="16262" y="7958"/>
                    <a:pt x="16507" y="7913"/>
                  </a:cubicBezTo>
                  <a:cubicBezTo>
                    <a:pt x="17658" y="7700"/>
                    <a:pt x="18610" y="6971"/>
                    <a:pt x="19173" y="6006"/>
                  </a:cubicBezTo>
                  <a:cubicBezTo>
                    <a:pt x="19545" y="5370"/>
                    <a:pt x="20213" y="4970"/>
                    <a:pt x="20946" y="4970"/>
                  </a:cubicBezTo>
                  <a:lnTo>
                    <a:pt x="21928" y="4970"/>
                  </a:lnTo>
                  <a:cubicBezTo>
                    <a:pt x="22677" y="4970"/>
                    <a:pt x="23359" y="5376"/>
                    <a:pt x="23740" y="6020"/>
                  </a:cubicBezTo>
                  <a:lnTo>
                    <a:pt x="23747" y="6031"/>
                  </a:lnTo>
                  <a:cubicBezTo>
                    <a:pt x="24479" y="7262"/>
                    <a:pt x="25815" y="7980"/>
                    <a:pt x="27210" y="7980"/>
                  </a:cubicBezTo>
                  <a:cubicBezTo>
                    <a:pt x="27454" y="7980"/>
                    <a:pt x="27700" y="7958"/>
                    <a:pt x="27945" y="7913"/>
                  </a:cubicBezTo>
                  <a:cubicBezTo>
                    <a:pt x="29098" y="7700"/>
                    <a:pt x="30048" y="6971"/>
                    <a:pt x="30613" y="6006"/>
                  </a:cubicBezTo>
                  <a:cubicBezTo>
                    <a:pt x="30985" y="5370"/>
                    <a:pt x="31652" y="4970"/>
                    <a:pt x="32388" y="4970"/>
                  </a:cubicBezTo>
                  <a:lnTo>
                    <a:pt x="33368" y="4970"/>
                  </a:lnTo>
                  <a:cubicBezTo>
                    <a:pt x="34117" y="4970"/>
                    <a:pt x="34799" y="5376"/>
                    <a:pt x="35180" y="6020"/>
                  </a:cubicBezTo>
                  <a:lnTo>
                    <a:pt x="35187" y="6031"/>
                  </a:lnTo>
                  <a:cubicBezTo>
                    <a:pt x="35920" y="7262"/>
                    <a:pt x="37255" y="7980"/>
                    <a:pt x="38651" y="7980"/>
                  </a:cubicBezTo>
                  <a:cubicBezTo>
                    <a:pt x="38896" y="7980"/>
                    <a:pt x="39142" y="7958"/>
                    <a:pt x="39387" y="7913"/>
                  </a:cubicBezTo>
                  <a:cubicBezTo>
                    <a:pt x="41256" y="7567"/>
                    <a:pt x="42594" y="5866"/>
                    <a:pt x="42615" y="3993"/>
                  </a:cubicBezTo>
                  <a:cubicBezTo>
                    <a:pt x="42599" y="2323"/>
                    <a:pt x="41557" y="833"/>
                    <a:pt x="39994" y="246"/>
                  </a:cubicBezTo>
                  <a:cubicBezTo>
                    <a:pt x="39559" y="81"/>
                    <a:pt x="39100" y="2"/>
                    <a:pt x="38642" y="2"/>
                  </a:cubicBezTo>
                  <a:cubicBezTo>
                    <a:pt x="37477" y="2"/>
                    <a:pt x="36315" y="513"/>
                    <a:pt x="35565" y="1426"/>
                  </a:cubicBezTo>
                  <a:cubicBezTo>
                    <a:pt x="35428" y="1592"/>
                    <a:pt x="35304" y="1770"/>
                    <a:pt x="35195" y="1957"/>
                  </a:cubicBezTo>
                  <a:cubicBezTo>
                    <a:pt x="34817" y="2606"/>
                    <a:pt x="34133" y="3018"/>
                    <a:pt x="33382" y="3018"/>
                  </a:cubicBezTo>
                  <a:lnTo>
                    <a:pt x="32420" y="3018"/>
                  </a:lnTo>
                  <a:cubicBezTo>
                    <a:pt x="31683" y="3018"/>
                    <a:pt x="30996" y="2632"/>
                    <a:pt x="30624" y="1994"/>
                  </a:cubicBezTo>
                  <a:cubicBezTo>
                    <a:pt x="30157" y="1190"/>
                    <a:pt x="29425" y="572"/>
                    <a:pt x="28556" y="244"/>
                  </a:cubicBezTo>
                  <a:cubicBezTo>
                    <a:pt x="28121" y="80"/>
                    <a:pt x="27663" y="1"/>
                    <a:pt x="27205" y="1"/>
                  </a:cubicBezTo>
                  <a:cubicBezTo>
                    <a:pt x="26039" y="1"/>
                    <a:pt x="24877" y="513"/>
                    <a:pt x="24125" y="1426"/>
                  </a:cubicBezTo>
                  <a:cubicBezTo>
                    <a:pt x="23989" y="1592"/>
                    <a:pt x="23865" y="1770"/>
                    <a:pt x="23755" y="1957"/>
                  </a:cubicBezTo>
                  <a:cubicBezTo>
                    <a:pt x="23377" y="2606"/>
                    <a:pt x="22695" y="3018"/>
                    <a:pt x="21944" y="3018"/>
                  </a:cubicBezTo>
                  <a:lnTo>
                    <a:pt x="20981" y="3018"/>
                  </a:lnTo>
                  <a:cubicBezTo>
                    <a:pt x="20243" y="3018"/>
                    <a:pt x="19556" y="2632"/>
                    <a:pt x="19185" y="1994"/>
                  </a:cubicBezTo>
                  <a:cubicBezTo>
                    <a:pt x="18717" y="1190"/>
                    <a:pt x="17987" y="572"/>
                    <a:pt x="17116" y="244"/>
                  </a:cubicBezTo>
                  <a:cubicBezTo>
                    <a:pt x="16681" y="80"/>
                    <a:pt x="16223" y="1"/>
                    <a:pt x="15766" y="1"/>
                  </a:cubicBezTo>
                  <a:cubicBezTo>
                    <a:pt x="14600" y="1"/>
                    <a:pt x="13437" y="513"/>
                    <a:pt x="12686" y="1426"/>
                  </a:cubicBezTo>
                  <a:cubicBezTo>
                    <a:pt x="12549" y="1592"/>
                    <a:pt x="12425" y="1770"/>
                    <a:pt x="12316" y="1957"/>
                  </a:cubicBezTo>
                  <a:cubicBezTo>
                    <a:pt x="11937" y="2606"/>
                    <a:pt x="11255" y="3016"/>
                    <a:pt x="10504" y="3016"/>
                  </a:cubicBezTo>
                  <a:lnTo>
                    <a:pt x="9541" y="3016"/>
                  </a:lnTo>
                  <a:cubicBezTo>
                    <a:pt x="8805" y="3016"/>
                    <a:pt x="8116" y="2632"/>
                    <a:pt x="7745" y="1994"/>
                  </a:cubicBezTo>
                  <a:cubicBezTo>
                    <a:pt x="7277" y="1190"/>
                    <a:pt x="6547" y="572"/>
                    <a:pt x="5676" y="244"/>
                  </a:cubicBezTo>
                  <a:cubicBezTo>
                    <a:pt x="5241" y="80"/>
                    <a:pt x="4782" y="1"/>
                    <a:pt x="432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5" name="Google Shape;4105;p71"/>
            <p:cNvSpPr/>
            <p:nvPr/>
          </p:nvSpPr>
          <p:spPr>
            <a:xfrm>
              <a:off x="1017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6" name="Google Shape;4106;p71"/>
            <p:cNvSpPr/>
            <p:nvPr/>
          </p:nvSpPr>
          <p:spPr>
            <a:xfrm>
              <a:off x="1303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7" name="Google Shape;4107;p71"/>
            <p:cNvSpPr/>
            <p:nvPr/>
          </p:nvSpPr>
          <p:spPr>
            <a:xfrm>
              <a:off x="1589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49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49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49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8" name="Google Shape;4108;p71"/>
            <p:cNvSpPr/>
            <p:nvPr/>
          </p:nvSpPr>
          <p:spPr>
            <a:xfrm>
              <a:off x="1875200" y="1193175"/>
              <a:ext cx="177525" cy="177500"/>
            </a:xfrm>
            <a:custGeom>
              <a:avLst/>
              <a:gdLst/>
              <a:ahLst/>
              <a:cxnLst/>
              <a:rect l="l" t="t" r="r" b="b"/>
              <a:pathLst>
                <a:path w="7101" h="7100" extrusionOk="0">
                  <a:moveTo>
                    <a:pt x="3551" y="1"/>
                  </a:moveTo>
                  <a:cubicBezTo>
                    <a:pt x="1590" y="1"/>
                    <a:pt x="0" y="1589"/>
                    <a:pt x="0" y="3551"/>
                  </a:cubicBezTo>
                  <a:cubicBezTo>
                    <a:pt x="0" y="5511"/>
                    <a:pt x="1590" y="7099"/>
                    <a:pt x="3551" y="7099"/>
                  </a:cubicBezTo>
                  <a:cubicBezTo>
                    <a:pt x="5511" y="7099"/>
                    <a:pt x="7101" y="5511"/>
                    <a:pt x="7101" y="3551"/>
                  </a:cubicBezTo>
                  <a:cubicBezTo>
                    <a:pt x="7101" y="1589"/>
                    <a:pt x="5511" y="1"/>
                    <a:pt x="355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09" name="Google Shape;4109;p71"/>
          <p:cNvGrpSpPr/>
          <p:nvPr/>
        </p:nvGrpSpPr>
        <p:grpSpPr>
          <a:xfrm>
            <a:off x="4547152" y="4840326"/>
            <a:ext cx="2233505" cy="700460"/>
            <a:chOff x="5194708" y="3484366"/>
            <a:chExt cx="3148148" cy="987304"/>
          </a:xfrm>
        </p:grpSpPr>
        <p:grpSp>
          <p:nvGrpSpPr>
            <p:cNvPr id="4110" name="Google Shape;4110;p71"/>
            <p:cNvGrpSpPr/>
            <p:nvPr/>
          </p:nvGrpSpPr>
          <p:grpSpPr>
            <a:xfrm>
              <a:off x="7531521" y="3484366"/>
              <a:ext cx="811335" cy="987304"/>
              <a:chOff x="3379425" y="1617275"/>
              <a:chExt cx="1090650" cy="1327200"/>
            </a:xfrm>
          </p:grpSpPr>
          <p:sp>
            <p:nvSpPr>
              <p:cNvPr id="4111" name="Google Shape;4111;p71"/>
              <p:cNvSpPr/>
              <p:nvPr/>
            </p:nvSpPr>
            <p:spPr>
              <a:xfrm>
                <a:off x="3554475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2" name="Google Shape;4112;p71"/>
              <p:cNvSpPr/>
              <p:nvPr/>
            </p:nvSpPr>
            <p:spPr>
              <a:xfrm>
                <a:off x="3379425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5" y="42750"/>
                    </a:cubicBezTo>
                    <a:lnTo>
                      <a:pt x="20935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3" name="Google Shape;4113;p71"/>
              <p:cNvSpPr/>
              <p:nvPr/>
            </p:nvSpPr>
            <p:spPr>
              <a:xfrm>
                <a:off x="3775050" y="2771175"/>
                <a:ext cx="3008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5" h="6932" extrusionOk="0">
                    <a:moveTo>
                      <a:pt x="11087" y="1"/>
                    </a:moveTo>
                    <a:cubicBezTo>
                      <a:pt x="10861" y="1"/>
                      <a:pt x="10636" y="87"/>
                      <a:pt x="10465" y="260"/>
                    </a:cubicBezTo>
                    <a:lnTo>
                      <a:pt x="6866" y="3859"/>
                    </a:lnTo>
                    <a:lnTo>
                      <a:pt x="5979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6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3" y="1306"/>
                      <a:pt x="350" y="1636"/>
                    </a:cubicBezTo>
                    <a:lnTo>
                      <a:pt x="5389" y="6675"/>
                    </a:lnTo>
                    <a:cubicBezTo>
                      <a:pt x="5559" y="6846"/>
                      <a:pt x="5784" y="6931"/>
                      <a:pt x="6009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6" y="1250"/>
                      <a:pt x="12034" y="668"/>
                      <a:pt x="11712" y="260"/>
                    </a:cubicBezTo>
                    <a:cubicBezTo>
                      <a:pt x="11539" y="87"/>
                      <a:pt x="11313" y="1"/>
                      <a:pt x="1108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4" name="Google Shape;4114;p71"/>
            <p:cNvGrpSpPr/>
            <p:nvPr/>
          </p:nvGrpSpPr>
          <p:grpSpPr>
            <a:xfrm>
              <a:off x="6752546" y="3484366"/>
              <a:ext cx="811428" cy="987304"/>
              <a:chOff x="2332275" y="1617275"/>
              <a:chExt cx="1090775" cy="1327200"/>
            </a:xfrm>
          </p:grpSpPr>
          <p:sp>
            <p:nvSpPr>
              <p:cNvPr id="4115" name="Google Shape;4115;p71"/>
              <p:cNvSpPr/>
              <p:nvPr/>
            </p:nvSpPr>
            <p:spPr>
              <a:xfrm>
                <a:off x="2507425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6" name="Google Shape;4116;p71"/>
              <p:cNvSpPr/>
              <p:nvPr/>
            </p:nvSpPr>
            <p:spPr>
              <a:xfrm>
                <a:off x="2332275" y="1617275"/>
                <a:ext cx="1090775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7" name="Google Shape;4117;p71"/>
              <p:cNvSpPr/>
              <p:nvPr/>
            </p:nvSpPr>
            <p:spPr>
              <a:xfrm>
                <a:off x="2727925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8" name="Google Shape;4118;p71"/>
            <p:cNvGrpSpPr/>
            <p:nvPr/>
          </p:nvGrpSpPr>
          <p:grpSpPr>
            <a:xfrm>
              <a:off x="5973664" y="3484366"/>
              <a:ext cx="811335" cy="987304"/>
              <a:chOff x="1285250" y="1617275"/>
              <a:chExt cx="1090650" cy="1327200"/>
            </a:xfrm>
          </p:grpSpPr>
          <p:sp>
            <p:nvSpPr>
              <p:cNvPr id="4119" name="Google Shape;4119;p71"/>
              <p:cNvSpPr/>
              <p:nvPr/>
            </p:nvSpPr>
            <p:spPr>
              <a:xfrm>
                <a:off x="1460300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0" name="Google Shape;4120;p71"/>
              <p:cNvSpPr/>
              <p:nvPr/>
            </p:nvSpPr>
            <p:spPr>
              <a:xfrm>
                <a:off x="1285250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1" name="Google Shape;4121;p71"/>
              <p:cNvSpPr/>
              <p:nvPr/>
            </p:nvSpPr>
            <p:spPr>
              <a:xfrm>
                <a:off x="1680900" y="2771175"/>
                <a:ext cx="3008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2" name="Google Shape;4122;p71"/>
            <p:cNvGrpSpPr/>
            <p:nvPr/>
          </p:nvGrpSpPr>
          <p:grpSpPr>
            <a:xfrm>
              <a:off x="5194708" y="3484366"/>
              <a:ext cx="811409" cy="987304"/>
              <a:chOff x="238125" y="1617275"/>
              <a:chExt cx="1090750" cy="1327200"/>
            </a:xfrm>
          </p:grpSpPr>
          <p:sp>
            <p:nvSpPr>
              <p:cNvPr id="4123" name="Google Shape;4123;p71"/>
              <p:cNvSpPr/>
              <p:nvPr/>
            </p:nvSpPr>
            <p:spPr>
              <a:xfrm>
                <a:off x="413250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4" name="Google Shape;4124;p71"/>
              <p:cNvSpPr/>
              <p:nvPr/>
            </p:nvSpPr>
            <p:spPr>
              <a:xfrm>
                <a:off x="238125" y="1617275"/>
                <a:ext cx="10907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5" name="Google Shape;4125;p71"/>
              <p:cNvSpPr/>
              <p:nvPr/>
            </p:nvSpPr>
            <p:spPr>
              <a:xfrm>
                <a:off x="633750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26" name="Google Shape;4126;p71"/>
          <p:cNvGrpSpPr/>
          <p:nvPr/>
        </p:nvGrpSpPr>
        <p:grpSpPr>
          <a:xfrm>
            <a:off x="9125397" y="3034844"/>
            <a:ext cx="2105395" cy="696307"/>
            <a:chOff x="6853641" y="2534077"/>
            <a:chExt cx="1515545" cy="501229"/>
          </a:xfrm>
        </p:grpSpPr>
        <p:grpSp>
          <p:nvGrpSpPr>
            <p:cNvPr id="4127" name="Google Shape;4127;p71"/>
            <p:cNvGrpSpPr/>
            <p:nvPr/>
          </p:nvGrpSpPr>
          <p:grpSpPr>
            <a:xfrm>
              <a:off x="6853641" y="2618923"/>
              <a:ext cx="1515545" cy="324556"/>
              <a:chOff x="6853641" y="2618923"/>
              <a:chExt cx="1515545" cy="324556"/>
            </a:xfrm>
          </p:grpSpPr>
          <p:sp>
            <p:nvSpPr>
              <p:cNvPr id="4128" name="Google Shape;4128;p71"/>
              <p:cNvSpPr/>
              <p:nvPr/>
            </p:nvSpPr>
            <p:spPr>
              <a:xfrm>
                <a:off x="7747010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3" y="1075"/>
                      <a:pt x="327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6132" y="3951"/>
                      <a:pt x="7903" y="2178"/>
                      <a:pt x="7903" y="0"/>
                    </a:cubicBezTo>
                    <a:lnTo>
                      <a:pt x="7248" y="0"/>
                    </a:lnTo>
                    <a:cubicBezTo>
                      <a:pt x="7248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9" name="Google Shape;4129;p71"/>
              <p:cNvSpPr/>
              <p:nvPr/>
            </p:nvSpPr>
            <p:spPr>
              <a:xfrm>
                <a:off x="7449412" y="2618923"/>
                <a:ext cx="324496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2" h="3951" extrusionOk="0">
                    <a:moveTo>
                      <a:pt x="3951" y="0"/>
                    </a:moveTo>
                    <a:cubicBezTo>
                      <a:pt x="2330" y="0"/>
                      <a:pt x="935" y="982"/>
                      <a:pt x="327" y="2380"/>
                    </a:cubicBezTo>
                    <a:cubicBezTo>
                      <a:pt x="111" y="2874"/>
                      <a:pt x="0" y="3409"/>
                      <a:pt x="0" y="3951"/>
                    </a:cubicBezTo>
                    <a:lnTo>
                      <a:pt x="653" y="3951"/>
                    </a:lnTo>
                    <a:cubicBezTo>
                      <a:pt x="653" y="2135"/>
                      <a:pt x="2133" y="657"/>
                      <a:pt x="3951" y="657"/>
                    </a:cubicBezTo>
                    <a:cubicBezTo>
                      <a:pt x="5767" y="657"/>
                      <a:pt x="7246" y="2135"/>
                      <a:pt x="7246" y="3951"/>
                    </a:cubicBezTo>
                    <a:lnTo>
                      <a:pt x="7901" y="3951"/>
                    </a:lnTo>
                    <a:cubicBezTo>
                      <a:pt x="7901" y="3411"/>
                      <a:pt x="7791" y="2876"/>
                      <a:pt x="7574" y="2381"/>
                    </a:cubicBezTo>
                    <a:cubicBezTo>
                      <a:pt x="6966" y="982"/>
                      <a:pt x="5571" y="0"/>
                      <a:pt x="395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0" name="Google Shape;4130;p71"/>
              <p:cNvSpPr/>
              <p:nvPr/>
            </p:nvSpPr>
            <p:spPr>
              <a:xfrm>
                <a:off x="6853641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8" y="0"/>
                    </a:moveTo>
                    <a:cubicBezTo>
                      <a:pt x="3954" y="0"/>
                      <a:pt x="3950" y="0"/>
                      <a:pt x="3946" y="0"/>
                    </a:cubicBezTo>
                    <a:cubicBezTo>
                      <a:pt x="1768" y="6"/>
                      <a:pt x="0" y="1784"/>
                      <a:pt x="6" y="3963"/>
                    </a:cubicBezTo>
                    <a:lnTo>
                      <a:pt x="661" y="3962"/>
                    </a:lnTo>
                    <a:cubicBezTo>
                      <a:pt x="657" y="2144"/>
                      <a:pt x="2131" y="661"/>
                      <a:pt x="3947" y="655"/>
                    </a:cubicBezTo>
                    <a:cubicBezTo>
                      <a:pt x="3951" y="655"/>
                      <a:pt x="3955" y="655"/>
                      <a:pt x="3959" y="655"/>
                    </a:cubicBezTo>
                    <a:cubicBezTo>
                      <a:pt x="5771" y="655"/>
                      <a:pt x="7248" y="2127"/>
                      <a:pt x="7254" y="3939"/>
                    </a:cubicBezTo>
                    <a:lnTo>
                      <a:pt x="7256" y="3939"/>
                    </a:lnTo>
                    <a:lnTo>
                      <a:pt x="7909" y="3938"/>
                    </a:lnTo>
                    <a:cubicBezTo>
                      <a:pt x="7907" y="3398"/>
                      <a:pt x="7795" y="2863"/>
                      <a:pt x="7578" y="2368"/>
                    </a:cubicBezTo>
                    <a:cubicBezTo>
                      <a:pt x="6966" y="976"/>
                      <a:pt x="5573" y="0"/>
                      <a:pt x="395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1" name="Google Shape;4131;p71"/>
              <p:cNvSpPr/>
              <p:nvPr/>
            </p:nvSpPr>
            <p:spPr>
              <a:xfrm>
                <a:off x="7151691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1" y="1075"/>
                      <a:pt x="328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5574" y="3951"/>
                      <a:pt x="6967" y="2971"/>
                      <a:pt x="7575" y="1573"/>
                    </a:cubicBezTo>
                    <a:cubicBezTo>
                      <a:pt x="7791" y="1076"/>
                      <a:pt x="7903" y="541"/>
                      <a:pt x="7903" y="0"/>
                    </a:cubicBezTo>
                    <a:lnTo>
                      <a:pt x="7249" y="0"/>
                    </a:lnTo>
                    <a:cubicBezTo>
                      <a:pt x="7249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2" name="Google Shape;4132;p71"/>
              <p:cNvSpPr/>
              <p:nvPr/>
            </p:nvSpPr>
            <p:spPr>
              <a:xfrm>
                <a:off x="8044362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9" y="0"/>
                    </a:moveTo>
                    <a:cubicBezTo>
                      <a:pt x="3955" y="0"/>
                      <a:pt x="3951" y="0"/>
                      <a:pt x="3947" y="0"/>
                    </a:cubicBezTo>
                    <a:cubicBezTo>
                      <a:pt x="1769" y="8"/>
                      <a:pt x="1" y="1786"/>
                      <a:pt x="7" y="3963"/>
                    </a:cubicBezTo>
                    <a:lnTo>
                      <a:pt x="664" y="3962"/>
                    </a:lnTo>
                    <a:cubicBezTo>
                      <a:pt x="658" y="2144"/>
                      <a:pt x="2132" y="661"/>
                      <a:pt x="3948" y="657"/>
                    </a:cubicBezTo>
                    <a:cubicBezTo>
                      <a:pt x="3952" y="657"/>
                      <a:pt x="3956" y="657"/>
                      <a:pt x="3960" y="657"/>
                    </a:cubicBezTo>
                    <a:cubicBezTo>
                      <a:pt x="5772" y="657"/>
                      <a:pt x="7249" y="2127"/>
                      <a:pt x="7255" y="3941"/>
                    </a:cubicBezTo>
                    <a:lnTo>
                      <a:pt x="7257" y="3941"/>
                    </a:lnTo>
                    <a:lnTo>
                      <a:pt x="7910" y="3939"/>
                    </a:lnTo>
                    <a:cubicBezTo>
                      <a:pt x="7908" y="3398"/>
                      <a:pt x="7796" y="2865"/>
                      <a:pt x="7578" y="2370"/>
                    </a:cubicBezTo>
                    <a:cubicBezTo>
                      <a:pt x="6967" y="976"/>
                      <a:pt x="5574" y="0"/>
                      <a:pt x="3959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3" name="Google Shape;4133;p71"/>
            <p:cNvSpPr/>
            <p:nvPr/>
          </p:nvSpPr>
          <p:spPr>
            <a:xfrm>
              <a:off x="6899264" y="2673830"/>
              <a:ext cx="225242" cy="361476"/>
            </a:xfrm>
            <a:custGeom>
              <a:avLst/>
              <a:gdLst/>
              <a:ahLst/>
              <a:cxnLst/>
              <a:rect l="l" t="t" r="r" b="b"/>
              <a:pathLst>
                <a:path w="5485" h="8802" extrusionOk="0">
                  <a:moveTo>
                    <a:pt x="2798" y="1197"/>
                  </a:moveTo>
                  <a:cubicBezTo>
                    <a:pt x="2989" y="1197"/>
                    <a:pt x="3183" y="1234"/>
                    <a:pt x="3366" y="1310"/>
                  </a:cubicBezTo>
                  <a:cubicBezTo>
                    <a:pt x="3924" y="1542"/>
                    <a:pt x="4287" y="2085"/>
                    <a:pt x="4287" y="2689"/>
                  </a:cubicBezTo>
                  <a:cubicBezTo>
                    <a:pt x="4287" y="3512"/>
                    <a:pt x="3619" y="4178"/>
                    <a:pt x="2796" y="4180"/>
                  </a:cubicBezTo>
                  <a:cubicBezTo>
                    <a:pt x="2194" y="4180"/>
                    <a:pt x="1650" y="3816"/>
                    <a:pt x="1419" y="3259"/>
                  </a:cubicBezTo>
                  <a:cubicBezTo>
                    <a:pt x="1189" y="2702"/>
                    <a:pt x="1317" y="2061"/>
                    <a:pt x="1743" y="1634"/>
                  </a:cubicBezTo>
                  <a:cubicBezTo>
                    <a:pt x="2028" y="1348"/>
                    <a:pt x="2410" y="1197"/>
                    <a:pt x="2798" y="1197"/>
                  </a:cubicBezTo>
                  <a:close/>
                  <a:moveTo>
                    <a:pt x="2796" y="1"/>
                  </a:moveTo>
                  <a:cubicBezTo>
                    <a:pt x="2254" y="1"/>
                    <a:pt x="1714" y="165"/>
                    <a:pt x="1253" y="489"/>
                  </a:cubicBezTo>
                  <a:cubicBezTo>
                    <a:pt x="433" y="1063"/>
                    <a:pt x="0" y="2048"/>
                    <a:pt x="132" y="3043"/>
                  </a:cubicBezTo>
                  <a:cubicBezTo>
                    <a:pt x="263" y="4037"/>
                    <a:pt x="937" y="4875"/>
                    <a:pt x="1880" y="5216"/>
                  </a:cubicBezTo>
                  <a:lnTo>
                    <a:pt x="1880" y="6705"/>
                  </a:lnTo>
                  <a:lnTo>
                    <a:pt x="1067" y="6705"/>
                  </a:lnTo>
                  <a:lnTo>
                    <a:pt x="2723" y="8801"/>
                  </a:lnTo>
                  <a:lnTo>
                    <a:pt x="4377" y="6705"/>
                  </a:lnTo>
                  <a:lnTo>
                    <a:pt x="3563" y="6705"/>
                  </a:lnTo>
                  <a:lnTo>
                    <a:pt x="3563" y="5265"/>
                  </a:lnTo>
                  <a:cubicBezTo>
                    <a:pt x="4703" y="4926"/>
                    <a:pt x="5485" y="3877"/>
                    <a:pt x="5485" y="2689"/>
                  </a:cubicBezTo>
                  <a:cubicBezTo>
                    <a:pt x="5485" y="1685"/>
                    <a:pt x="4926" y="766"/>
                    <a:pt x="4037" y="304"/>
                  </a:cubicBezTo>
                  <a:cubicBezTo>
                    <a:pt x="3647" y="101"/>
                    <a:pt x="3221" y="1"/>
                    <a:pt x="279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4" name="Google Shape;4134;p71"/>
            <p:cNvSpPr/>
            <p:nvPr/>
          </p:nvSpPr>
          <p:spPr>
            <a:xfrm>
              <a:off x="7198259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58" y="4600"/>
                  </a:moveTo>
                  <a:cubicBezTo>
                    <a:pt x="3050" y="4600"/>
                    <a:pt x="3243" y="4637"/>
                    <a:pt x="3427" y="4713"/>
                  </a:cubicBezTo>
                  <a:cubicBezTo>
                    <a:pt x="3985" y="4945"/>
                    <a:pt x="4347" y="5488"/>
                    <a:pt x="4347" y="6092"/>
                  </a:cubicBezTo>
                  <a:cubicBezTo>
                    <a:pt x="4347" y="6915"/>
                    <a:pt x="3679" y="7581"/>
                    <a:pt x="2856" y="7583"/>
                  </a:cubicBezTo>
                  <a:cubicBezTo>
                    <a:pt x="2254" y="7583"/>
                    <a:pt x="1709" y="7219"/>
                    <a:pt x="1479" y="6662"/>
                  </a:cubicBezTo>
                  <a:cubicBezTo>
                    <a:pt x="1248" y="6105"/>
                    <a:pt x="1376" y="5464"/>
                    <a:pt x="1802" y="5037"/>
                  </a:cubicBezTo>
                  <a:cubicBezTo>
                    <a:pt x="2087" y="4751"/>
                    <a:pt x="2469" y="4600"/>
                    <a:pt x="2858" y="4600"/>
                  </a:cubicBezTo>
                  <a:close/>
                  <a:moveTo>
                    <a:pt x="2883" y="0"/>
                  </a:moveTo>
                  <a:lnTo>
                    <a:pt x="1227" y="2097"/>
                  </a:lnTo>
                  <a:lnTo>
                    <a:pt x="2041" y="2097"/>
                  </a:lnTo>
                  <a:lnTo>
                    <a:pt x="2041" y="3530"/>
                  </a:lnTo>
                  <a:cubicBezTo>
                    <a:pt x="782" y="3930"/>
                    <a:pt x="1" y="5184"/>
                    <a:pt x="196" y="6491"/>
                  </a:cubicBezTo>
                  <a:cubicBezTo>
                    <a:pt x="393" y="7796"/>
                    <a:pt x="1507" y="8766"/>
                    <a:pt x="2827" y="8779"/>
                  </a:cubicBezTo>
                  <a:cubicBezTo>
                    <a:pt x="2837" y="8779"/>
                    <a:pt x="2847" y="8779"/>
                    <a:pt x="2857" y="8779"/>
                  </a:cubicBezTo>
                  <a:cubicBezTo>
                    <a:pt x="4165" y="8779"/>
                    <a:pt x="5285" y="7837"/>
                    <a:pt x="5506" y="6545"/>
                  </a:cubicBezTo>
                  <a:cubicBezTo>
                    <a:pt x="5729" y="5245"/>
                    <a:pt x="4974" y="3973"/>
                    <a:pt x="3724" y="3547"/>
                  </a:cubicBezTo>
                  <a:lnTo>
                    <a:pt x="3724" y="2097"/>
                  </a:lnTo>
                  <a:lnTo>
                    <a:pt x="4539" y="2097"/>
                  </a:lnTo>
                  <a:lnTo>
                    <a:pt x="288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p71"/>
            <p:cNvSpPr/>
            <p:nvPr/>
          </p:nvSpPr>
          <p:spPr>
            <a:xfrm>
              <a:off x="7493639" y="2673830"/>
              <a:ext cx="225200" cy="361476"/>
            </a:xfrm>
            <a:custGeom>
              <a:avLst/>
              <a:gdLst/>
              <a:ahLst/>
              <a:cxnLst/>
              <a:rect l="l" t="t" r="r" b="b"/>
              <a:pathLst>
                <a:path w="5484" h="8802" extrusionOk="0">
                  <a:moveTo>
                    <a:pt x="2796" y="1197"/>
                  </a:moveTo>
                  <a:cubicBezTo>
                    <a:pt x="2988" y="1197"/>
                    <a:pt x="3181" y="1234"/>
                    <a:pt x="3365" y="1310"/>
                  </a:cubicBezTo>
                  <a:cubicBezTo>
                    <a:pt x="3922" y="1542"/>
                    <a:pt x="4286" y="2085"/>
                    <a:pt x="4286" y="2689"/>
                  </a:cubicBezTo>
                  <a:cubicBezTo>
                    <a:pt x="4284" y="3512"/>
                    <a:pt x="3618" y="4178"/>
                    <a:pt x="2795" y="4180"/>
                  </a:cubicBezTo>
                  <a:cubicBezTo>
                    <a:pt x="2191" y="4180"/>
                    <a:pt x="1649" y="3816"/>
                    <a:pt x="1418" y="3259"/>
                  </a:cubicBezTo>
                  <a:cubicBezTo>
                    <a:pt x="1187" y="2702"/>
                    <a:pt x="1314" y="2061"/>
                    <a:pt x="1740" y="1634"/>
                  </a:cubicBezTo>
                  <a:cubicBezTo>
                    <a:pt x="2026" y="1348"/>
                    <a:pt x="2408" y="1197"/>
                    <a:pt x="2796" y="1197"/>
                  </a:cubicBezTo>
                  <a:close/>
                  <a:moveTo>
                    <a:pt x="2794" y="1"/>
                  </a:moveTo>
                  <a:cubicBezTo>
                    <a:pt x="2254" y="1"/>
                    <a:pt x="1717" y="163"/>
                    <a:pt x="1258" y="484"/>
                  </a:cubicBezTo>
                  <a:cubicBezTo>
                    <a:pt x="436" y="1055"/>
                    <a:pt x="1" y="2037"/>
                    <a:pt x="127" y="3030"/>
                  </a:cubicBezTo>
                  <a:cubicBezTo>
                    <a:pt x="255" y="4023"/>
                    <a:pt x="923" y="4863"/>
                    <a:pt x="1862" y="5211"/>
                  </a:cubicBezTo>
                  <a:lnTo>
                    <a:pt x="1862" y="6705"/>
                  </a:lnTo>
                  <a:lnTo>
                    <a:pt x="1048" y="6705"/>
                  </a:lnTo>
                  <a:lnTo>
                    <a:pt x="2704" y="8801"/>
                  </a:lnTo>
                  <a:lnTo>
                    <a:pt x="4360" y="6705"/>
                  </a:lnTo>
                  <a:lnTo>
                    <a:pt x="3545" y="6705"/>
                  </a:lnTo>
                  <a:lnTo>
                    <a:pt x="3545" y="5270"/>
                  </a:lnTo>
                  <a:cubicBezTo>
                    <a:pt x="4693" y="4935"/>
                    <a:pt x="5484" y="3883"/>
                    <a:pt x="5484" y="2689"/>
                  </a:cubicBezTo>
                  <a:cubicBezTo>
                    <a:pt x="5482" y="1688"/>
                    <a:pt x="4927" y="769"/>
                    <a:pt x="4039" y="306"/>
                  </a:cubicBezTo>
                  <a:cubicBezTo>
                    <a:pt x="3647" y="102"/>
                    <a:pt x="3220" y="1"/>
                    <a:pt x="279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p71"/>
            <p:cNvSpPr/>
            <p:nvPr/>
          </p:nvSpPr>
          <p:spPr>
            <a:xfrm>
              <a:off x="7792387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61" y="4601"/>
                  </a:moveTo>
                  <a:cubicBezTo>
                    <a:pt x="3053" y="4601"/>
                    <a:pt x="3247" y="4638"/>
                    <a:pt x="3431" y="4715"/>
                  </a:cubicBezTo>
                  <a:cubicBezTo>
                    <a:pt x="3988" y="4945"/>
                    <a:pt x="4351" y="5488"/>
                    <a:pt x="4351" y="6092"/>
                  </a:cubicBezTo>
                  <a:cubicBezTo>
                    <a:pt x="4350" y="6915"/>
                    <a:pt x="3684" y="7581"/>
                    <a:pt x="2861" y="7583"/>
                  </a:cubicBezTo>
                  <a:cubicBezTo>
                    <a:pt x="2259" y="7583"/>
                    <a:pt x="1714" y="7219"/>
                    <a:pt x="1483" y="6662"/>
                  </a:cubicBezTo>
                  <a:cubicBezTo>
                    <a:pt x="1253" y="6105"/>
                    <a:pt x="1381" y="5464"/>
                    <a:pt x="1807" y="5038"/>
                  </a:cubicBezTo>
                  <a:cubicBezTo>
                    <a:pt x="2092" y="4752"/>
                    <a:pt x="2473" y="4601"/>
                    <a:pt x="2861" y="4601"/>
                  </a:cubicBezTo>
                  <a:close/>
                  <a:moveTo>
                    <a:pt x="2870" y="0"/>
                  </a:moveTo>
                  <a:lnTo>
                    <a:pt x="1214" y="2097"/>
                  </a:lnTo>
                  <a:lnTo>
                    <a:pt x="2028" y="2097"/>
                  </a:lnTo>
                  <a:lnTo>
                    <a:pt x="2028" y="3536"/>
                  </a:lnTo>
                  <a:cubicBezTo>
                    <a:pt x="773" y="3944"/>
                    <a:pt x="1" y="5205"/>
                    <a:pt x="204" y="6508"/>
                  </a:cubicBezTo>
                  <a:cubicBezTo>
                    <a:pt x="409" y="7813"/>
                    <a:pt x="1532" y="8776"/>
                    <a:pt x="2851" y="8779"/>
                  </a:cubicBezTo>
                  <a:cubicBezTo>
                    <a:pt x="2854" y="8779"/>
                    <a:pt x="2858" y="8779"/>
                    <a:pt x="2861" y="8779"/>
                  </a:cubicBezTo>
                  <a:cubicBezTo>
                    <a:pt x="4178" y="8779"/>
                    <a:pt x="5300" y="7828"/>
                    <a:pt x="5514" y="6527"/>
                  </a:cubicBezTo>
                  <a:cubicBezTo>
                    <a:pt x="5729" y="5225"/>
                    <a:pt x="4965" y="3959"/>
                    <a:pt x="3713" y="3543"/>
                  </a:cubicBezTo>
                  <a:lnTo>
                    <a:pt x="3713" y="2097"/>
                  </a:lnTo>
                  <a:lnTo>
                    <a:pt x="4526" y="2097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7" name="Google Shape;4137;p71"/>
            <p:cNvSpPr/>
            <p:nvPr/>
          </p:nvSpPr>
          <p:spPr>
            <a:xfrm>
              <a:off x="8090150" y="2673789"/>
              <a:ext cx="225857" cy="361517"/>
            </a:xfrm>
            <a:custGeom>
              <a:avLst/>
              <a:gdLst/>
              <a:ahLst/>
              <a:cxnLst/>
              <a:rect l="l" t="t" r="r" b="b"/>
              <a:pathLst>
                <a:path w="5500" h="8803" extrusionOk="0">
                  <a:moveTo>
                    <a:pt x="2811" y="1198"/>
                  </a:moveTo>
                  <a:cubicBezTo>
                    <a:pt x="3003" y="1198"/>
                    <a:pt x="3197" y="1235"/>
                    <a:pt x="3381" y="1311"/>
                  </a:cubicBezTo>
                  <a:cubicBezTo>
                    <a:pt x="3938" y="1543"/>
                    <a:pt x="4302" y="2086"/>
                    <a:pt x="4302" y="2690"/>
                  </a:cubicBezTo>
                  <a:cubicBezTo>
                    <a:pt x="4300" y="3513"/>
                    <a:pt x="3634" y="4179"/>
                    <a:pt x="2811" y="4181"/>
                  </a:cubicBezTo>
                  <a:cubicBezTo>
                    <a:pt x="2209" y="4181"/>
                    <a:pt x="1664" y="3817"/>
                    <a:pt x="1434" y="3260"/>
                  </a:cubicBezTo>
                  <a:cubicBezTo>
                    <a:pt x="1203" y="2703"/>
                    <a:pt x="1330" y="2062"/>
                    <a:pt x="1757" y="1635"/>
                  </a:cubicBezTo>
                  <a:cubicBezTo>
                    <a:pt x="2042" y="1349"/>
                    <a:pt x="2423" y="1198"/>
                    <a:pt x="2811" y="1198"/>
                  </a:cubicBezTo>
                  <a:close/>
                  <a:moveTo>
                    <a:pt x="2812" y="1"/>
                  </a:moveTo>
                  <a:cubicBezTo>
                    <a:pt x="2257" y="1"/>
                    <a:pt x="1706" y="172"/>
                    <a:pt x="1238" y="509"/>
                  </a:cubicBezTo>
                  <a:cubicBezTo>
                    <a:pt x="420" y="1098"/>
                    <a:pt x="1" y="2097"/>
                    <a:pt x="154" y="3095"/>
                  </a:cubicBezTo>
                  <a:cubicBezTo>
                    <a:pt x="306" y="4093"/>
                    <a:pt x="1005" y="4920"/>
                    <a:pt x="1962" y="5239"/>
                  </a:cubicBezTo>
                  <a:lnTo>
                    <a:pt x="1962" y="6706"/>
                  </a:lnTo>
                  <a:lnTo>
                    <a:pt x="1149" y="6706"/>
                  </a:lnTo>
                  <a:lnTo>
                    <a:pt x="2804" y="8802"/>
                  </a:lnTo>
                  <a:lnTo>
                    <a:pt x="4460" y="6706"/>
                  </a:lnTo>
                  <a:lnTo>
                    <a:pt x="3645" y="6706"/>
                  </a:lnTo>
                  <a:lnTo>
                    <a:pt x="3645" y="5244"/>
                  </a:lnTo>
                  <a:cubicBezTo>
                    <a:pt x="4750" y="4882"/>
                    <a:pt x="5499" y="3852"/>
                    <a:pt x="5499" y="2690"/>
                  </a:cubicBezTo>
                  <a:cubicBezTo>
                    <a:pt x="5499" y="1679"/>
                    <a:pt x="4934" y="755"/>
                    <a:pt x="4036" y="296"/>
                  </a:cubicBezTo>
                  <a:cubicBezTo>
                    <a:pt x="3650" y="98"/>
                    <a:pt x="3230" y="1"/>
                    <a:pt x="28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38" name="Google Shape;4138;p71"/>
          <p:cNvGrpSpPr/>
          <p:nvPr/>
        </p:nvGrpSpPr>
        <p:grpSpPr>
          <a:xfrm>
            <a:off x="4585254" y="4201564"/>
            <a:ext cx="2157301" cy="462155"/>
            <a:chOff x="1808063" y="4294338"/>
            <a:chExt cx="3370782" cy="721817"/>
          </a:xfrm>
        </p:grpSpPr>
        <p:sp>
          <p:nvSpPr>
            <p:cNvPr id="4139" name="Google Shape;4139;p71"/>
            <p:cNvSpPr/>
            <p:nvPr/>
          </p:nvSpPr>
          <p:spPr>
            <a:xfrm>
              <a:off x="1906300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0" name="Google Shape;4140;p71"/>
            <p:cNvSpPr/>
            <p:nvPr/>
          </p:nvSpPr>
          <p:spPr>
            <a:xfrm>
              <a:off x="379503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p71"/>
            <p:cNvSpPr/>
            <p:nvPr/>
          </p:nvSpPr>
          <p:spPr>
            <a:xfrm>
              <a:off x="3133137" y="4294338"/>
              <a:ext cx="721729" cy="360865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2" name="Google Shape;4142;p71"/>
            <p:cNvSpPr/>
            <p:nvPr/>
          </p:nvSpPr>
          <p:spPr>
            <a:xfrm>
              <a:off x="1808063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71"/>
            <p:cNvSpPr/>
            <p:nvPr/>
          </p:nvSpPr>
          <p:spPr>
            <a:xfrm>
              <a:off x="247096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p71"/>
            <p:cNvSpPr/>
            <p:nvPr/>
          </p:nvSpPr>
          <p:spPr>
            <a:xfrm>
              <a:off x="4456385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p71"/>
            <p:cNvSpPr/>
            <p:nvPr/>
          </p:nvSpPr>
          <p:spPr>
            <a:xfrm>
              <a:off x="2568813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71"/>
            <p:cNvSpPr/>
            <p:nvPr/>
          </p:nvSpPr>
          <p:spPr>
            <a:xfrm>
              <a:off x="3231883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71"/>
            <p:cNvSpPr/>
            <p:nvPr/>
          </p:nvSpPr>
          <p:spPr>
            <a:xfrm>
              <a:off x="3894395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p71"/>
            <p:cNvSpPr/>
            <p:nvPr/>
          </p:nvSpPr>
          <p:spPr>
            <a:xfrm>
              <a:off x="4560958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49" name="Google Shape;4149;p71"/>
          <p:cNvGrpSpPr/>
          <p:nvPr/>
        </p:nvGrpSpPr>
        <p:grpSpPr>
          <a:xfrm>
            <a:off x="7019915" y="5090565"/>
            <a:ext cx="1889423" cy="467473"/>
            <a:chOff x="4234950" y="2101012"/>
            <a:chExt cx="4219974" cy="1044090"/>
          </a:xfrm>
        </p:grpSpPr>
        <p:sp>
          <p:nvSpPr>
            <p:cNvPr id="4150" name="Google Shape;4150;p71"/>
            <p:cNvSpPr/>
            <p:nvPr/>
          </p:nvSpPr>
          <p:spPr>
            <a:xfrm rot="10800000">
              <a:off x="7528544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p71"/>
            <p:cNvSpPr/>
            <p:nvPr/>
          </p:nvSpPr>
          <p:spPr>
            <a:xfrm rot="10800000">
              <a:off x="6487595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926" y="34892"/>
                  </a:lnTo>
                  <a:lnTo>
                    <a:pt x="34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p71"/>
            <p:cNvSpPr/>
            <p:nvPr/>
          </p:nvSpPr>
          <p:spPr>
            <a:xfrm rot="10800000">
              <a:off x="5430819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0" y="1"/>
                  </a:moveTo>
                  <a:lnTo>
                    <a:pt x="0" y="34892"/>
                  </a:lnTo>
                  <a:lnTo>
                    <a:pt x="34925" y="34892"/>
                  </a:lnTo>
                  <a:lnTo>
                    <a:pt x="34925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p71"/>
            <p:cNvSpPr/>
            <p:nvPr/>
          </p:nvSpPr>
          <p:spPr>
            <a:xfrm rot="10800000">
              <a:off x="4374848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p71"/>
            <p:cNvSpPr/>
            <p:nvPr/>
          </p:nvSpPr>
          <p:spPr>
            <a:xfrm rot="10800000">
              <a:off x="7410780" y="2622683"/>
              <a:ext cx="1044144" cy="522420"/>
            </a:xfrm>
            <a:custGeom>
              <a:avLst/>
              <a:gdLst/>
              <a:ahLst/>
              <a:cxnLst/>
              <a:rect l="l" t="t" r="r" b="b"/>
              <a:pathLst>
                <a:path w="44066" h="22050" fill="none" extrusionOk="0">
                  <a:moveTo>
                    <a:pt x="1" y="22050"/>
                  </a:moveTo>
                  <a:cubicBezTo>
                    <a:pt x="1" y="9874"/>
                    <a:pt x="9874" y="1"/>
                    <a:pt x="22050" y="1"/>
                  </a:cubicBezTo>
                  <a:cubicBezTo>
                    <a:pt x="34192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435D74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5" name="Google Shape;4155;p71"/>
            <p:cNvSpPr/>
            <p:nvPr/>
          </p:nvSpPr>
          <p:spPr>
            <a:xfrm rot="10800000">
              <a:off x="6366656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5" y="1"/>
                  </a:moveTo>
                  <a:cubicBezTo>
                    <a:pt x="44065" y="12176"/>
                    <a:pt x="34191" y="22016"/>
                    <a:pt x="22049" y="22016"/>
                  </a:cubicBezTo>
                  <a:cubicBezTo>
                    <a:pt x="9874" y="22016"/>
                    <a:pt x="0" y="12176"/>
                    <a:pt x="0" y="1"/>
                  </a:cubicBezTo>
                </a:path>
              </a:pathLst>
            </a:custGeom>
            <a:noFill/>
            <a:ln w="20850" cap="rnd" cmpd="sng">
              <a:solidFill>
                <a:srgbClr val="5F7D95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6" name="Google Shape;4156;p71"/>
            <p:cNvSpPr/>
            <p:nvPr/>
          </p:nvSpPr>
          <p:spPr>
            <a:xfrm rot="10800000">
              <a:off x="5322557" y="2622683"/>
              <a:ext cx="1044120" cy="522420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869FB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p71"/>
            <p:cNvSpPr/>
            <p:nvPr/>
          </p:nvSpPr>
          <p:spPr>
            <a:xfrm rot="10800000">
              <a:off x="4278434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noFill/>
            <a:ln w="20850" cap="rnd" cmpd="sng">
              <a:solidFill>
                <a:srgbClr val="BAC8D3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8" name="Google Shape;4158;p71"/>
            <p:cNvSpPr/>
            <p:nvPr/>
          </p:nvSpPr>
          <p:spPr>
            <a:xfrm rot="10800000">
              <a:off x="7367296" y="2570459"/>
              <a:ext cx="86984" cy="86975"/>
            </a:xfrm>
            <a:custGeom>
              <a:avLst/>
              <a:gdLst/>
              <a:ahLst/>
              <a:cxnLst/>
              <a:rect l="l" t="t" r="r" b="b"/>
              <a:pathLst>
                <a:path w="3671" h="3671" extrusionOk="0">
                  <a:moveTo>
                    <a:pt x="1835" y="1"/>
                  </a:moveTo>
                  <a:cubicBezTo>
                    <a:pt x="835" y="1"/>
                    <a:pt x="1" y="835"/>
                    <a:pt x="1" y="1836"/>
                  </a:cubicBezTo>
                  <a:cubicBezTo>
                    <a:pt x="1" y="2870"/>
                    <a:pt x="835" y="3670"/>
                    <a:pt x="1835" y="3670"/>
                  </a:cubicBezTo>
                  <a:cubicBezTo>
                    <a:pt x="2869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71"/>
            <p:cNvSpPr/>
            <p:nvPr/>
          </p:nvSpPr>
          <p:spPr>
            <a:xfrm rot="10800000">
              <a:off x="6323197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1" y="835"/>
                    <a:pt x="1" y="1836"/>
                  </a:cubicBezTo>
                  <a:cubicBezTo>
                    <a:pt x="1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69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0" name="Google Shape;4160;p71"/>
            <p:cNvSpPr/>
            <p:nvPr/>
          </p:nvSpPr>
          <p:spPr>
            <a:xfrm rot="10800000">
              <a:off x="5279073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1" name="Google Shape;4161;p71"/>
            <p:cNvSpPr/>
            <p:nvPr/>
          </p:nvSpPr>
          <p:spPr>
            <a:xfrm rot="10800000">
              <a:off x="4234950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69" y="2870"/>
                    <a:pt x="3669" y="1836"/>
                  </a:cubicBezTo>
                  <a:cubicBezTo>
                    <a:pt x="3669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2" name="Google Shape;4162;p71"/>
            <p:cNvSpPr/>
            <p:nvPr/>
          </p:nvSpPr>
          <p:spPr>
            <a:xfrm rot="10800000">
              <a:off x="7541197" y="2231460"/>
              <a:ext cx="801483" cy="800617"/>
            </a:xfrm>
            <a:custGeom>
              <a:avLst/>
              <a:gdLst/>
              <a:ahLst/>
              <a:cxnLst/>
              <a:rect l="l" t="t" r="r" b="b"/>
              <a:pathLst>
                <a:path w="33825" h="33792" extrusionOk="0">
                  <a:moveTo>
                    <a:pt x="16912" y="1835"/>
                  </a:move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lose/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824" y="26219"/>
                    <a:pt x="33824" y="16879"/>
                  </a:cubicBezTo>
                  <a:cubicBezTo>
                    <a:pt x="33824" y="7539"/>
                    <a:pt x="26252" y="1"/>
                    <a:pt x="16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3" name="Google Shape;4163;p71"/>
            <p:cNvSpPr/>
            <p:nvPr/>
          </p:nvSpPr>
          <p:spPr>
            <a:xfrm rot="10800000">
              <a:off x="6488377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7" y="31923"/>
                    <a:pt x="1868" y="25185"/>
                    <a:pt x="1868" y="16879"/>
                  </a:cubicBezTo>
                  <a:cubicBezTo>
                    <a:pt x="1868" y="8573"/>
                    <a:pt x="8607" y="1835"/>
                    <a:pt x="16912" y="1835"/>
                  </a:cubicBezTo>
                  <a:cubicBezTo>
                    <a:pt x="25218" y="1835"/>
                    <a:pt x="31957" y="8573"/>
                    <a:pt x="31957" y="16879"/>
                  </a:cubicBezTo>
                  <a:cubicBezTo>
                    <a:pt x="31957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4" name="Google Shape;4164;p71"/>
            <p:cNvSpPr/>
            <p:nvPr/>
          </p:nvSpPr>
          <p:spPr>
            <a:xfrm rot="10800000">
              <a:off x="5434776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879" y="1"/>
                  </a:moveTo>
                  <a:cubicBezTo>
                    <a:pt x="7539" y="1"/>
                    <a:pt x="0" y="7539"/>
                    <a:pt x="0" y="16879"/>
                  </a:cubicBezTo>
                  <a:cubicBezTo>
                    <a:pt x="0" y="26219"/>
                    <a:pt x="7539" y="33791"/>
                    <a:pt x="16879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19" y="1"/>
                    <a:pt x="16879" y="1"/>
                  </a:cubicBezTo>
                  <a:close/>
                  <a:moveTo>
                    <a:pt x="16879" y="31923"/>
                  </a:moveTo>
                  <a:cubicBezTo>
                    <a:pt x="8573" y="31923"/>
                    <a:pt x="1835" y="25185"/>
                    <a:pt x="1835" y="16879"/>
                  </a:cubicBezTo>
                  <a:cubicBezTo>
                    <a:pt x="1835" y="8573"/>
                    <a:pt x="8573" y="1835"/>
                    <a:pt x="16879" y="1835"/>
                  </a:cubicBezTo>
                  <a:cubicBezTo>
                    <a:pt x="25185" y="1835"/>
                    <a:pt x="31923" y="8573"/>
                    <a:pt x="31923" y="16879"/>
                  </a:cubicBezTo>
                  <a:cubicBezTo>
                    <a:pt x="31923" y="25185"/>
                    <a:pt x="25185" y="31923"/>
                    <a:pt x="16879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p71"/>
            <p:cNvSpPr/>
            <p:nvPr/>
          </p:nvSpPr>
          <p:spPr>
            <a:xfrm rot="10800000">
              <a:off x="4381980" y="2231460"/>
              <a:ext cx="800678" cy="800617"/>
            </a:xfrm>
            <a:custGeom>
              <a:avLst/>
              <a:gdLst/>
              <a:ahLst/>
              <a:cxnLst/>
              <a:rect l="l" t="t" r="r" b="b"/>
              <a:pathLst>
                <a:path w="33791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66" name="Google Shape;4166;p71"/>
          <p:cNvGrpSpPr/>
          <p:nvPr/>
        </p:nvGrpSpPr>
        <p:grpSpPr>
          <a:xfrm>
            <a:off x="9120545" y="2411576"/>
            <a:ext cx="2115103" cy="495409"/>
            <a:chOff x="1247650" y="2075423"/>
            <a:chExt cx="6648477" cy="1557238"/>
          </a:xfrm>
        </p:grpSpPr>
        <p:sp>
          <p:nvSpPr>
            <p:cNvPr id="4167" name="Google Shape;4167;p71"/>
            <p:cNvSpPr/>
            <p:nvPr/>
          </p:nvSpPr>
          <p:spPr>
            <a:xfrm>
              <a:off x="6633862" y="2075423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71"/>
            <p:cNvSpPr/>
            <p:nvPr/>
          </p:nvSpPr>
          <p:spPr>
            <a:xfrm>
              <a:off x="5359252" y="2806965"/>
              <a:ext cx="953461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71"/>
            <p:cNvSpPr/>
            <p:nvPr/>
          </p:nvSpPr>
          <p:spPr>
            <a:xfrm>
              <a:off x="1601478" y="2075425"/>
              <a:ext cx="953316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71"/>
            <p:cNvSpPr/>
            <p:nvPr/>
          </p:nvSpPr>
          <p:spPr>
            <a:xfrm>
              <a:off x="2857827" y="2807112"/>
              <a:ext cx="953370" cy="825320"/>
            </a:xfrm>
            <a:custGeom>
              <a:avLst/>
              <a:gdLst/>
              <a:ahLst/>
              <a:cxnLst/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1" name="Google Shape;4171;p71"/>
            <p:cNvSpPr/>
            <p:nvPr/>
          </p:nvSpPr>
          <p:spPr>
            <a:xfrm>
              <a:off x="4097386" y="2075425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2" name="Google Shape;4172;p71"/>
            <p:cNvSpPr/>
            <p:nvPr/>
          </p:nvSpPr>
          <p:spPr>
            <a:xfrm>
              <a:off x="1247650" y="2490334"/>
              <a:ext cx="6648477" cy="729445"/>
            </a:xfrm>
            <a:custGeom>
              <a:avLst/>
              <a:gdLst/>
              <a:ahLst/>
              <a:cxnLst/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solidFill>
              <a:srgbClr val="191919"/>
            </a:solidFill>
            <a:ln w="19050" cap="flat" cmpd="sng">
              <a:solidFill>
                <a:srgbClr val="869FB2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73" name="Google Shape;4173;p71"/>
          <p:cNvGrpSpPr/>
          <p:nvPr/>
        </p:nvGrpSpPr>
        <p:grpSpPr>
          <a:xfrm>
            <a:off x="7028905" y="1282494"/>
            <a:ext cx="1887468" cy="2198044"/>
            <a:chOff x="1839112" y="2209163"/>
            <a:chExt cx="1918159" cy="2233784"/>
          </a:xfrm>
        </p:grpSpPr>
        <p:sp>
          <p:nvSpPr>
            <p:cNvPr id="4174" name="Google Shape;4174;p71"/>
            <p:cNvSpPr/>
            <p:nvPr/>
          </p:nvSpPr>
          <p:spPr>
            <a:xfrm>
              <a:off x="1839112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p71"/>
            <p:cNvSpPr/>
            <p:nvPr/>
          </p:nvSpPr>
          <p:spPr>
            <a:xfrm>
              <a:off x="3182171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p71"/>
            <p:cNvSpPr/>
            <p:nvPr/>
          </p:nvSpPr>
          <p:spPr>
            <a:xfrm>
              <a:off x="3182171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77" name="Google Shape;4177;p71"/>
            <p:cNvCxnSpPr>
              <a:stCxn id="4174" idx="6"/>
              <a:endCxn id="4175" idx="2"/>
            </p:cNvCxnSpPr>
            <p:nvPr/>
          </p:nvCxnSpPr>
          <p:spPr>
            <a:xfrm>
              <a:off x="2414212" y="2496713"/>
              <a:ext cx="7680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8" name="Google Shape;4178;p71"/>
            <p:cNvCxnSpPr>
              <a:stCxn id="4175" idx="4"/>
              <a:endCxn id="4179" idx="0"/>
            </p:cNvCxnSpPr>
            <p:nvPr/>
          </p:nvCxnSpPr>
          <p:spPr>
            <a:xfrm rot="5400000">
              <a:off x="2669921" y="2240963"/>
              <a:ext cx="256500" cy="1343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0" name="Google Shape;4180;p71"/>
            <p:cNvCxnSpPr>
              <a:stCxn id="4179" idx="6"/>
              <a:endCxn id="4176" idx="2"/>
            </p:cNvCxnSpPr>
            <p:nvPr/>
          </p:nvCxnSpPr>
          <p:spPr>
            <a:xfrm>
              <a:off x="2414212" y="3328316"/>
              <a:ext cx="7680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1" name="Google Shape;4181;p71"/>
            <p:cNvCxnSpPr>
              <a:stCxn id="4176" idx="4"/>
              <a:endCxn id="4182" idx="0"/>
            </p:cNvCxnSpPr>
            <p:nvPr/>
          </p:nvCxnSpPr>
          <p:spPr>
            <a:xfrm rot="5400000">
              <a:off x="2672171" y="3070316"/>
              <a:ext cx="252000" cy="13431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79" name="Google Shape;4179;p71"/>
            <p:cNvSpPr/>
            <p:nvPr/>
          </p:nvSpPr>
          <p:spPr>
            <a:xfrm>
              <a:off x="1839112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71"/>
            <p:cNvSpPr/>
            <p:nvPr/>
          </p:nvSpPr>
          <p:spPr>
            <a:xfrm>
              <a:off x="1839112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71"/>
            <p:cNvSpPr/>
            <p:nvPr/>
          </p:nvSpPr>
          <p:spPr>
            <a:xfrm>
              <a:off x="3182171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84" name="Google Shape;4184;p71"/>
            <p:cNvCxnSpPr>
              <a:endCxn id="4183" idx="2"/>
            </p:cNvCxnSpPr>
            <p:nvPr/>
          </p:nvCxnSpPr>
          <p:spPr>
            <a:xfrm>
              <a:off x="2413871" y="4154498"/>
              <a:ext cx="768300" cy="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85" name="Google Shape;4185;p71"/>
          <p:cNvGrpSpPr/>
          <p:nvPr/>
        </p:nvGrpSpPr>
        <p:grpSpPr>
          <a:xfrm>
            <a:off x="4571926" y="1306606"/>
            <a:ext cx="2183957" cy="206589"/>
            <a:chOff x="238125" y="2506075"/>
            <a:chExt cx="7115411" cy="673075"/>
          </a:xfrm>
        </p:grpSpPr>
        <p:sp>
          <p:nvSpPr>
            <p:cNvPr id="4186" name="Google Shape;4186;p71"/>
            <p:cNvSpPr/>
            <p:nvPr/>
          </p:nvSpPr>
          <p:spPr>
            <a:xfrm>
              <a:off x="238125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71"/>
            <p:cNvSpPr/>
            <p:nvPr/>
          </p:nvSpPr>
          <p:spPr>
            <a:xfrm>
              <a:off x="1606190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71"/>
            <p:cNvSpPr/>
            <p:nvPr/>
          </p:nvSpPr>
          <p:spPr>
            <a:xfrm>
              <a:off x="297348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p71"/>
            <p:cNvSpPr/>
            <p:nvPr/>
          </p:nvSpPr>
          <p:spPr>
            <a:xfrm>
              <a:off x="570961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71"/>
            <p:cNvSpPr/>
            <p:nvPr/>
          </p:nvSpPr>
          <p:spPr>
            <a:xfrm>
              <a:off x="4342321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91" name="Google Shape;4191;p71"/>
          <p:cNvGrpSpPr/>
          <p:nvPr/>
        </p:nvGrpSpPr>
        <p:grpSpPr>
          <a:xfrm>
            <a:off x="2626240" y="1726229"/>
            <a:ext cx="1683909" cy="1047211"/>
            <a:chOff x="548861" y="389676"/>
            <a:chExt cx="3843371" cy="2390163"/>
          </a:xfrm>
        </p:grpSpPr>
        <p:cxnSp>
          <p:nvCxnSpPr>
            <p:cNvPr id="4192" name="Google Shape;4192;p71"/>
            <p:cNvCxnSpPr/>
            <p:nvPr/>
          </p:nvCxnSpPr>
          <p:spPr>
            <a:xfrm rot="10800000" flipH="1">
              <a:off x="3486925" y="1918250"/>
              <a:ext cx="742200" cy="690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3" name="Google Shape;4193;p71"/>
            <p:cNvCxnSpPr/>
            <p:nvPr/>
          </p:nvCxnSpPr>
          <p:spPr>
            <a:xfrm rot="-5400000" flipH="1">
              <a:off x="3486925" y="577350"/>
              <a:ext cx="650100" cy="65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4" name="Google Shape;4194;p71"/>
            <p:cNvCxnSpPr/>
            <p:nvPr/>
          </p:nvCxnSpPr>
          <p:spPr>
            <a:xfrm>
              <a:off x="2725450" y="576000"/>
              <a:ext cx="14106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5" name="Google Shape;4195;p71"/>
            <p:cNvCxnSpPr/>
            <p:nvPr/>
          </p:nvCxnSpPr>
          <p:spPr>
            <a:xfrm rot="10800000" flipH="1">
              <a:off x="756500" y="577975"/>
              <a:ext cx="1705500" cy="1049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6" name="Google Shape;4196;p71"/>
            <p:cNvCxnSpPr/>
            <p:nvPr/>
          </p:nvCxnSpPr>
          <p:spPr>
            <a:xfrm>
              <a:off x="760067" y="1625791"/>
              <a:ext cx="1689000" cy="974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97" name="Google Shape;4197;p71"/>
            <p:cNvSpPr/>
            <p:nvPr/>
          </p:nvSpPr>
          <p:spPr>
            <a:xfrm>
              <a:off x="548861" y="1338125"/>
              <a:ext cx="502050" cy="502875"/>
            </a:xfrm>
            <a:custGeom>
              <a:avLst/>
              <a:gdLst/>
              <a:ahLst/>
              <a:cxnLst/>
              <a:rect l="l" t="t" r="r" b="b"/>
              <a:pathLst>
                <a:path w="20082" h="20115" extrusionOk="0">
                  <a:moveTo>
                    <a:pt x="10041" y="1"/>
                  </a:moveTo>
                  <a:cubicBezTo>
                    <a:pt x="4503" y="1"/>
                    <a:pt x="0" y="4504"/>
                    <a:pt x="0" y="10041"/>
                  </a:cubicBezTo>
                  <a:cubicBezTo>
                    <a:pt x="0" y="15612"/>
                    <a:pt x="4503" y="20115"/>
                    <a:pt x="10041" y="20115"/>
                  </a:cubicBezTo>
                  <a:cubicBezTo>
                    <a:pt x="15578" y="20115"/>
                    <a:pt x="20081" y="15612"/>
                    <a:pt x="20081" y="10041"/>
                  </a:cubicBezTo>
                  <a:cubicBezTo>
                    <a:pt x="20081" y="4504"/>
                    <a:pt x="15578" y="1"/>
                    <a:pt x="1004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98" name="Google Shape;4198;p71"/>
            <p:cNvCxnSpPr/>
            <p:nvPr/>
          </p:nvCxnSpPr>
          <p:spPr>
            <a:xfrm>
              <a:off x="2725450" y="2609025"/>
              <a:ext cx="14160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99" name="Google Shape;4199;p71"/>
            <p:cNvSpPr/>
            <p:nvPr/>
          </p:nvSpPr>
          <p:spPr>
            <a:xfrm>
              <a:off x="4095707" y="1083398"/>
              <a:ext cx="289400" cy="268650"/>
            </a:xfrm>
            <a:custGeom>
              <a:avLst/>
              <a:gdLst/>
              <a:ahLst/>
              <a:cxnLst/>
              <a:rect l="l" t="t" r="r" b="b"/>
              <a:pathLst>
                <a:path w="11576" h="10746" extrusionOk="0">
                  <a:moveTo>
                    <a:pt x="5775" y="1"/>
                  </a:moveTo>
                  <a:cubicBezTo>
                    <a:pt x="3179" y="1"/>
                    <a:pt x="889" y="1860"/>
                    <a:pt x="468" y="4506"/>
                  </a:cubicBezTo>
                  <a:cubicBezTo>
                    <a:pt x="1" y="7441"/>
                    <a:pt x="2002" y="10210"/>
                    <a:pt x="4904" y="10677"/>
                  </a:cubicBezTo>
                  <a:cubicBezTo>
                    <a:pt x="5194" y="10723"/>
                    <a:pt x="5483" y="10745"/>
                    <a:pt x="5768" y="10745"/>
                  </a:cubicBezTo>
                  <a:cubicBezTo>
                    <a:pt x="8364" y="10745"/>
                    <a:pt x="10655" y="8886"/>
                    <a:pt x="11075" y="6240"/>
                  </a:cubicBezTo>
                  <a:cubicBezTo>
                    <a:pt x="11576" y="3305"/>
                    <a:pt x="9574" y="536"/>
                    <a:pt x="6639" y="69"/>
                  </a:cubicBezTo>
                  <a:cubicBezTo>
                    <a:pt x="6349" y="23"/>
                    <a:pt x="6060" y="1"/>
                    <a:pt x="57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p71"/>
            <p:cNvSpPr/>
            <p:nvPr/>
          </p:nvSpPr>
          <p:spPr>
            <a:xfrm>
              <a:off x="2421967" y="389676"/>
              <a:ext cx="383625" cy="371825"/>
            </a:xfrm>
            <a:custGeom>
              <a:avLst/>
              <a:gdLst/>
              <a:ahLst/>
              <a:cxnLst/>
              <a:rect l="l" t="t" r="r" b="b"/>
              <a:pathLst>
                <a:path w="15345" h="14873" extrusionOk="0">
                  <a:moveTo>
                    <a:pt x="7692" y="1"/>
                  </a:moveTo>
                  <a:cubicBezTo>
                    <a:pt x="7531" y="1"/>
                    <a:pt x="7369" y="6"/>
                    <a:pt x="7206" y="16"/>
                  </a:cubicBezTo>
                  <a:cubicBezTo>
                    <a:pt x="3136" y="283"/>
                    <a:pt x="0" y="3786"/>
                    <a:pt x="267" y="7889"/>
                  </a:cubicBezTo>
                  <a:cubicBezTo>
                    <a:pt x="493" y="11846"/>
                    <a:pt x="3790" y="14873"/>
                    <a:pt x="7706" y="14873"/>
                  </a:cubicBezTo>
                  <a:cubicBezTo>
                    <a:pt x="7850" y="14873"/>
                    <a:pt x="7994" y="14869"/>
                    <a:pt x="8140" y="14860"/>
                  </a:cubicBezTo>
                  <a:cubicBezTo>
                    <a:pt x="12243" y="14594"/>
                    <a:pt x="15345" y="11058"/>
                    <a:pt x="15111" y="6988"/>
                  </a:cubicBezTo>
                  <a:cubicBezTo>
                    <a:pt x="14855" y="3048"/>
                    <a:pt x="11585" y="1"/>
                    <a:pt x="769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p71"/>
            <p:cNvSpPr/>
            <p:nvPr/>
          </p:nvSpPr>
          <p:spPr>
            <a:xfrm>
              <a:off x="4095707" y="426309"/>
              <a:ext cx="289400" cy="268850"/>
            </a:xfrm>
            <a:custGeom>
              <a:avLst/>
              <a:gdLst/>
              <a:ahLst/>
              <a:cxnLst/>
              <a:rect l="l" t="t" r="r" b="b"/>
              <a:pathLst>
                <a:path w="11576" h="10754" extrusionOk="0">
                  <a:moveTo>
                    <a:pt x="5736" y="0"/>
                  </a:moveTo>
                  <a:cubicBezTo>
                    <a:pt x="3156" y="0"/>
                    <a:pt x="887" y="1881"/>
                    <a:pt x="468" y="4513"/>
                  </a:cubicBezTo>
                  <a:cubicBezTo>
                    <a:pt x="1" y="7449"/>
                    <a:pt x="2002" y="10218"/>
                    <a:pt x="4904" y="10685"/>
                  </a:cubicBezTo>
                  <a:cubicBezTo>
                    <a:pt x="5194" y="10731"/>
                    <a:pt x="5483" y="10753"/>
                    <a:pt x="5768" y="10753"/>
                  </a:cubicBezTo>
                  <a:cubicBezTo>
                    <a:pt x="8364" y="10753"/>
                    <a:pt x="10655" y="8893"/>
                    <a:pt x="11075" y="6248"/>
                  </a:cubicBezTo>
                  <a:cubicBezTo>
                    <a:pt x="11576" y="3313"/>
                    <a:pt x="9574" y="544"/>
                    <a:pt x="6639" y="77"/>
                  </a:cubicBezTo>
                  <a:cubicBezTo>
                    <a:pt x="6335" y="25"/>
                    <a:pt x="6034" y="0"/>
                    <a:pt x="57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p71"/>
            <p:cNvSpPr/>
            <p:nvPr/>
          </p:nvSpPr>
          <p:spPr>
            <a:xfrm>
              <a:off x="4102832" y="2474633"/>
              <a:ext cx="289400" cy="269425"/>
            </a:xfrm>
            <a:custGeom>
              <a:avLst/>
              <a:gdLst/>
              <a:ahLst/>
              <a:cxnLst/>
              <a:rect l="l" t="t" r="r" b="b"/>
              <a:pathLst>
                <a:path w="11576" h="10777" extrusionOk="0">
                  <a:moveTo>
                    <a:pt x="5787" y="0"/>
                  </a:moveTo>
                  <a:cubicBezTo>
                    <a:pt x="3185" y="0"/>
                    <a:pt x="889" y="1889"/>
                    <a:pt x="468" y="4538"/>
                  </a:cubicBezTo>
                  <a:cubicBezTo>
                    <a:pt x="1" y="7473"/>
                    <a:pt x="2002" y="10208"/>
                    <a:pt x="4938" y="10709"/>
                  </a:cubicBezTo>
                  <a:cubicBezTo>
                    <a:pt x="5221" y="10754"/>
                    <a:pt x="5503" y="10776"/>
                    <a:pt x="5781" y="10776"/>
                  </a:cubicBezTo>
                  <a:cubicBezTo>
                    <a:pt x="8358" y="10776"/>
                    <a:pt x="10654" y="8888"/>
                    <a:pt x="11075" y="6239"/>
                  </a:cubicBezTo>
                  <a:cubicBezTo>
                    <a:pt x="11576" y="3303"/>
                    <a:pt x="9574" y="535"/>
                    <a:pt x="6639" y="68"/>
                  </a:cubicBezTo>
                  <a:cubicBezTo>
                    <a:pt x="6352" y="22"/>
                    <a:pt x="6068" y="0"/>
                    <a:pt x="57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71"/>
            <p:cNvSpPr/>
            <p:nvPr/>
          </p:nvSpPr>
          <p:spPr>
            <a:xfrm>
              <a:off x="4095707" y="1772738"/>
              <a:ext cx="289400" cy="268825"/>
            </a:xfrm>
            <a:custGeom>
              <a:avLst/>
              <a:gdLst/>
              <a:ahLst/>
              <a:cxnLst/>
              <a:rect l="l" t="t" r="r" b="b"/>
              <a:pathLst>
                <a:path w="11576" h="10753" extrusionOk="0">
                  <a:moveTo>
                    <a:pt x="5786" y="1"/>
                  </a:moveTo>
                  <a:cubicBezTo>
                    <a:pt x="3185" y="1"/>
                    <a:pt x="889" y="1886"/>
                    <a:pt x="468" y="4505"/>
                  </a:cubicBezTo>
                  <a:cubicBezTo>
                    <a:pt x="1" y="7440"/>
                    <a:pt x="2002" y="10209"/>
                    <a:pt x="4904" y="10676"/>
                  </a:cubicBezTo>
                  <a:cubicBezTo>
                    <a:pt x="5208" y="10728"/>
                    <a:pt x="5509" y="10753"/>
                    <a:pt x="5807" y="10753"/>
                  </a:cubicBezTo>
                  <a:cubicBezTo>
                    <a:pt x="8387" y="10753"/>
                    <a:pt x="10657" y="8872"/>
                    <a:pt x="11075" y="6240"/>
                  </a:cubicBezTo>
                  <a:cubicBezTo>
                    <a:pt x="11576" y="3304"/>
                    <a:pt x="9574" y="535"/>
                    <a:pt x="6639" y="68"/>
                  </a:cubicBezTo>
                  <a:cubicBezTo>
                    <a:pt x="6352" y="23"/>
                    <a:pt x="6067" y="1"/>
                    <a:pt x="57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71"/>
            <p:cNvSpPr/>
            <p:nvPr/>
          </p:nvSpPr>
          <p:spPr>
            <a:xfrm>
              <a:off x="2422792" y="2408015"/>
              <a:ext cx="383650" cy="371825"/>
            </a:xfrm>
            <a:custGeom>
              <a:avLst/>
              <a:gdLst/>
              <a:ahLst/>
              <a:cxnLst/>
              <a:rect l="l" t="t" r="r" b="b"/>
              <a:pathLst>
                <a:path w="15346" h="14873" extrusionOk="0">
                  <a:moveTo>
                    <a:pt x="7697" y="0"/>
                  </a:moveTo>
                  <a:cubicBezTo>
                    <a:pt x="7535" y="0"/>
                    <a:pt x="7371" y="5"/>
                    <a:pt x="7206" y="16"/>
                  </a:cubicBezTo>
                  <a:cubicBezTo>
                    <a:pt x="3103" y="250"/>
                    <a:pt x="1" y="3785"/>
                    <a:pt x="268" y="7888"/>
                  </a:cubicBezTo>
                  <a:cubicBezTo>
                    <a:pt x="493" y="11846"/>
                    <a:pt x="3790" y="14872"/>
                    <a:pt x="7706" y="14872"/>
                  </a:cubicBezTo>
                  <a:cubicBezTo>
                    <a:pt x="7850" y="14872"/>
                    <a:pt x="7994" y="14868"/>
                    <a:pt x="8140" y="14860"/>
                  </a:cubicBezTo>
                  <a:cubicBezTo>
                    <a:pt x="12243" y="14593"/>
                    <a:pt x="15345" y="11057"/>
                    <a:pt x="15112" y="6954"/>
                  </a:cubicBezTo>
                  <a:cubicBezTo>
                    <a:pt x="14855" y="3016"/>
                    <a:pt x="11588" y="0"/>
                    <a:pt x="769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205" name="Google Shape;4205;p71"/>
          <p:cNvGrpSpPr/>
          <p:nvPr/>
        </p:nvGrpSpPr>
        <p:grpSpPr>
          <a:xfrm>
            <a:off x="1010416" y="3202067"/>
            <a:ext cx="1882739" cy="844749"/>
            <a:chOff x="1187400" y="2529299"/>
            <a:chExt cx="6769193" cy="2241903"/>
          </a:xfrm>
        </p:grpSpPr>
        <p:sp>
          <p:nvSpPr>
            <p:cNvPr id="4206" name="Google Shape;4206;p71"/>
            <p:cNvSpPr/>
            <p:nvPr/>
          </p:nvSpPr>
          <p:spPr>
            <a:xfrm>
              <a:off x="3802943" y="2529299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p71"/>
            <p:cNvSpPr/>
            <p:nvPr/>
          </p:nvSpPr>
          <p:spPr>
            <a:xfrm>
              <a:off x="5573240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8" name="Google Shape;4208;p71"/>
            <p:cNvSpPr/>
            <p:nvPr/>
          </p:nvSpPr>
          <p:spPr>
            <a:xfrm>
              <a:off x="2032647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p71"/>
            <p:cNvSpPr/>
            <p:nvPr/>
          </p:nvSpPr>
          <p:spPr>
            <a:xfrm>
              <a:off x="11874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0" name="Google Shape;4210;p71"/>
            <p:cNvSpPr/>
            <p:nvPr/>
          </p:nvSpPr>
          <p:spPr>
            <a:xfrm>
              <a:off x="28778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p71"/>
            <p:cNvSpPr/>
            <p:nvPr/>
          </p:nvSpPr>
          <p:spPr>
            <a:xfrm>
              <a:off x="47280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2" name="Google Shape;4212;p71"/>
            <p:cNvSpPr/>
            <p:nvPr/>
          </p:nvSpPr>
          <p:spPr>
            <a:xfrm>
              <a:off x="64184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213" name="Google Shape;4213;p71"/>
            <p:cNvCxnSpPr>
              <a:stCxn id="4206" idx="2"/>
              <a:endCxn id="4207" idx="0"/>
            </p:cNvCxnSpPr>
            <p:nvPr/>
          </p:nvCxnSpPr>
          <p:spPr>
            <a:xfrm rot="-5400000" flipH="1">
              <a:off x="5228543" y="2315249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4" name="Google Shape;4214;p71"/>
            <p:cNvCxnSpPr>
              <a:stCxn id="4208" idx="0"/>
              <a:endCxn id="4206" idx="2"/>
            </p:cNvCxnSpPr>
            <p:nvPr/>
          </p:nvCxnSpPr>
          <p:spPr>
            <a:xfrm rot="-5400000">
              <a:off x="3458247" y="2315250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5" name="Google Shape;4215;p71"/>
            <p:cNvCxnSpPr>
              <a:stCxn id="4208" idx="2"/>
              <a:endCxn id="4210" idx="0"/>
            </p:cNvCxnSpPr>
            <p:nvPr/>
          </p:nvCxnSpPr>
          <p:spPr>
            <a:xfrm rot="-5400000" flipH="1">
              <a:off x="2995647" y="3677550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6" name="Google Shape;4216;p71"/>
            <p:cNvCxnSpPr>
              <a:stCxn id="4209" idx="0"/>
              <a:endCxn id="4208" idx="2"/>
            </p:cNvCxnSpPr>
            <p:nvPr/>
          </p:nvCxnSpPr>
          <p:spPr>
            <a:xfrm rot="-5400000">
              <a:off x="21504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7" name="Google Shape;4217;p71"/>
            <p:cNvCxnSpPr>
              <a:stCxn id="4207" idx="2"/>
              <a:endCxn id="4212" idx="0"/>
            </p:cNvCxnSpPr>
            <p:nvPr/>
          </p:nvCxnSpPr>
          <p:spPr>
            <a:xfrm rot="-5400000" flipH="1">
              <a:off x="6536390" y="3677400"/>
              <a:ext cx="457200" cy="8454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8" name="Google Shape;4218;p71"/>
            <p:cNvCxnSpPr>
              <a:stCxn id="4211" idx="0"/>
              <a:endCxn id="4207" idx="2"/>
            </p:cNvCxnSpPr>
            <p:nvPr/>
          </p:nvCxnSpPr>
          <p:spPr>
            <a:xfrm rot="-5400000">
              <a:off x="56910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219" name="Google Shape;4219;p71"/>
          <p:cNvGrpSpPr/>
          <p:nvPr/>
        </p:nvGrpSpPr>
        <p:grpSpPr>
          <a:xfrm>
            <a:off x="9125411" y="3859011"/>
            <a:ext cx="2105380" cy="721164"/>
            <a:chOff x="6895650" y="3126697"/>
            <a:chExt cx="1436662" cy="492105"/>
          </a:xfrm>
        </p:grpSpPr>
        <p:sp>
          <p:nvSpPr>
            <p:cNvPr id="4220" name="Google Shape;4220;p71"/>
            <p:cNvSpPr/>
            <p:nvPr/>
          </p:nvSpPr>
          <p:spPr>
            <a:xfrm>
              <a:off x="715182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p71"/>
            <p:cNvSpPr/>
            <p:nvPr/>
          </p:nvSpPr>
          <p:spPr>
            <a:xfrm>
              <a:off x="766416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p71"/>
            <p:cNvSpPr/>
            <p:nvPr/>
          </p:nvSpPr>
          <p:spPr>
            <a:xfrm>
              <a:off x="6895650" y="3127761"/>
              <a:ext cx="420489" cy="212471"/>
            </a:xfrm>
            <a:custGeom>
              <a:avLst/>
              <a:gdLst/>
              <a:ahLst/>
              <a:cxnLst/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3" name="Google Shape;4223;p71"/>
            <p:cNvSpPr/>
            <p:nvPr/>
          </p:nvSpPr>
          <p:spPr>
            <a:xfrm>
              <a:off x="7399482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4" name="Google Shape;4224;p71"/>
            <p:cNvSpPr/>
            <p:nvPr/>
          </p:nvSpPr>
          <p:spPr>
            <a:xfrm>
              <a:off x="7911823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225" name="Google Shape;4225;p71"/>
            <p:cNvGrpSpPr/>
            <p:nvPr/>
          </p:nvGrpSpPr>
          <p:grpSpPr>
            <a:xfrm>
              <a:off x="6995957" y="3335810"/>
              <a:ext cx="1230393" cy="71754"/>
              <a:chOff x="6995957" y="3287964"/>
              <a:chExt cx="1230393" cy="71754"/>
            </a:xfrm>
          </p:grpSpPr>
          <p:sp>
            <p:nvSpPr>
              <p:cNvPr id="4226" name="Google Shape;4226;p71"/>
              <p:cNvSpPr/>
              <p:nvPr/>
            </p:nvSpPr>
            <p:spPr>
              <a:xfrm>
                <a:off x="800673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1" y="647"/>
                    </a:moveTo>
                    <a:cubicBezTo>
                      <a:pt x="3723" y="647"/>
                      <a:pt x="3935" y="820"/>
                      <a:pt x="3936" y="1080"/>
                    </a:cubicBezTo>
                    <a:cubicBezTo>
                      <a:pt x="3936" y="1318"/>
                      <a:pt x="3743" y="1512"/>
                      <a:pt x="3504" y="1512"/>
                    </a:cubicBezTo>
                    <a:cubicBezTo>
                      <a:pt x="3118" y="1512"/>
                      <a:pt x="2924" y="1048"/>
                      <a:pt x="3198" y="775"/>
                    </a:cubicBezTo>
                    <a:cubicBezTo>
                      <a:pt x="3286" y="687"/>
                      <a:pt x="3395" y="647"/>
                      <a:pt x="3501" y="647"/>
                    </a:cubicBezTo>
                    <a:close/>
                    <a:moveTo>
                      <a:pt x="3504" y="0"/>
                    </a:moveTo>
                    <a:cubicBezTo>
                      <a:pt x="3051" y="0"/>
                      <a:pt x="2646" y="282"/>
                      <a:pt x="2490" y="708"/>
                    </a:cubicBezTo>
                    <a:lnTo>
                      <a:pt x="357" y="708"/>
                    </a:lnTo>
                    <a:cubicBezTo>
                      <a:pt x="160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60" y="1486"/>
                      <a:pt x="357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2" y="2159"/>
                    </a:cubicBezTo>
                    <a:cubicBezTo>
                      <a:pt x="3943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7" y="1336"/>
                      <a:pt x="6607" y="1150"/>
                    </a:cubicBezTo>
                    <a:lnTo>
                      <a:pt x="6607" y="1044"/>
                    </a:lnTo>
                    <a:cubicBezTo>
                      <a:pt x="6607" y="859"/>
                      <a:pt x="6457" y="710"/>
                      <a:pt x="6271" y="708"/>
                    </a:cubicBezTo>
                    <a:lnTo>
                      <a:pt x="4518" y="708"/>
                    </a:lnTo>
                    <a:cubicBezTo>
                      <a:pt x="4362" y="282"/>
                      <a:pt x="3957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7" name="Google Shape;4227;p71"/>
              <p:cNvSpPr/>
              <p:nvPr/>
            </p:nvSpPr>
            <p:spPr>
              <a:xfrm>
                <a:off x="7756540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1" y="1512"/>
                      <a:pt x="3503" y="1512"/>
                    </a:cubicBezTo>
                    <a:cubicBezTo>
                      <a:pt x="3117" y="1512"/>
                      <a:pt x="2925" y="1048"/>
                      <a:pt x="3197" y="775"/>
                    </a:cubicBezTo>
                    <a:cubicBezTo>
                      <a:pt x="3285" y="687"/>
                      <a:pt x="3393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49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1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6" y="859"/>
                      <a:pt x="6455" y="708"/>
                      <a:pt x="6270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8" name="Google Shape;4228;p71"/>
              <p:cNvSpPr/>
              <p:nvPr/>
            </p:nvSpPr>
            <p:spPr>
              <a:xfrm>
                <a:off x="749644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4" y="1512"/>
                    </a:cubicBezTo>
                    <a:cubicBezTo>
                      <a:pt x="3119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4" y="0"/>
                    </a:moveTo>
                    <a:cubicBezTo>
                      <a:pt x="3050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9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1" y="282"/>
                      <a:pt x="3958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9" name="Google Shape;4229;p71"/>
              <p:cNvSpPr/>
              <p:nvPr/>
            </p:nvSpPr>
            <p:spPr>
              <a:xfrm>
                <a:off x="72437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3" y="1512"/>
                    </a:cubicBezTo>
                    <a:cubicBezTo>
                      <a:pt x="3118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50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1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p71"/>
              <p:cNvSpPr/>
              <p:nvPr/>
            </p:nvSpPr>
            <p:spPr>
              <a:xfrm>
                <a:off x="69959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2" y="647"/>
                    </a:moveTo>
                    <a:cubicBezTo>
                      <a:pt x="3724" y="647"/>
                      <a:pt x="3937" y="820"/>
                      <a:pt x="3937" y="1080"/>
                    </a:cubicBezTo>
                    <a:cubicBezTo>
                      <a:pt x="3937" y="1318"/>
                      <a:pt x="3743" y="1512"/>
                      <a:pt x="3505" y="1512"/>
                    </a:cubicBezTo>
                    <a:cubicBezTo>
                      <a:pt x="3119" y="1512"/>
                      <a:pt x="2926" y="1048"/>
                      <a:pt x="3199" y="775"/>
                    </a:cubicBezTo>
                    <a:cubicBezTo>
                      <a:pt x="3287" y="687"/>
                      <a:pt x="3395" y="647"/>
                      <a:pt x="3502" y="647"/>
                    </a:cubicBezTo>
                    <a:close/>
                    <a:moveTo>
                      <a:pt x="3505" y="0"/>
                    </a:moveTo>
                    <a:cubicBezTo>
                      <a:pt x="3051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61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61" y="1486"/>
                      <a:pt x="358" y="1486"/>
                    </a:cubicBezTo>
                    <a:lnTo>
                      <a:pt x="2504" y="1486"/>
                    </a:lnTo>
                    <a:cubicBezTo>
                      <a:pt x="2669" y="1893"/>
                      <a:pt x="3064" y="2159"/>
                      <a:pt x="3505" y="2159"/>
                    </a:cubicBezTo>
                    <a:cubicBezTo>
                      <a:pt x="3943" y="2159"/>
                      <a:pt x="4339" y="1893"/>
                      <a:pt x="4505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3" y="282"/>
                      <a:pt x="3958" y="0"/>
                      <a:pt x="3505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31" name="Google Shape;4231;p71"/>
          <p:cNvGrpSpPr/>
          <p:nvPr/>
        </p:nvGrpSpPr>
        <p:grpSpPr>
          <a:xfrm>
            <a:off x="9123520" y="4708029"/>
            <a:ext cx="2109149" cy="867500"/>
            <a:chOff x="6777990" y="3710194"/>
            <a:chExt cx="1646915" cy="677382"/>
          </a:xfrm>
        </p:grpSpPr>
        <p:grpSp>
          <p:nvGrpSpPr>
            <p:cNvPr id="4232" name="Google Shape;4232;p71"/>
            <p:cNvGrpSpPr/>
            <p:nvPr/>
          </p:nvGrpSpPr>
          <p:grpSpPr>
            <a:xfrm>
              <a:off x="6777990" y="3874492"/>
              <a:ext cx="411129" cy="513083"/>
              <a:chOff x="6777990" y="3874492"/>
              <a:chExt cx="411129" cy="513083"/>
            </a:xfrm>
          </p:grpSpPr>
          <p:cxnSp>
            <p:nvCxnSpPr>
              <p:cNvPr id="4233" name="Google Shape;4233;p71"/>
              <p:cNvCxnSpPr/>
              <p:nvPr/>
            </p:nvCxnSpPr>
            <p:spPr>
              <a:xfrm>
                <a:off x="6977019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34" name="Google Shape;4234;p71"/>
              <p:cNvSpPr/>
              <p:nvPr/>
            </p:nvSpPr>
            <p:spPr>
              <a:xfrm>
                <a:off x="6777990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5" name="Google Shape;4235;p71"/>
            <p:cNvGrpSpPr/>
            <p:nvPr/>
          </p:nvGrpSpPr>
          <p:grpSpPr>
            <a:xfrm>
              <a:off x="7188425" y="3710194"/>
              <a:ext cx="411123" cy="520535"/>
              <a:chOff x="7188425" y="3710194"/>
              <a:chExt cx="411123" cy="520535"/>
            </a:xfrm>
          </p:grpSpPr>
          <p:cxnSp>
            <p:nvCxnSpPr>
              <p:cNvPr id="4236" name="Google Shape;4236;p71"/>
              <p:cNvCxnSpPr/>
              <p:nvPr/>
            </p:nvCxnSpPr>
            <p:spPr>
              <a:xfrm rot="10800000">
                <a:off x="7393988" y="3710194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37" name="Google Shape;4237;p71"/>
              <p:cNvSpPr/>
              <p:nvPr/>
            </p:nvSpPr>
            <p:spPr>
              <a:xfrm>
                <a:off x="7188425" y="3874492"/>
                <a:ext cx="411123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1" h="60023" extrusionOk="0">
                    <a:moveTo>
                      <a:pt x="17274" y="0"/>
                    </a:moveTo>
                    <a:lnTo>
                      <a:pt x="0" y="30011"/>
                    </a:lnTo>
                    <a:lnTo>
                      <a:pt x="17274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8" name="Google Shape;4238;p71"/>
            <p:cNvGrpSpPr/>
            <p:nvPr/>
          </p:nvGrpSpPr>
          <p:grpSpPr>
            <a:xfrm>
              <a:off x="7603341" y="3874492"/>
              <a:ext cx="411474" cy="513083"/>
              <a:chOff x="7603341" y="3874492"/>
              <a:chExt cx="411474" cy="513083"/>
            </a:xfrm>
          </p:grpSpPr>
          <p:cxnSp>
            <p:nvCxnSpPr>
              <p:cNvPr id="4239" name="Google Shape;4239;p71"/>
              <p:cNvCxnSpPr/>
              <p:nvPr/>
            </p:nvCxnSpPr>
            <p:spPr>
              <a:xfrm>
                <a:off x="7809095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40" name="Google Shape;4240;p71"/>
              <p:cNvSpPr/>
              <p:nvPr/>
            </p:nvSpPr>
            <p:spPr>
              <a:xfrm>
                <a:off x="7603341" y="3874492"/>
                <a:ext cx="411474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330" h="60023" extrusionOk="0">
                    <a:moveTo>
                      <a:pt x="17333" y="0"/>
                    </a:moveTo>
                    <a:lnTo>
                      <a:pt x="1" y="30011"/>
                    </a:lnTo>
                    <a:lnTo>
                      <a:pt x="17333" y="60023"/>
                    </a:lnTo>
                    <a:lnTo>
                      <a:pt x="51998" y="60023"/>
                    </a:lnTo>
                    <a:lnTo>
                      <a:pt x="69330" y="30011"/>
                    </a:lnTo>
                    <a:lnTo>
                      <a:pt x="51998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1" name="Google Shape;4241;p71"/>
            <p:cNvGrpSpPr/>
            <p:nvPr/>
          </p:nvGrpSpPr>
          <p:grpSpPr>
            <a:xfrm>
              <a:off x="8013776" y="3722847"/>
              <a:ext cx="411129" cy="507881"/>
              <a:chOff x="8013776" y="3722847"/>
              <a:chExt cx="411129" cy="507881"/>
            </a:xfrm>
          </p:grpSpPr>
          <p:cxnSp>
            <p:nvCxnSpPr>
              <p:cNvPr id="4242" name="Google Shape;4242;p71"/>
              <p:cNvCxnSpPr/>
              <p:nvPr/>
            </p:nvCxnSpPr>
            <p:spPr>
              <a:xfrm rot="10800000">
                <a:off x="8219339" y="3722847"/>
                <a:ext cx="0" cy="169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43" name="Google Shape;4243;p71"/>
              <p:cNvSpPr/>
              <p:nvPr/>
            </p:nvSpPr>
            <p:spPr>
              <a:xfrm>
                <a:off x="8013776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44" name="Google Shape;4244;p71"/>
          <p:cNvGrpSpPr/>
          <p:nvPr/>
        </p:nvGrpSpPr>
        <p:grpSpPr>
          <a:xfrm>
            <a:off x="7016207" y="3605149"/>
            <a:ext cx="1895852" cy="1360804"/>
            <a:chOff x="5190863" y="2824811"/>
            <a:chExt cx="1544860" cy="1108869"/>
          </a:xfrm>
        </p:grpSpPr>
        <p:grpSp>
          <p:nvGrpSpPr>
            <p:cNvPr id="4245" name="Google Shape;4245;p71"/>
            <p:cNvGrpSpPr/>
            <p:nvPr/>
          </p:nvGrpSpPr>
          <p:grpSpPr>
            <a:xfrm>
              <a:off x="5938695" y="3176919"/>
              <a:ext cx="685761" cy="404739"/>
              <a:chOff x="5938695" y="3176919"/>
              <a:chExt cx="685761" cy="404739"/>
            </a:xfrm>
          </p:grpSpPr>
          <p:grpSp>
            <p:nvGrpSpPr>
              <p:cNvPr id="4246" name="Google Shape;4246;p71"/>
              <p:cNvGrpSpPr/>
              <p:nvPr/>
            </p:nvGrpSpPr>
            <p:grpSpPr>
              <a:xfrm>
                <a:off x="5938695" y="3176919"/>
                <a:ext cx="685761" cy="404739"/>
                <a:chOff x="5938695" y="3176919"/>
                <a:chExt cx="685761" cy="404739"/>
              </a:xfrm>
            </p:grpSpPr>
            <p:sp>
              <p:nvSpPr>
                <p:cNvPr id="4247" name="Google Shape;4247;p71"/>
                <p:cNvSpPr/>
                <p:nvPr/>
              </p:nvSpPr>
              <p:spPr>
                <a:xfrm>
                  <a:off x="5938695" y="3176919"/>
                  <a:ext cx="404679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51" extrusionOk="0">
                      <a:moveTo>
                        <a:pt x="4922" y="1"/>
                      </a:moveTo>
                      <a:cubicBezTo>
                        <a:pt x="4890" y="1"/>
                        <a:pt x="4858" y="2"/>
                        <a:pt x="4826" y="2"/>
                      </a:cubicBezTo>
                      <a:lnTo>
                        <a:pt x="4826" y="1251"/>
                      </a:lnTo>
                      <a:cubicBezTo>
                        <a:pt x="4858" y="1251"/>
                        <a:pt x="4890" y="1251"/>
                        <a:pt x="4922" y="1253"/>
                      </a:cubicBezTo>
                      <a:lnTo>
                        <a:pt x="4925" y="1253"/>
                      </a:lnTo>
                      <a:cubicBezTo>
                        <a:pt x="6858" y="1309"/>
                        <a:pt x="8395" y="2891"/>
                        <a:pt x="8395" y="4825"/>
                      </a:cubicBezTo>
                      <a:cubicBezTo>
                        <a:pt x="8395" y="4845"/>
                        <a:pt x="8393" y="4864"/>
                        <a:pt x="8393" y="4883"/>
                      </a:cubicBezTo>
                      <a:cubicBezTo>
                        <a:pt x="8361" y="6814"/>
                        <a:pt x="6800" y="8371"/>
                        <a:pt x="4869" y="8396"/>
                      </a:cubicBezTo>
                      <a:cubicBezTo>
                        <a:pt x="4853" y="8397"/>
                        <a:pt x="4837" y="8397"/>
                        <a:pt x="4820" y="8397"/>
                      </a:cubicBezTo>
                      <a:cubicBezTo>
                        <a:pt x="2911" y="8397"/>
                        <a:pt x="1336" y="6893"/>
                        <a:pt x="1253" y="4979"/>
                      </a:cubicBezTo>
                      <a:lnTo>
                        <a:pt x="1253" y="4971"/>
                      </a:lnTo>
                      <a:cubicBezTo>
                        <a:pt x="1251" y="4942"/>
                        <a:pt x="1251" y="4912"/>
                        <a:pt x="1251" y="4883"/>
                      </a:cubicBezTo>
                      <a:lnTo>
                        <a:pt x="2" y="4883"/>
                      </a:lnTo>
                      <a:cubicBezTo>
                        <a:pt x="2" y="4913"/>
                        <a:pt x="2" y="4944"/>
                        <a:pt x="1" y="4976"/>
                      </a:cubicBezTo>
                      <a:lnTo>
                        <a:pt x="1" y="4979"/>
                      </a:lnTo>
                      <a:cubicBezTo>
                        <a:pt x="23" y="5762"/>
                        <a:pt x="238" y="6528"/>
                        <a:pt x="627" y="7208"/>
                      </a:cubicBezTo>
                      <a:cubicBezTo>
                        <a:pt x="1484" y="8717"/>
                        <a:pt x="3085" y="9650"/>
                        <a:pt x="4822" y="9650"/>
                      </a:cubicBezTo>
                      <a:cubicBezTo>
                        <a:pt x="7468" y="9650"/>
                        <a:pt x="9614" y="7520"/>
                        <a:pt x="9646" y="4883"/>
                      </a:cubicBezTo>
                      <a:cubicBezTo>
                        <a:pt x="9646" y="4864"/>
                        <a:pt x="9647" y="4845"/>
                        <a:pt x="9647" y="4825"/>
                      </a:cubicBezTo>
                      <a:cubicBezTo>
                        <a:pt x="9649" y="3088"/>
                        <a:pt x="8714" y="1483"/>
                        <a:pt x="7200" y="628"/>
                      </a:cubicBezTo>
                      <a:cubicBezTo>
                        <a:pt x="6746" y="369"/>
                        <a:pt x="6251" y="186"/>
                        <a:pt x="5737" y="87"/>
                      </a:cubicBezTo>
                      <a:cubicBezTo>
                        <a:pt x="5468" y="36"/>
                        <a:pt x="5195" y="7"/>
                        <a:pt x="4922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8" name="Google Shape;4248;p71"/>
                <p:cNvSpPr/>
                <p:nvPr/>
              </p:nvSpPr>
              <p:spPr>
                <a:xfrm>
                  <a:off x="6256893" y="3285705"/>
                  <a:ext cx="367562" cy="187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4" h="4477" extrusionOk="0">
                      <a:moveTo>
                        <a:pt x="6645" y="1"/>
                      </a:moveTo>
                      <a:cubicBezTo>
                        <a:pt x="6644" y="1"/>
                        <a:pt x="6643" y="1"/>
                        <a:pt x="6642" y="1"/>
                      </a:cubicBezTo>
                      <a:lnTo>
                        <a:pt x="14" y="1"/>
                      </a:lnTo>
                      <a:cubicBezTo>
                        <a:pt x="1061" y="1309"/>
                        <a:pt x="1055" y="3173"/>
                        <a:pt x="1" y="4476"/>
                      </a:cubicBezTo>
                      <a:lnTo>
                        <a:pt x="6642" y="4476"/>
                      </a:lnTo>
                      <a:cubicBezTo>
                        <a:pt x="7814" y="4476"/>
                        <a:pt x="8763" y="3527"/>
                        <a:pt x="8763" y="2355"/>
                      </a:cubicBezTo>
                      <a:lnTo>
                        <a:pt x="8763" y="2121"/>
                      </a:lnTo>
                      <a:cubicBezTo>
                        <a:pt x="8762" y="950"/>
                        <a:pt x="7814" y="1"/>
                        <a:pt x="6645" y="1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49" name="Google Shape;4249;p71"/>
              <p:cNvSpPr/>
              <p:nvPr/>
            </p:nvSpPr>
            <p:spPr>
              <a:xfrm>
                <a:off x="6044300" y="3282475"/>
                <a:ext cx="191959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4578" extrusionOk="0">
                    <a:moveTo>
                      <a:pt x="2288" y="1"/>
                    </a:moveTo>
                    <a:cubicBezTo>
                      <a:pt x="1025" y="1"/>
                      <a:pt x="0" y="1024"/>
                      <a:pt x="0" y="2289"/>
                    </a:cubicBezTo>
                    <a:cubicBezTo>
                      <a:pt x="0" y="3553"/>
                      <a:pt x="1025" y="4577"/>
                      <a:pt x="2288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0" name="Google Shape;4250;p71"/>
            <p:cNvGrpSpPr/>
            <p:nvPr/>
          </p:nvGrpSpPr>
          <p:grpSpPr>
            <a:xfrm>
              <a:off x="5305233" y="3176835"/>
              <a:ext cx="685971" cy="404655"/>
              <a:chOff x="5305233" y="3176835"/>
              <a:chExt cx="685971" cy="404655"/>
            </a:xfrm>
          </p:grpSpPr>
          <p:grpSp>
            <p:nvGrpSpPr>
              <p:cNvPr id="4251" name="Google Shape;4251;p71"/>
              <p:cNvGrpSpPr/>
              <p:nvPr/>
            </p:nvGrpSpPr>
            <p:grpSpPr>
              <a:xfrm>
                <a:off x="5305233" y="3176835"/>
                <a:ext cx="685971" cy="404655"/>
                <a:chOff x="5305233" y="3176835"/>
                <a:chExt cx="685971" cy="404655"/>
              </a:xfrm>
            </p:grpSpPr>
            <p:sp>
              <p:nvSpPr>
                <p:cNvPr id="4252" name="Google Shape;4252;p71"/>
                <p:cNvSpPr/>
                <p:nvPr/>
              </p:nvSpPr>
              <p:spPr>
                <a:xfrm>
                  <a:off x="5586650" y="3176835"/>
                  <a:ext cx="404553" cy="404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6" h="9649" extrusionOk="0">
                      <a:moveTo>
                        <a:pt x="4824" y="1"/>
                      </a:moveTo>
                      <a:cubicBezTo>
                        <a:pt x="2159" y="1"/>
                        <a:pt x="1" y="2161"/>
                        <a:pt x="1" y="4826"/>
                      </a:cubicBezTo>
                      <a:lnTo>
                        <a:pt x="1" y="4883"/>
                      </a:lnTo>
                      <a:cubicBezTo>
                        <a:pt x="31" y="7486"/>
                        <a:pt x="2121" y="9594"/>
                        <a:pt x="4724" y="9647"/>
                      </a:cubicBezTo>
                      <a:cubicBezTo>
                        <a:pt x="4756" y="9647"/>
                        <a:pt x="4790" y="9649"/>
                        <a:pt x="4824" y="9649"/>
                      </a:cubicBezTo>
                      <a:lnTo>
                        <a:pt x="4829" y="9649"/>
                      </a:lnTo>
                      <a:cubicBezTo>
                        <a:pt x="4861" y="9649"/>
                        <a:pt x="4893" y="9649"/>
                        <a:pt x="4925" y="9647"/>
                      </a:cubicBezTo>
                      <a:cubicBezTo>
                        <a:pt x="5725" y="9633"/>
                        <a:pt x="6508" y="9417"/>
                        <a:pt x="7205" y="9021"/>
                      </a:cubicBezTo>
                      <a:cubicBezTo>
                        <a:pt x="6508" y="8626"/>
                        <a:pt x="5725" y="8411"/>
                        <a:pt x="4925" y="8395"/>
                      </a:cubicBezTo>
                      <a:cubicBezTo>
                        <a:pt x="4893" y="8397"/>
                        <a:pt x="4861" y="8397"/>
                        <a:pt x="4829" y="8397"/>
                      </a:cubicBezTo>
                      <a:lnTo>
                        <a:pt x="4824" y="8397"/>
                      </a:lnTo>
                      <a:cubicBezTo>
                        <a:pt x="4790" y="8397"/>
                        <a:pt x="4756" y="8397"/>
                        <a:pt x="4724" y="8395"/>
                      </a:cubicBezTo>
                      <a:cubicBezTo>
                        <a:pt x="2817" y="8344"/>
                        <a:pt x="1283" y="6795"/>
                        <a:pt x="1253" y="4883"/>
                      </a:cubicBezTo>
                      <a:cubicBezTo>
                        <a:pt x="1253" y="4863"/>
                        <a:pt x="1251" y="4843"/>
                        <a:pt x="1251" y="4824"/>
                      </a:cubicBezTo>
                      <a:cubicBezTo>
                        <a:pt x="1251" y="2851"/>
                        <a:pt x="2851" y="1252"/>
                        <a:pt x="4824" y="1252"/>
                      </a:cubicBezTo>
                      <a:cubicBezTo>
                        <a:pt x="6745" y="1252"/>
                        <a:pt x="8313" y="2768"/>
                        <a:pt x="8393" y="4670"/>
                      </a:cubicBezTo>
                      <a:lnTo>
                        <a:pt x="8393" y="4674"/>
                      </a:lnTo>
                      <a:cubicBezTo>
                        <a:pt x="8396" y="4723"/>
                        <a:pt x="8396" y="4774"/>
                        <a:pt x="8396" y="4824"/>
                      </a:cubicBezTo>
                      <a:cubicBezTo>
                        <a:pt x="8396" y="4845"/>
                        <a:pt x="8396" y="4863"/>
                        <a:pt x="8396" y="4883"/>
                      </a:cubicBezTo>
                      <a:lnTo>
                        <a:pt x="9644" y="4883"/>
                      </a:lnTo>
                      <a:cubicBezTo>
                        <a:pt x="9644" y="4863"/>
                        <a:pt x="9642" y="4843"/>
                        <a:pt x="9642" y="4824"/>
                      </a:cubicBezTo>
                      <a:cubicBezTo>
                        <a:pt x="9644" y="4778"/>
                        <a:pt x="9644" y="4728"/>
                        <a:pt x="9645" y="4680"/>
                      </a:cubicBezTo>
                      <a:lnTo>
                        <a:pt x="9645" y="4672"/>
                      </a:lnTo>
                      <a:cubicBezTo>
                        <a:pt x="9623" y="3889"/>
                        <a:pt x="9407" y="3124"/>
                        <a:pt x="9019" y="2443"/>
                      </a:cubicBezTo>
                      <a:cubicBezTo>
                        <a:pt x="8163" y="933"/>
                        <a:pt x="6560" y="1"/>
                        <a:pt x="482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3" name="Google Shape;4253;p71"/>
                <p:cNvSpPr/>
                <p:nvPr/>
              </p:nvSpPr>
              <p:spPr>
                <a:xfrm>
                  <a:off x="5305233" y="3285914"/>
                  <a:ext cx="367352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9" h="4478" extrusionOk="0">
                      <a:moveTo>
                        <a:pt x="2123" y="0"/>
                      </a:moveTo>
                      <a:cubicBezTo>
                        <a:pt x="951" y="0"/>
                        <a:pt x="1" y="950"/>
                        <a:pt x="1" y="2122"/>
                      </a:cubicBezTo>
                      <a:lnTo>
                        <a:pt x="1" y="2356"/>
                      </a:lnTo>
                      <a:cubicBezTo>
                        <a:pt x="1" y="3528"/>
                        <a:pt x="951" y="4478"/>
                        <a:pt x="2123" y="4478"/>
                      </a:cubicBezTo>
                      <a:lnTo>
                        <a:pt x="8759" y="4478"/>
                      </a:lnTo>
                      <a:cubicBezTo>
                        <a:pt x="7702" y="3176"/>
                        <a:pt x="7694" y="1314"/>
                        <a:pt x="8739" y="2"/>
                      </a:cubicBezTo>
                      <a:lnTo>
                        <a:pt x="8739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54" name="Google Shape;4254;p71"/>
              <p:cNvSpPr/>
              <p:nvPr/>
            </p:nvSpPr>
            <p:spPr>
              <a:xfrm>
                <a:off x="5694436" y="32824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5" name="Google Shape;4255;p71"/>
            <p:cNvSpPr/>
            <p:nvPr/>
          </p:nvSpPr>
          <p:spPr>
            <a:xfrm>
              <a:off x="6103938" y="3114683"/>
              <a:ext cx="40933" cy="7549"/>
            </a:xfrm>
            <a:custGeom>
              <a:avLst/>
              <a:gdLst/>
              <a:ahLst/>
              <a:cxnLst/>
              <a:rect l="l" t="t" r="r" b="b"/>
              <a:pathLst>
                <a:path w="976" h="180" extrusionOk="0">
                  <a:moveTo>
                    <a:pt x="1" y="1"/>
                  </a:moveTo>
                  <a:lnTo>
                    <a:pt x="1" y="1"/>
                  </a:lnTo>
                  <a:cubicBezTo>
                    <a:pt x="279" y="119"/>
                    <a:pt x="578" y="179"/>
                    <a:pt x="881" y="179"/>
                  </a:cubicBezTo>
                  <a:cubicBezTo>
                    <a:pt x="881" y="179"/>
                    <a:pt x="881" y="179"/>
                    <a:pt x="881" y="179"/>
                  </a:cubicBezTo>
                  <a:lnTo>
                    <a:pt x="881" y="179"/>
                  </a:lnTo>
                  <a:cubicBezTo>
                    <a:pt x="882" y="179"/>
                    <a:pt x="882" y="179"/>
                    <a:pt x="882" y="179"/>
                  </a:cubicBezTo>
                  <a:cubicBezTo>
                    <a:pt x="913" y="179"/>
                    <a:pt x="945" y="178"/>
                    <a:pt x="975" y="176"/>
                  </a:cubicBezTo>
                  <a:lnTo>
                    <a:pt x="975" y="176"/>
                  </a:lnTo>
                  <a:cubicBezTo>
                    <a:pt x="943" y="178"/>
                    <a:pt x="913" y="179"/>
                    <a:pt x="881" y="179"/>
                  </a:cubicBezTo>
                  <a:lnTo>
                    <a:pt x="881" y="179"/>
                  </a:lnTo>
                  <a:cubicBezTo>
                    <a:pt x="579" y="179"/>
                    <a:pt x="279" y="119"/>
                    <a:pt x="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256" name="Google Shape;4256;p71"/>
            <p:cNvGrpSpPr/>
            <p:nvPr/>
          </p:nvGrpSpPr>
          <p:grpSpPr>
            <a:xfrm>
              <a:off x="5657361" y="2824811"/>
              <a:ext cx="1078361" cy="404655"/>
              <a:chOff x="5657361" y="2824811"/>
              <a:chExt cx="1078361" cy="404655"/>
            </a:xfrm>
          </p:grpSpPr>
          <p:grpSp>
            <p:nvGrpSpPr>
              <p:cNvPr id="4257" name="Google Shape;4257;p71"/>
              <p:cNvGrpSpPr/>
              <p:nvPr/>
            </p:nvGrpSpPr>
            <p:grpSpPr>
              <a:xfrm>
                <a:off x="5657361" y="2824811"/>
                <a:ext cx="1078361" cy="404655"/>
                <a:chOff x="5657361" y="2824811"/>
                <a:chExt cx="1078361" cy="404655"/>
              </a:xfrm>
            </p:grpSpPr>
            <p:grpSp>
              <p:nvGrpSpPr>
                <p:cNvPr id="4258" name="Google Shape;4258;p71"/>
                <p:cNvGrpSpPr/>
                <p:nvPr/>
              </p:nvGrpSpPr>
              <p:grpSpPr>
                <a:xfrm>
                  <a:off x="5938485" y="2824811"/>
                  <a:ext cx="797237" cy="404655"/>
                  <a:chOff x="5938485" y="2824811"/>
                  <a:chExt cx="797237" cy="404655"/>
                </a:xfrm>
              </p:grpSpPr>
              <p:sp>
                <p:nvSpPr>
                  <p:cNvPr id="4259" name="Google Shape;4259;p71"/>
                  <p:cNvSpPr/>
                  <p:nvPr/>
                </p:nvSpPr>
                <p:spPr>
                  <a:xfrm>
                    <a:off x="6137952" y="2824811"/>
                    <a:ext cx="597771" cy="301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53" h="7194" extrusionOk="0">
                        <a:moveTo>
                          <a:pt x="1" y="1"/>
                        </a:moveTo>
                        <a:lnTo>
                          <a:pt x="1" y="1255"/>
                        </a:lnTo>
                        <a:cubicBezTo>
                          <a:pt x="1972" y="1256"/>
                          <a:pt x="3570" y="2856"/>
                          <a:pt x="3570" y="4826"/>
                        </a:cubicBezTo>
                        <a:lnTo>
                          <a:pt x="3570" y="4827"/>
                        </a:lnTo>
                        <a:cubicBezTo>
                          <a:pt x="3570" y="4994"/>
                          <a:pt x="3578" y="5160"/>
                          <a:pt x="3594" y="5322"/>
                        </a:cubicBezTo>
                        <a:cubicBezTo>
                          <a:pt x="3703" y="6385"/>
                          <a:pt x="4598" y="7194"/>
                          <a:pt x="5668" y="7194"/>
                        </a:cubicBezTo>
                        <a:lnTo>
                          <a:pt x="14253" y="7194"/>
                        </a:lnTo>
                        <a:lnTo>
                          <a:pt x="14253" y="6015"/>
                        </a:lnTo>
                        <a:lnTo>
                          <a:pt x="5982" y="6017"/>
                        </a:lnTo>
                        <a:cubicBezTo>
                          <a:pt x="5333" y="6017"/>
                          <a:pt x="4819" y="5485"/>
                          <a:pt x="4821" y="4838"/>
                        </a:cubicBezTo>
                        <a:lnTo>
                          <a:pt x="4821" y="4826"/>
                        </a:lnTo>
                        <a:cubicBezTo>
                          <a:pt x="4821" y="2163"/>
                          <a:pt x="2662" y="2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60" name="Google Shape;4260;p71"/>
                  <p:cNvSpPr/>
                  <p:nvPr/>
                </p:nvSpPr>
                <p:spPr>
                  <a:xfrm>
                    <a:off x="5938485" y="2824811"/>
                    <a:ext cx="202151" cy="4046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0" h="9649" extrusionOk="0">
                        <a:moveTo>
                          <a:pt x="4819" y="1"/>
                        </a:moveTo>
                        <a:cubicBezTo>
                          <a:pt x="2161" y="4"/>
                          <a:pt x="1" y="2167"/>
                          <a:pt x="1" y="4827"/>
                        </a:cubicBezTo>
                        <a:cubicBezTo>
                          <a:pt x="1" y="6565"/>
                          <a:pt x="934" y="8168"/>
                          <a:pt x="2446" y="9023"/>
                        </a:cubicBezTo>
                        <a:cubicBezTo>
                          <a:pt x="3141" y="9418"/>
                          <a:pt x="3924" y="9634"/>
                          <a:pt x="4725" y="9649"/>
                        </a:cubicBezTo>
                        <a:cubicBezTo>
                          <a:pt x="4757" y="9649"/>
                          <a:pt x="4789" y="9647"/>
                          <a:pt x="4819" y="9647"/>
                        </a:cubicBezTo>
                        <a:lnTo>
                          <a:pt x="4819" y="8398"/>
                        </a:lnTo>
                        <a:cubicBezTo>
                          <a:pt x="4787" y="8398"/>
                          <a:pt x="4757" y="8398"/>
                          <a:pt x="4725" y="8397"/>
                        </a:cubicBezTo>
                        <a:lnTo>
                          <a:pt x="4723" y="8397"/>
                        </a:lnTo>
                        <a:cubicBezTo>
                          <a:pt x="2742" y="8342"/>
                          <a:pt x="1165" y="6672"/>
                          <a:pt x="1256" y="4657"/>
                        </a:cubicBezTo>
                        <a:cubicBezTo>
                          <a:pt x="1340" y="2818"/>
                          <a:pt x="2843" y="1327"/>
                          <a:pt x="4685" y="1255"/>
                        </a:cubicBezTo>
                        <a:cubicBezTo>
                          <a:pt x="4730" y="1253"/>
                          <a:pt x="4774" y="1253"/>
                          <a:pt x="4819" y="1253"/>
                        </a:cubicBezTo>
                        <a:lnTo>
                          <a:pt x="4819" y="1"/>
                        </a:ln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261" name="Google Shape;4261;p71"/>
                <p:cNvSpPr/>
                <p:nvPr/>
              </p:nvSpPr>
              <p:spPr>
                <a:xfrm>
                  <a:off x="5657361" y="2934478"/>
                  <a:ext cx="367688" cy="18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7" h="4479" extrusionOk="0">
                      <a:moveTo>
                        <a:pt x="2123" y="1"/>
                      </a:moveTo>
                      <a:cubicBezTo>
                        <a:pt x="952" y="1"/>
                        <a:pt x="1" y="950"/>
                        <a:pt x="1" y="2123"/>
                      </a:cubicBezTo>
                      <a:lnTo>
                        <a:pt x="1" y="2356"/>
                      </a:lnTo>
                      <a:cubicBezTo>
                        <a:pt x="1" y="3527"/>
                        <a:pt x="952" y="4478"/>
                        <a:pt x="2123" y="4478"/>
                      </a:cubicBezTo>
                      <a:lnTo>
                        <a:pt x="8766" y="4478"/>
                      </a:lnTo>
                      <a:cubicBezTo>
                        <a:pt x="7702" y="3181"/>
                        <a:pt x="7684" y="1319"/>
                        <a:pt x="8723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62" name="Google Shape;4262;p71"/>
              <p:cNvSpPr/>
              <p:nvPr/>
            </p:nvSpPr>
            <p:spPr>
              <a:xfrm>
                <a:off x="6047361" y="29326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2"/>
                      <a:pt x="1026" y="4577"/>
                      <a:pt x="2289" y="4577"/>
                    </a:cubicBezTo>
                    <a:cubicBezTo>
                      <a:pt x="3552" y="4577"/>
                      <a:pt x="4577" y="3552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3" name="Google Shape;4263;p71"/>
            <p:cNvGrpSpPr/>
            <p:nvPr/>
          </p:nvGrpSpPr>
          <p:grpSpPr>
            <a:xfrm>
              <a:off x="5190863" y="3528942"/>
              <a:ext cx="1078026" cy="404739"/>
              <a:chOff x="5190863" y="3528942"/>
              <a:chExt cx="1078026" cy="404739"/>
            </a:xfrm>
          </p:grpSpPr>
          <p:sp>
            <p:nvSpPr>
              <p:cNvPr id="4264" name="Google Shape;4264;p71"/>
              <p:cNvSpPr/>
              <p:nvPr/>
            </p:nvSpPr>
            <p:spPr>
              <a:xfrm>
                <a:off x="5694436" y="3635379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265" name="Google Shape;4265;p71"/>
              <p:cNvGrpSpPr/>
              <p:nvPr/>
            </p:nvGrpSpPr>
            <p:grpSpPr>
              <a:xfrm>
                <a:off x="5190863" y="3528942"/>
                <a:ext cx="1078026" cy="404739"/>
                <a:chOff x="5190863" y="3528942"/>
                <a:chExt cx="1078026" cy="404739"/>
              </a:xfrm>
            </p:grpSpPr>
            <p:sp>
              <p:nvSpPr>
                <p:cNvPr id="4266" name="Google Shape;4266;p71"/>
                <p:cNvSpPr/>
                <p:nvPr/>
              </p:nvSpPr>
              <p:spPr>
                <a:xfrm>
                  <a:off x="5190863" y="3528942"/>
                  <a:ext cx="800551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8" h="9651" extrusionOk="0">
                      <a:moveTo>
                        <a:pt x="14266" y="1"/>
                      </a:moveTo>
                      <a:lnTo>
                        <a:pt x="14266" y="1253"/>
                      </a:lnTo>
                      <a:cubicBezTo>
                        <a:pt x="14298" y="1253"/>
                        <a:pt x="14330" y="1253"/>
                        <a:pt x="14362" y="1255"/>
                      </a:cubicBezTo>
                      <a:cubicBezTo>
                        <a:pt x="16314" y="1309"/>
                        <a:pt x="17861" y="2922"/>
                        <a:pt x="17833" y="4874"/>
                      </a:cubicBezTo>
                      <a:cubicBezTo>
                        <a:pt x="17808" y="6827"/>
                        <a:pt x="16218" y="8396"/>
                        <a:pt x="14266" y="8398"/>
                      </a:cubicBezTo>
                      <a:lnTo>
                        <a:pt x="14261" y="8398"/>
                      </a:lnTo>
                      <a:cubicBezTo>
                        <a:pt x="12331" y="8398"/>
                        <a:pt x="10757" y="6867"/>
                        <a:pt x="10691" y="4952"/>
                      </a:cubicBezTo>
                      <a:lnTo>
                        <a:pt x="10691" y="4950"/>
                      </a:lnTo>
                      <a:cubicBezTo>
                        <a:pt x="10688" y="4909"/>
                        <a:pt x="10688" y="4867"/>
                        <a:pt x="10688" y="4825"/>
                      </a:cubicBezTo>
                      <a:cubicBezTo>
                        <a:pt x="10688" y="4784"/>
                        <a:pt x="10688" y="4744"/>
                        <a:pt x="10691" y="4704"/>
                      </a:cubicBezTo>
                      <a:lnTo>
                        <a:pt x="10691" y="4680"/>
                      </a:lnTo>
                      <a:cubicBezTo>
                        <a:pt x="10653" y="3432"/>
                        <a:pt x="9614" y="2446"/>
                        <a:pt x="8364" y="2446"/>
                      </a:cubicBezTo>
                      <a:cubicBezTo>
                        <a:pt x="8363" y="2446"/>
                        <a:pt x="8362" y="2446"/>
                        <a:pt x="8361" y="2446"/>
                      </a:cubicBezTo>
                      <a:cubicBezTo>
                        <a:pt x="6936" y="2446"/>
                        <a:pt x="2798" y="2449"/>
                        <a:pt x="1" y="2449"/>
                      </a:cubicBezTo>
                      <a:lnTo>
                        <a:pt x="1" y="3626"/>
                      </a:lnTo>
                      <a:lnTo>
                        <a:pt x="8387" y="3626"/>
                      </a:lnTo>
                      <a:cubicBezTo>
                        <a:pt x="8978" y="3626"/>
                        <a:pt x="9452" y="4113"/>
                        <a:pt x="9438" y="4704"/>
                      </a:cubicBezTo>
                      <a:lnTo>
                        <a:pt x="9438" y="4715"/>
                      </a:lnTo>
                      <a:cubicBezTo>
                        <a:pt x="9438" y="4752"/>
                        <a:pt x="9438" y="4789"/>
                        <a:pt x="9438" y="4825"/>
                      </a:cubicBezTo>
                      <a:cubicBezTo>
                        <a:pt x="9438" y="4862"/>
                        <a:pt x="9438" y="4901"/>
                        <a:pt x="9438" y="4939"/>
                      </a:cubicBezTo>
                      <a:cubicBezTo>
                        <a:pt x="9498" y="7558"/>
                        <a:pt x="11639" y="9650"/>
                        <a:pt x="14259" y="9650"/>
                      </a:cubicBezTo>
                      <a:cubicBezTo>
                        <a:pt x="14260" y="9650"/>
                        <a:pt x="14261" y="9650"/>
                        <a:pt x="14262" y="9650"/>
                      </a:cubicBezTo>
                      <a:lnTo>
                        <a:pt x="14267" y="9650"/>
                      </a:lnTo>
                      <a:cubicBezTo>
                        <a:pt x="16929" y="9647"/>
                        <a:pt x="19087" y="7488"/>
                        <a:pt x="19087" y="4825"/>
                      </a:cubicBezTo>
                      <a:cubicBezTo>
                        <a:pt x="19087" y="3088"/>
                        <a:pt x="18154" y="1484"/>
                        <a:pt x="16640" y="628"/>
                      </a:cubicBezTo>
                      <a:cubicBezTo>
                        <a:pt x="15945" y="233"/>
                        <a:pt x="15162" y="17"/>
                        <a:pt x="14362" y="2"/>
                      </a:cubicBezTo>
                      <a:cubicBezTo>
                        <a:pt x="14330" y="2"/>
                        <a:pt x="14298" y="1"/>
                        <a:pt x="1426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7" name="Google Shape;4267;p71"/>
                <p:cNvSpPr/>
                <p:nvPr/>
              </p:nvSpPr>
              <p:spPr>
                <a:xfrm>
                  <a:off x="5905730" y="3637351"/>
                  <a:ext cx="363158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9" h="4478" extrusionOk="0">
                      <a:moveTo>
                        <a:pt x="0" y="0"/>
                      </a:moveTo>
                      <a:cubicBezTo>
                        <a:pt x="1051" y="1307"/>
                        <a:pt x="1051" y="3169"/>
                        <a:pt x="0" y="4478"/>
                      </a:cubicBezTo>
                      <a:lnTo>
                        <a:pt x="6537" y="4478"/>
                      </a:lnTo>
                      <a:cubicBezTo>
                        <a:pt x="7708" y="4478"/>
                        <a:pt x="8659" y="3526"/>
                        <a:pt x="8659" y="2356"/>
                      </a:cubicBezTo>
                      <a:lnTo>
                        <a:pt x="8659" y="2120"/>
                      </a:lnTo>
                      <a:cubicBezTo>
                        <a:pt x="8657" y="950"/>
                        <a:pt x="7708" y="0"/>
                        <a:pt x="65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268" name="Google Shape;4268;p71"/>
          <p:cNvGrpSpPr/>
          <p:nvPr/>
        </p:nvGrpSpPr>
        <p:grpSpPr>
          <a:xfrm>
            <a:off x="970883" y="1691106"/>
            <a:ext cx="1448959" cy="1172649"/>
            <a:chOff x="803162" y="1474292"/>
            <a:chExt cx="1086719" cy="879487"/>
          </a:xfrm>
        </p:grpSpPr>
        <p:grpSp>
          <p:nvGrpSpPr>
            <p:cNvPr id="4269" name="Google Shape;4269;p71"/>
            <p:cNvGrpSpPr/>
            <p:nvPr/>
          </p:nvGrpSpPr>
          <p:grpSpPr>
            <a:xfrm>
              <a:off x="803162" y="1625948"/>
              <a:ext cx="445856" cy="576579"/>
              <a:chOff x="803162" y="1625948"/>
              <a:chExt cx="445856" cy="576579"/>
            </a:xfrm>
          </p:grpSpPr>
          <p:sp>
            <p:nvSpPr>
              <p:cNvPr id="4270" name="Google Shape;4270;p71"/>
              <p:cNvSpPr/>
              <p:nvPr/>
            </p:nvSpPr>
            <p:spPr>
              <a:xfrm>
                <a:off x="803162" y="1847356"/>
                <a:ext cx="133646" cy="133865"/>
              </a:xfrm>
              <a:custGeom>
                <a:avLst/>
                <a:gdLst/>
                <a:ahLst/>
                <a:cxnLst/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271" name="Google Shape;4271;p71"/>
              <p:cNvGrpSpPr/>
              <p:nvPr/>
            </p:nvGrpSpPr>
            <p:grpSpPr>
              <a:xfrm>
                <a:off x="1056023" y="1625948"/>
                <a:ext cx="192995" cy="576579"/>
                <a:chOff x="1056023" y="1625948"/>
                <a:chExt cx="192995" cy="576579"/>
              </a:xfrm>
            </p:grpSpPr>
            <p:sp>
              <p:nvSpPr>
                <p:cNvPr id="4272" name="Google Shape;4272;p71"/>
                <p:cNvSpPr/>
                <p:nvPr/>
              </p:nvSpPr>
              <p:spPr>
                <a:xfrm>
                  <a:off x="1066902" y="1914079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40463"/>
                      </a:moveTo>
                      <a:cubicBezTo>
                        <a:pt x="19315" y="40463"/>
                        <a:pt x="14378" y="32724"/>
                        <a:pt x="12777" y="22150"/>
                      </a:cubicBezTo>
                      <a:lnTo>
                        <a:pt x="12810" y="22350"/>
                      </a:lnTo>
                      <a:cubicBezTo>
                        <a:pt x="10542" y="7606"/>
                        <a:pt x="6372" y="1"/>
                        <a:pt x="1" y="1"/>
                      </a:cubicBezTo>
                      <a:lnTo>
                        <a:pt x="1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3" name="Google Shape;4273;p71"/>
                <p:cNvSpPr/>
                <p:nvPr/>
              </p:nvSpPr>
              <p:spPr>
                <a:xfrm>
                  <a:off x="1066902" y="1645136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0"/>
                      </a:moveTo>
                      <a:cubicBezTo>
                        <a:pt x="19315" y="0"/>
                        <a:pt x="14378" y="7706"/>
                        <a:pt x="12777" y="18313"/>
                      </a:cubicBezTo>
                      <a:lnTo>
                        <a:pt x="12810" y="18113"/>
                      </a:lnTo>
                      <a:cubicBezTo>
                        <a:pt x="10542" y="32857"/>
                        <a:pt x="6372" y="40462"/>
                        <a:pt x="1" y="40462"/>
                      </a:cubicBezTo>
                      <a:lnTo>
                        <a:pt x="1" y="40462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4" name="Google Shape;4274;p71"/>
                <p:cNvSpPr/>
                <p:nvPr/>
              </p:nvSpPr>
              <p:spPr>
                <a:xfrm>
                  <a:off x="1056023" y="1893872"/>
                  <a:ext cx="40644" cy="40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5" h="6105" extrusionOk="0">
                      <a:moveTo>
                        <a:pt x="3069" y="0"/>
                      </a:moveTo>
                      <a:cubicBezTo>
                        <a:pt x="1368" y="0"/>
                        <a:pt x="0" y="1368"/>
                        <a:pt x="0" y="3036"/>
                      </a:cubicBezTo>
                      <a:cubicBezTo>
                        <a:pt x="0" y="4737"/>
                        <a:pt x="1368" y="6105"/>
                        <a:pt x="3069" y="6105"/>
                      </a:cubicBezTo>
                      <a:cubicBezTo>
                        <a:pt x="4737" y="6105"/>
                        <a:pt x="6105" y="4737"/>
                        <a:pt x="6105" y="3036"/>
                      </a:cubicBezTo>
                      <a:cubicBezTo>
                        <a:pt x="6105" y="1368"/>
                        <a:pt x="4737" y="0"/>
                        <a:pt x="30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5" name="Google Shape;4275;p71"/>
                <p:cNvSpPr/>
                <p:nvPr/>
              </p:nvSpPr>
              <p:spPr>
                <a:xfrm>
                  <a:off x="1220365" y="2164199"/>
                  <a:ext cx="28654" cy="38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57" extrusionOk="0">
                      <a:moveTo>
                        <a:pt x="509" y="0"/>
                      </a:moveTo>
                      <a:cubicBezTo>
                        <a:pt x="247" y="0"/>
                        <a:pt x="1" y="203"/>
                        <a:pt x="1" y="493"/>
                      </a:cubicBezTo>
                      <a:lnTo>
                        <a:pt x="1" y="5263"/>
                      </a:lnTo>
                      <a:cubicBezTo>
                        <a:pt x="1" y="5554"/>
                        <a:pt x="229" y="5757"/>
                        <a:pt x="482" y="5757"/>
                      </a:cubicBezTo>
                      <a:cubicBezTo>
                        <a:pt x="577" y="5757"/>
                        <a:pt x="676" y="5728"/>
                        <a:pt x="768" y="5664"/>
                      </a:cubicBezTo>
                      <a:lnTo>
                        <a:pt x="4003" y="3395"/>
                      </a:lnTo>
                      <a:cubicBezTo>
                        <a:pt x="4304" y="3195"/>
                        <a:pt x="4304" y="2795"/>
                        <a:pt x="4037" y="2595"/>
                      </a:cubicBezTo>
                      <a:lnTo>
                        <a:pt x="801" y="93"/>
                      </a:lnTo>
                      <a:cubicBezTo>
                        <a:pt x="710" y="29"/>
                        <a:pt x="608" y="0"/>
                        <a:pt x="50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6" name="Google Shape;4276;p71"/>
                <p:cNvSpPr/>
                <p:nvPr/>
              </p:nvSpPr>
              <p:spPr>
                <a:xfrm>
                  <a:off x="1220365" y="1625948"/>
                  <a:ext cx="28654" cy="3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78" extrusionOk="0">
                      <a:moveTo>
                        <a:pt x="489" y="0"/>
                      </a:moveTo>
                      <a:cubicBezTo>
                        <a:pt x="234" y="0"/>
                        <a:pt x="1" y="207"/>
                        <a:pt x="1" y="514"/>
                      </a:cubicBezTo>
                      <a:lnTo>
                        <a:pt x="1" y="5284"/>
                      </a:lnTo>
                      <a:cubicBezTo>
                        <a:pt x="1" y="5574"/>
                        <a:pt x="229" y="5777"/>
                        <a:pt x="482" y="5777"/>
                      </a:cubicBezTo>
                      <a:cubicBezTo>
                        <a:pt x="577" y="5777"/>
                        <a:pt x="676" y="5748"/>
                        <a:pt x="768" y="5684"/>
                      </a:cubicBezTo>
                      <a:lnTo>
                        <a:pt x="4003" y="3382"/>
                      </a:lnTo>
                      <a:cubicBezTo>
                        <a:pt x="4304" y="3182"/>
                        <a:pt x="4304" y="2782"/>
                        <a:pt x="4037" y="2582"/>
                      </a:cubicBezTo>
                      <a:lnTo>
                        <a:pt x="801" y="113"/>
                      </a:lnTo>
                      <a:cubicBezTo>
                        <a:pt x="704" y="35"/>
                        <a:pt x="595" y="0"/>
                        <a:pt x="48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77" name="Google Shape;4277;p71"/>
            <p:cNvGrpSpPr/>
            <p:nvPr/>
          </p:nvGrpSpPr>
          <p:grpSpPr>
            <a:xfrm>
              <a:off x="1371406" y="1474292"/>
              <a:ext cx="518475" cy="879487"/>
              <a:chOff x="1398231" y="1474292"/>
              <a:chExt cx="518475" cy="879487"/>
            </a:xfrm>
          </p:grpSpPr>
          <p:grpSp>
            <p:nvGrpSpPr>
              <p:cNvPr id="4278" name="Google Shape;4278;p71"/>
              <p:cNvGrpSpPr/>
              <p:nvPr/>
            </p:nvGrpSpPr>
            <p:grpSpPr>
              <a:xfrm>
                <a:off x="1398231" y="1474292"/>
                <a:ext cx="518475" cy="341643"/>
                <a:chOff x="1398231" y="1474292"/>
                <a:chExt cx="518475" cy="341643"/>
              </a:xfrm>
            </p:grpSpPr>
            <p:sp>
              <p:nvSpPr>
                <p:cNvPr id="4279" name="Google Shape;4279;p71"/>
                <p:cNvSpPr/>
                <p:nvPr/>
              </p:nvSpPr>
              <p:spPr>
                <a:xfrm>
                  <a:off x="1398231" y="1595601"/>
                  <a:ext cx="102159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5" h="14873" extrusionOk="0">
                      <a:moveTo>
                        <a:pt x="7692" y="1"/>
                      </a:moveTo>
                      <a:cubicBezTo>
                        <a:pt x="7531" y="1"/>
                        <a:pt x="7369" y="6"/>
                        <a:pt x="7206" y="16"/>
                      </a:cubicBezTo>
                      <a:cubicBezTo>
                        <a:pt x="3136" y="283"/>
                        <a:pt x="0" y="3786"/>
                        <a:pt x="267" y="7889"/>
                      </a:cubicBezTo>
                      <a:cubicBezTo>
                        <a:pt x="493" y="11846"/>
                        <a:pt x="3790" y="14873"/>
                        <a:pt x="7706" y="14873"/>
                      </a:cubicBezTo>
                      <a:cubicBezTo>
                        <a:pt x="7850" y="14873"/>
                        <a:pt x="7994" y="14869"/>
                        <a:pt x="8140" y="14860"/>
                      </a:cubicBezTo>
                      <a:cubicBezTo>
                        <a:pt x="12243" y="14594"/>
                        <a:pt x="15345" y="11058"/>
                        <a:pt x="15111" y="6988"/>
                      </a:cubicBezTo>
                      <a:cubicBezTo>
                        <a:pt x="14855" y="3048"/>
                        <a:pt x="11585" y="1"/>
                        <a:pt x="769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80" name="Google Shape;4280;p71"/>
                <p:cNvGrpSpPr/>
                <p:nvPr/>
              </p:nvGrpSpPr>
              <p:grpSpPr>
                <a:xfrm>
                  <a:off x="1616453" y="1474292"/>
                  <a:ext cx="300253" cy="341643"/>
                  <a:chOff x="1616453" y="1475379"/>
                  <a:chExt cx="300253" cy="341643"/>
                </a:xfrm>
              </p:grpSpPr>
              <p:sp>
                <p:nvSpPr>
                  <p:cNvPr id="4281" name="Google Shape;4281;p71"/>
                  <p:cNvSpPr/>
                  <p:nvPr/>
                </p:nvSpPr>
                <p:spPr>
                  <a:xfrm>
                    <a:off x="1631387" y="1645136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2" name="Google Shape;4282;p71"/>
                  <p:cNvSpPr/>
                  <p:nvPr/>
                </p:nvSpPr>
                <p:spPr>
                  <a:xfrm>
                    <a:off x="1716447" y="1509882"/>
                    <a:ext cx="82400" cy="61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208" fill="none" extrusionOk="0">
                        <a:moveTo>
                          <a:pt x="1" y="9207"/>
                        </a:moveTo>
                        <a:cubicBezTo>
                          <a:pt x="1635" y="3870"/>
                          <a:pt x="6539" y="1"/>
                          <a:pt x="12376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3" name="Google Shape;4283;p71"/>
                  <p:cNvSpPr/>
                  <p:nvPr/>
                </p:nvSpPr>
                <p:spPr>
                  <a:xfrm>
                    <a:off x="1716447" y="1719091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0"/>
                        </a:moveTo>
                        <a:cubicBezTo>
                          <a:pt x="1635" y="5304"/>
                          <a:pt x="6539" y="9173"/>
                          <a:pt x="12376" y="9173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4" name="Google Shape;4284;p71"/>
                  <p:cNvSpPr/>
                  <p:nvPr/>
                </p:nvSpPr>
                <p:spPr>
                  <a:xfrm>
                    <a:off x="1631387" y="1570955"/>
                    <a:ext cx="85283" cy="74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43" fill="none" extrusionOk="0">
                        <a:moveTo>
                          <a:pt x="1" y="11142"/>
                        </a:moveTo>
                        <a:cubicBezTo>
                          <a:pt x="6539" y="11142"/>
                          <a:pt x="10275" y="7106"/>
                          <a:pt x="12810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5" name="Google Shape;4285;p71"/>
                  <p:cNvSpPr/>
                  <p:nvPr/>
                </p:nvSpPr>
                <p:spPr>
                  <a:xfrm>
                    <a:off x="1616453" y="1624776"/>
                    <a:ext cx="42868" cy="40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116" extrusionOk="0">
                        <a:moveTo>
                          <a:pt x="3199" y="1"/>
                        </a:moveTo>
                        <a:cubicBezTo>
                          <a:pt x="3079" y="1"/>
                          <a:pt x="2958" y="8"/>
                          <a:pt x="2835" y="23"/>
                        </a:cubicBezTo>
                        <a:cubicBezTo>
                          <a:pt x="1168" y="256"/>
                          <a:pt x="0" y="1757"/>
                          <a:pt x="200" y="3425"/>
                        </a:cubicBezTo>
                        <a:cubicBezTo>
                          <a:pt x="386" y="4971"/>
                          <a:pt x="1717" y="6115"/>
                          <a:pt x="3239" y="6115"/>
                        </a:cubicBezTo>
                        <a:cubicBezTo>
                          <a:pt x="3359" y="6115"/>
                          <a:pt x="3481" y="6108"/>
                          <a:pt x="3603" y="6094"/>
                        </a:cubicBezTo>
                        <a:cubicBezTo>
                          <a:pt x="5271" y="5860"/>
                          <a:pt x="6438" y="4359"/>
                          <a:pt x="6238" y="2691"/>
                        </a:cubicBezTo>
                        <a:cubicBezTo>
                          <a:pt x="6052" y="1145"/>
                          <a:pt x="4721" y="1"/>
                          <a:pt x="319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6" name="Google Shape;4286;p71"/>
                  <p:cNvSpPr/>
                  <p:nvPr/>
                </p:nvSpPr>
                <p:spPr>
                  <a:xfrm>
                    <a:off x="1784849" y="1760975"/>
                    <a:ext cx="28654" cy="38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78" extrusionOk="0">
                        <a:moveTo>
                          <a:pt x="489" y="0"/>
                        </a:moveTo>
                        <a:cubicBezTo>
                          <a:pt x="234" y="0"/>
                          <a:pt x="1" y="207"/>
                          <a:pt x="1" y="514"/>
                        </a:cubicBezTo>
                        <a:lnTo>
                          <a:pt x="1" y="5284"/>
                        </a:lnTo>
                        <a:cubicBezTo>
                          <a:pt x="1" y="5575"/>
                          <a:pt x="229" y="5777"/>
                          <a:pt x="482" y="5777"/>
                        </a:cubicBezTo>
                        <a:cubicBezTo>
                          <a:pt x="577" y="5777"/>
                          <a:pt x="676" y="5748"/>
                          <a:pt x="768" y="5684"/>
                        </a:cubicBezTo>
                        <a:lnTo>
                          <a:pt x="4037" y="3383"/>
                        </a:lnTo>
                        <a:cubicBezTo>
                          <a:pt x="4304" y="3183"/>
                          <a:pt x="4304" y="2782"/>
                          <a:pt x="4037" y="2582"/>
                        </a:cubicBezTo>
                        <a:lnTo>
                          <a:pt x="801" y="114"/>
                        </a:lnTo>
                        <a:cubicBezTo>
                          <a:pt x="704" y="36"/>
                          <a:pt x="595" y="0"/>
                          <a:pt x="48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7" name="Google Shape;4287;p71"/>
                  <p:cNvSpPr/>
                  <p:nvPr/>
                </p:nvSpPr>
                <p:spPr>
                  <a:xfrm>
                    <a:off x="1784849" y="1490834"/>
                    <a:ext cx="28654" cy="38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57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3"/>
                        </a:lnTo>
                        <a:cubicBezTo>
                          <a:pt x="1" y="5554"/>
                          <a:pt x="229" y="5757"/>
                          <a:pt x="482" y="5757"/>
                        </a:cubicBezTo>
                        <a:cubicBezTo>
                          <a:pt x="577" y="5757"/>
                          <a:pt x="676" y="5728"/>
                          <a:pt x="768" y="5664"/>
                        </a:cubicBezTo>
                        <a:lnTo>
                          <a:pt x="4037" y="3395"/>
                        </a:lnTo>
                        <a:cubicBezTo>
                          <a:pt x="4304" y="3195"/>
                          <a:pt x="4304" y="2795"/>
                          <a:pt x="4037" y="2561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288" name="Google Shape;4288;p71"/>
                  <p:cNvGrpSpPr/>
                  <p:nvPr/>
                </p:nvGrpSpPr>
                <p:grpSpPr>
                  <a:xfrm>
                    <a:off x="1839639" y="1475379"/>
                    <a:ext cx="77067" cy="341643"/>
                    <a:chOff x="1839639" y="1475379"/>
                    <a:chExt cx="77067" cy="341643"/>
                  </a:xfrm>
                </p:grpSpPr>
                <p:sp>
                  <p:nvSpPr>
                    <p:cNvPr id="4289" name="Google Shape;4289;p71"/>
                    <p:cNvSpPr/>
                    <p:nvPr/>
                  </p:nvSpPr>
                  <p:spPr>
                    <a:xfrm>
                      <a:off x="1839639" y="1745481"/>
                      <a:ext cx="77067" cy="715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46" extrusionOk="0">
                          <a:moveTo>
                            <a:pt x="5775" y="1"/>
                          </a:moveTo>
                          <a:cubicBezTo>
                            <a:pt x="3179" y="1"/>
                            <a:pt x="889" y="1860"/>
                            <a:pt x="468" y="4506"/>
                          </a:cubicBezTo>
                          <a:cubicBezTo>
                            <a:pt x="1" y="7441"/>
                            <a:pt x="2002" y="10210"/>
                            <a:pt x="4904" y="10677"/>
                          </a:cubicBezTo>
                          <a:cubicBezTo>
                            <a:pt x="5194" y="10723"/>
                            <a:pt x="5483" y="10745"/>
                            <a:pt x="5768" y="10745"/>
                          </a:cubicBezTo>
                          <a:cubicBezTo>
                            <a:pt x="8364" y="10745"/>
                            <a:pt x="10655" y="8886"/>
                            <a:pt x="11075" y="6240"/>
                          </a:cubicBezTo>
                          <a:cubicBezTo>
                            <a:pt x="11576" y="3305"/>
                            <a:pt x="9574" y="536"/>
                            <a:pt x="6639" y="69"/>
                          </a:cubicBezTo>
                          <a:cubicBezTo>
                            <a:pt x="6349" y="23"/>
                            <a:pt x="6060" y="1"/>
                            <a:pt x="5775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90" name="Google Shape;4290;p71"/>
                    <p:cNvSpPr/>
                    <p:nvPr/>
                  </p:nvSpPr>
                  <p:spPr>
                    <a:xfrm>
                      <a:off x="1839639" y="1475379"/>
                      <a:ext cx="77067" cy="715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4" extrusionOk="0">
                          <a:moveTo>
                            <a:pt x="5736" y="0"/>
                          </a:moveTo>
                          <a:cubicBezTo>
                            <a:pt x="3156" y="0"/>
                            <a:pt x="887" y="1881"/>
                            <a:pt x="468" y="4513"/>
                          </a:cubicBezTo>
                          <a:cubicBezTo>
                            <a:pt x="1" y="7449"/>
                            <a:pt x="2002" y="10218"/>
                            <a:pt x="4904" y="10685"/>
                          </a:cubicBezTo>
                          <a:cubicBezTo>
                            <a:pt x="5194" y="10731"/>
                            <a:pt x="5483" y="10753"/>
                            <a:pt x="5768" y="10753"/>
                          </a:cubicBezTo>
                          <a:cubicBezTo>
                            <a:pt x="8364" y="10753"/>
                            <a:pt x="10655" y="8893"/>
                            <a:pt x="11075" y="6248"/>
                          </a:cubicBezTo>
                          <a:cubicBezTo>
                            <a:pt x="11576" y="3313"/>
                            <a:pt x="9574" y="544"/>
                            <a:pt x="6639" y="77"/>
                          </a:cubicBezTo>
                          <a:cubicBezTo>
                            <a:pt x="6335" y="25"/>
                            <a:pt x="6034" y="0"/>
                            <a:pt x="5736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291" name="Google Shape;4291;p71"/>
              <p:cNvGrpSpPr/>
              <p:nvPr/>
            </p:nvGrpSpPr>
            <p:grpSpPr>
              <a:xfrm>
                <a:off x="1398451" y="2012951"/>
                <a:ext cx="518255" cy="340828"/>
                <a:chOff x="1398451" y="2012951"/>
                <a:chExt cx="518255" cy="340828"/>
              </a:xfrm>
            </p:grpSpPr>
            <p:sp>
              <p:nvSpPr>
                <p:cNvPr id="4292" name="Google Shape;4292;p71"/>
                <p:cNvSpPr/>
                <p:nvPr/>
              </p:nvSpPr>
              <p:spPr>
                <a:xfrm>
                  <a:off x="1398451" y="2133928"/>
                  <a:ext cx="102166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6" h="14873" extrusionOk="0">
                      <a:moveTo>
                        <a:pt x="7697" y="0"/>
                      </a:moveTo>
                      <a:cubicBezTo>
                        <a:pt x="7535" y="0"/>
                        <a:pt x="7371" y="5"/>
                        <a:pt x="7206" y="16"/>
                      </a:cubicBezTo>
                      <a:cubicBezTo>
                        <a:pt x="3103" y="250"/>
                        <a:pt x="1" y="3785"/>
                        <a:pt x="268" y="7888"/>
                      </a:cubicBezTo>
                      <a:cubicBezTo>
                        <a:pt x="493" y="11846"/>
                        <a:pt x="3790" y="14872"/>
                        <a:pt x="7706" y="14872"/>
                      </a:cubicBezTo>
                      <a:cubicBezTo>
                        <a:pt x="7850" y="14872"/>
                        <a:pt x="7994" y="14868"/>
                        <a:pt x="8140" y="14860"/>
                      </a:cubicBezTo>
                      <a:cubicBezTo>
                        <a:pt x="12243" y="14593"/>
                        <a:pt x="15345" y="11057"/>
                        <a:pt x="15112" y="6954"/>
                      </a:cubicBezTo>
                      <a:cubicBezTo>
                        <a:pt x="14855" y="3016"/>
                        <a:pt x="11588" y="0"/>
                        <a:pt x="7697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93" name="Google Shape;4293;p71"/>
                <p:cNvGrpSpPr/>
                <p:nvPr/>
              </p:nvGrpSpPr>
              <p:grpSpPr>
                <a:xfrm>
                  <a:off x="1616453" y="2012951"/>
                  <a:ext cx="300253" cy="340828"/>
                  <a:chOff x="1616453" y="2013538"/>
                  <a:chExt cx="300253" cy="340828"/>
                </a:xfrm>
              </p:grpSpPr>
              <p:sp>
                <p:nvSpPr>
                  <p:cNvPr id="4294" name="Google Shape;4294;p71"/>
                  <p:cNvSpPr/>
                  <p:nvPr/>
                </p:nvSpPr>
                <p:spPr>
                  <a:xfrm>
                    <a:off x="1631387" y="2183474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5" name="Google Shape;4295;p71"/>
                  <p:cNvSpPr/>
                  <p:nvPr/>
                </p:nvSpPr>
                <p:spPr>
                  <a:xfrm>
                    <a:off x="1716447" y="2048220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9174"/>
                        </a:moveTo>
                        <a:cubicBezTo>
                          <a:pt x="1635" y="3870"/>
                          <a:pt x="6539" y="0"/>
                          <a:pt x="12376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6" name="Google Shape;4296;p71"/>
                  <p:cNvSpPr/>
                  <p:nvPr/>
                </p:nvSpPr>
                <p:spPr>
                  <a:xfrm>
                    <a:off x="1716447" y="2257422"/>
                    <a:ext cx="82400" cy="61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5" fill="none" extrusionOk="0">
                        <a:moveTo>
                          <a:pt x="1" y="1"/>
                        </a:moveTo>
                        <a:cubicBezTo>
                          <a:pt x="1635" y="5305"/>
                          <a:pt x="6539" y="9174"/>
                          <a:pt x="12376" y="9174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7" name="Google Shape;4297;p71"/>
                  <p:cNvSpPr/>
                  <p:nvPr/>
                </p:nvSpPr>
                <p:spPr>
                  <a:xfrm>
                    <a:off x="1631387" y="2109073"/>
                    <a:ext cx="85283" cy="743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75" fill="none" extrusionOk="0">
                        <a:moveTo>
                          <a:pt x="1" y="11175"/>
                        </a:moveTo>
                        <a:cubicBezTo>
                          <a:pt x="6539" y="11175"/>
                          <a:pt x="10275" y="7105"/>
                          <a:pt x="12810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8" name="Google Shape;4298;p71"/>
                  <p:cNvSpPr/>
                  <p:nvPr/>
                </p:nvSpPr>
                <p:spPr>
                  <a:xfrm>
                    <a:off x="1616453" y="2163114"/>
                    <a:ext cx="42868" cy="404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082" extrusionOk="0">
                        <a:moveTo>
                          <a:pt x="3241" y="0"/>
                        </a:moveTo>
                        <a:cubicBezTo>
                          <a:pt x="3118" y="0"/>
                          <a:pt x="2994" y="8"/>
                          <a:pt x="2869" y="23"/>
                        </a:cubicBezTo>
                        <a:cubicBezTo>
                          <a:pt x="1168" y="223"/>
                          <a:pt x="0" y="1724"/>
                          <a:pt x="200" y="3392"/>
                        </a:cubicBezTo>
                        <a:cubicBezTo>
                          <a:pt x="386" y="4937"/>
                          <a:pt x="1717" y="6082"/>
                          <a:pt x="3239" y="6082"/>
                        </a:cubicBezTo>
                        <a:cubicBezTo>
                          <a:pt x="3359" y="6082"/>
                          <a:pt x="3481" y="6075"/>
                          <a:pt x="3603" y="6060"/>
                        </a:cubicBezTo>
                        <a:cubicBezTo>
                          <a:pt x="5271" y="5860"/>
                          <a:pt x="6438" y="4326"/>
                          <a:pt x="6238" y="2658"/>
                        </a:cubicBezTo>
                        <a:cubicBezTo>
                          <a:pt x="6053" y="1115"/>
                          <a:pt x="4754" y="0"/>
                          <a:pt x="324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9" name="Google Shape;4299;p71"/>
                  <p:cNvSpPr/>
                  <p:nvPr/>
                </p:nvSpPr>
                <p:spPr>
                  <a:xfrm>
                    <a:off x="1784849" y="2299227"/>
                    <a:ext cx="28654" cy="38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85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4"/>
                        </a:lnTo>
                        <a:cubicBezTo>
                          <a:pt x="1" y="5561"/>
                          <a:pt x="240" y="5784"/>
                          <a:pt x="499" y="5784"/>
                        </a:cubicBezTo>
                        <a:cubicBezTo>
                          <a:pt x="589" y="5784"/>
                          <a:pt x="682" y="5757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5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00" name="Google Shape;4300;p71"/>
                  <p:cNvSpPr/>
                  <p:nvPr/>
                </p:nvSpPr>
                <p:spPr>
                  <a:xfrm>
                    <a:off x="1784849" y="2028946"/>
                    <a:ext cx="28654" cy="38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90" extrusionOk="0">
                        <a:moveTo>
                          <a:pt x="509" y="1"/>
                        </a:moveTo>
                        <a:cubicBezTo>
                          <a:pt x="247" y="1"/>
                          <a:pt x="1" y="203"/>
                          <a:pt x="1" y="494"/>
                        </a:cubicBezTo>
                        <a:lnTo>
                          <a:pt x="1" y="5264"/>
                        </a:lnTo>
                        <a:cubicBezTo>
                          <a:pt x="1" y="5580"/>
                          <a:pt x="231" y="5790"/>
                          <a:pt x="485" y="5790"/>
                        </a:cubicBezTo>
                        <a:cubicBezTo>
                          <a:pt x="580" y="5790"/>
                          <a:pt x="677" y="5761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6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1"/>
                          <a:pt x="50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01" name="Google Shape;4301;p71"/>
                  <p:cNvGrpSpPr/>
                  <p:nvPr/>
                </p:nvGrpSpPr>
                <p:grpSpPr>
                  <a:xfrm>
                    <a:off x="1839639" y="2013538"/>
                    <a:ext cx="77067" cy="340828"/>
                    <a:chOff x="1839639" y="2013538"/>
                    <a:chExt cx="77067" cy="340828"/>
                  </a:xfrm>
                </p:grpSpPr>
                <p:sp>
                  <p:nvSpPr>
                    <p:cNvPr id="4302" name="Google Shape;4302;p71"/>
                    <p:cNvSpPr/>
                    <p:nvPr/>
                  </p:nvSpPr>
                  <p:spPr>
                    <a:xfrm>
                      <a:off x="1839639" y="2282618"/>
                      <a:ext cx="77067" cy="717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77" extrusionOk="0">
                          <a:moveTo>
                            <a:pt x="5787" y="0"/>
                          </a:moveTo>
                          <a:cubicBezTo>
                            <a:pt x="3185" y="0"/>
                            <a:pt x="889" y="1889"/>
                            <a:pt x="468" y="4538"/>
                          </a:cubicBezTo>
                          <a:cubicBezTo>
                            <a:pt x="1" y="7473"/>
                            <a:pt x="2002" y="10208"/>
                            <a:pt x="4938" y="10709"/>
                          </a:cubicBezTo>
                          <a:cubicBezTo>
                            <a:pt x="5221" y="10754"/>
                            <a:pt x="5503" y="10776"/>
                            <a:pt x="5781" y="10776"/>
                          </a:cubicBezTo>
                          <a:cubicBezTo>
                            <a:pt x="8358" y="10776"/>
                            <a:pt x="10654" y="8888"/>
                            <a:pt x="11075" y="6239"/>
                          </a:cubicBezTo>
                          <a:cubicBezTo>
                            <a:pt x="11576" y="3303"/>
                            <a:pt x="9574" y="535"/>
                            <a:pt x="6639" y="68"/>
                          </a:cubicBezTo>
                          <a:cubicBezTo>
                            <a:pt x="6352" y="22"/>
                            <a:pt x="6068" y="0"/>
                            <a:pt x="5787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03" name="Google Shape;4303;p71"/>
                    <p:cNvSpPr/>
                    <p:nvPr/>
                  </p:nvSpPr>
                  <p:spPr>
                    <a:xfrm>
                      <a:off x="1839639" y="2013538"/>
                      <a:ext cx="77067" cy="715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3" extrusionOk="0">
                          <a:moveTo>
                            <a:pt x="5786" y="1"/>
                          </a:moveTo>
                          <a:cubicBezTo>
                            <a:pt x="3185" y="1"/>
                            <a:pt x="889" y="1886"/>
                            <a:pt x="468" y="4505"/>
                          </a:cubicBezTo>
                          <a:cubicBezTo>
                            <a:pt x="1" y="7440"/>
                            <a:pt x="2002" y="10209"/>
                            <a:pt x="4904" y="10676"/>
                          </a:cubicBezTo>
                          <a:cubicBezTo>
                            <a:pt x="5208" y="10728"/>
                            <a:pt x="5509" y="10753"/>
                            <a:pt x="5807" y="10753"/>
                          </a:cubicBezTo>
                          <a:cubicBezTo>
                            <a:pt x="8387" y="10753"/>
                            <a:pt x="10657" y="8872"/>
                            <a:pt x="11075" y="6240"/>
                          </a:cubicBezTo>
                          <a:cubicBezTo>
                            <a:pt x="11576" y="3304"/>
                            <a:pt x="9574" y="535"/>
                            <a:pt x="6639" y="68"/>
                          </a:cubicBezTo>
                          <a:cubicBezTo>
                            <a:pt x="6352" y="23"/>
                            <a:pt x="6067" y="1"/>
                            <a:pt x="5786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</p:grpSp>
      <p:grpSp>
        <p:nvGrpSpPr>
          <p:cNvPr id="4304" name="Google Shape;4304;p71"/>
          <p:cNvGrpSpPr/>
          <p:nvPr/>
        </p:nvGrpSpPr>
        <p:grpSpPr>
          <a:xfrm>
            <a:off x="966649" y="4532688"/>
            <a:ext cx="1824908" cy="910557"/>
            <a:chOff x="724986" y="3605478"/>
            <a:chExt cx="1368681" cy="682918"/>
          </a:xfrm>
        </p:grpSpPr>
        <p:grpSp>
          <p:nvGrpSpPr>
            <p:cNvPr id="4305" name="Google Shape;4305;p71"/>
            <p:cNvGrpSpPr/>
            <p:nvPr/>
          </p:nvGrpSpPr>
          <p:grpSpPr>
            <a:xfrm>
              <a:off x="1289102" y="3823629"/>
              <a:ext cx="240442" cy="250435"/>
              <a:chOff x="-165066" y="3843615"/>
              <a:chExt cx="221259" cy="230455"/>
            </a:xfrm>
          </p:grpSpPr>
          <p:sp>
            <p:nvSpPr>
              <p:cNvPr id="4306" name="Google Shape;4306;p71"/>
              <p:cNvSpPr/>
              <p:nvPr/>
            </p:nvSpPr>
            <p:spPr>
              <a:xfrm>
                <a:off x="-16506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7950" y="0"/>
                    </a:moveTo>
                    <a:cubicBezTo>
                      <a:pt x="7325" y="0"/>
                      <a:pt x="7031" y="353"/>
                      <a:pt x="6905" y="861"/>
                    </a:cubicBezTo>
                    <a:cubicBezTo>
                      <a:pt x="6789" y="843"/>
                      <a:pt x="6673" y="834"/>
                      <a:pt x="6560" y="834"/>
                    </a:cubicBezTo>
                    <a:cubicBezTo>
                      <a:pt x="5374" y="834"/>
                      <a:pt x="4369" y="1804"/>
                      <a:pt x="4378" y="3035"/>
                    </a:cubicBezTo>
                    <a:cubicBezTo>
                      <a:pt x="4378" y="3093"/>
                      <a:pt x="4384" y="3152"/>
                      <a:pt x="4388" y="3210"/>
                    </a:cubicBezTo>
                    <a:cubicBezTo>
                      <a:pt x="4095" y="3091"/>
                      <a:pt x="3789" y="3034"/>
                      <a:pt x="3486" y="3034"/>
                    </a:cubicBezTo>
                    <a:cubicBezTo>
                      <a:pt x="2814" y="3034"/>
                      <a:pt x="2155" y="3317"/>
                      <a:pt x="1689" y="3841"/>
                    </a:cubicBezTo>
                    <a:cubicBezTo>
                      <a:pt x="1013" y="4601"/>
                      <a:pt x="893" y="5704"/>
                      <a:pt x="1385" y="6594"/>
                    </a:cubicBezTo>
                    <a:cubicBezTo>
                      <a:pt x="0" y="7697"/>
                      <a:pt x="117" y="9839"/>
                      <a:pt x="1618" y="10780"/>
                    </a:cubicBezTo>
                    <a:cubicBezTo>
                      <a:pt x="664" y="11961"/>
                      <a:pt x="1036" y="13721"/>
                      <a:pt x="2388" y="14417"/>
                    </a:cubicBezTo>
                    <a:cubicBezTo>
                      <a:pt x="2375" y="14508"/>
                      <a:pt x="2372" y="14595"/>
                      <a:pt x="2372" y="14685"/>
                    </a:cubicBezTo>
                    <a:cubicBezTo>
                      <a:pt x="2372" y="15776"/>
                      <a:pt x="3106" y="16727"/>
                      <a:pt x="4161" y="17002"/>
                    </a:cubicBezTo>
                    <a:cubicBezTo>
                      <a:pt x="4473" y="17901"/>
                      <a:pt x="5317" y="18472"/>
                      <a:pt x="6226" y="18472"/>
                    </a:cubicBezTo>
                    <a:cubicBezTo>
                      <a:pt x="6429" y="18472"/>
                      <a:pt x="6635" y="18443"/>
                      <a:pt x="6840" y="18383"/>
                    </a:cubicBezTo>
                    <a:cubicBezTo>
                      <a:pt x="6888" y="19128"/>
                      <a:pt x="7157" y="19697"/>
                      <a:pt x="7953" y="19697"/>
                    </a:cubicBezTo>
                    <a:cubicBezTo>
                      <a:pt x="9074" y="19697"/>
                      <a:pt x="9059" y="18730"/>
                      <a:pt x="9075" y="18730"/>
                    </a:cubicBezTo>
                    <a:cubicBezTo>
                      <a:pt x="9075" y="18730"/>
                      <a:pt x="9075" y="18730"/>
                      <a:pt x="9075" y="18730"/>
                    </a:cubicBezTo>
                    <a:cubicBezTo>
                      <a:pt x="9072" y="18726"/>
                      <a:pt x="9046" y="1055"/>
                      <a:pt x="9033" y="1055"/>
                    </a:cubicBezTo>
                    <a:cubicBezTo>
                      <a:pt x="9033" y="1055"/>
                      <a:pt x="9033" y="1055"/>
                      <a:pt x="9033" y="1055"/>
                    </a:cubicBezTo>
                    <a:cubicBezTo>
                      <a:pt x="9014" y="919"/>
                      <a:pt x="8982" y="790"/>
                      <a:pt x="8936" y="660"/>
                    </a:cubicBezTo>
                    <a:cubicBezTo>
                      <a:pt x="8784" y="259"/>
                      <a:pt x="8490" y="0"/>
                      <a:pt x="7950" y="0"/>
                    </a:cubicBezTo>
                    <a:close/>
                  </a:path>
                </a:pathLst>
              </a:custGeom>
              <a:solidFill>
                <a:srgbClr val="E4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07" name="Google Shape;4307;p71"/>
              <p:cNvSpPr/>
              <p:nvPr/>
            </p:nvSpPr>
            <p:spPr>
              <a:xfrm>
                <a:off x="-100985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3573" y="1"/>
                    </a:moveTo>
                    <a:cubicBezTo>
                      <a:pt x="3573" y="1"/>
                      <a:pt x="1" y="221"/>
                      <a:pt x="997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08" name="Google Shape;4308;p71"/>
              <p:cNvSpPr/>
              <p:nvPr/>
            </p:nvSpPr>
            <p:spPr>
              <a:xfrm>
                <a:off x="-86594" y="3875146"/>
                <a:ext cx="27296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2198" fill="none" extrusionOk="0">
                    <a:moveTo>
                      <a:pt x="0" y="696"/>
                    </a:moveTo>
                    <a:cubicBezTo>
                      <a:pt x="0" y="696"/>
                      <a:pt x="2333" y="0"/>
                      <a:pt x="2333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09" name="Google Shape;4309;p71"/>
              <p:cNvSpPr/>
              <p:nvPr/>
            </p:nvSpPr>
            <p:spPr>
              <a:xfrm>
                <a:off x="-113855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1" y="1"/>
                    </a:moveTo>
                    <a:cubicBezTo>
                      <a:pt x="1" y="1"/>
                      <a:pt x="1" y="1056"/>
                      <a:pt x="768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0" name="Google Shape;4310;p71"/>
              <p:cNvSpPr/>
              <p:nvPr/>
            </p:nvSpPr>
            <p:spPr>
              <a:xfrm>
                <a:off x="-148861" y="3908679"/>
                <a:ext cx="53340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1328" fill="none" extrusionOk="0">
                    <a:moveTo>
                      <a:pt x="0" y="1030"/>
                    </a:moveTo>
                    <a:cubicBezTo>
                      <a:pt x="1301" y="1"/>
                      <a:pt x="2559" y="1327"/>
                      <a:pt x="2559" y="1327"/>
                    </a:cubicBezTo>
                    <a:cubicBezTo>
                      <a:pt x="2559" y="1327"/>
                      <a:pt x="2828" y="150"/>
                      <a:pt x="4559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1" name="Google Shape;4311;p71"/>
              <p:cNvSpPr/>
              <p:nvPr/>
            </p:nvSpPr>
            <p:spPr>
              <a:xfrm>
                <a:off x="-137430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10" y="4439"/>
                    </a:moveTo>
                    <a:cubicBezTo>
                      <a:pt x="10" y="4439"/>
                      <a:pt x="0" y="2220"/>
                      <a:pt x="1718" y="2437"/>
                    </a:cubicBezTo>
                    <a:cubicBezTo>
                      <a:pt x="1718" y="2437"/>
                      <a:pt x="828" y="1217"/>
                      <a:pt x="2401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2" name="Google Shape;4312;p71"/>
              <p:cNvSpPr/>
              <p:nvPr/>
            </p:nvSpPr>
            <p:spPr>
              <a:xfrm>
                <a:off x="-122021" y="4015429"/>
                <a:ext cx="12461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2767" fill="none" extrusionOk="0">
                    <a:moveTo>
                      <a:pt x="1064" y="0"/>
                    </a:moveTo>
                    <a:cubicBezTo>
                      <a:pt x="1064" y="0"/>
                      <a:pt x="0" y="1146"/>
                      <a:pt x="702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3" name="Google Shape;4313;p71"/>
              <p:cNvSpPr/>
              <p:nvPr/>
            </p:nvSpPr>
            <p:spPr>
              <a:xfrm>
                <a:off x="-95533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3097" y="197"/>
                    </a:moveTo>
                    <a:cubicBezTo>
                      <a:pt x="1463" y="0"/>
                      <a:pt x="764" y="1579"/>
                      <a:pt x="764" y="1579"/>
                    </a:cubicBezTo>
                    <a:cubicBezTo>
                      <a:pt x="764" y="1579"/>
                      <a:pt x="334" y="1391"/>
                      <a:pt x="1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4" name="Google Shape;4314;p71"/>
              <p:cNvSpPr/>
              <p:nvPr/>
            </p:nvSpPr>
            <p:spPr>
              <a:xfrm>
                <a:off x="-123355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2735" y="0"/>
                    </a:moveTo>
                    <a:cubicBezTo>
                      <a:pt x="2735" y="0"/>
                      <a:pt x="1085" y="1530"/>
                      <a:pt x="1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5" name="Google Shape;4315;p71"/>
              <p:cNvSpPr/>
              <p:nvPr/>
            </p:nvSpPr>
            <p:spPr>
              <a:xfrm>
                <a:off x="-91367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1" y="434"/>
                    </a:moveTo>
                    <a:cubicBezTo>
                      <a:pt x="1" y="434"/>
                      <a:pt x="1709" y="1"/>
                      <a:pt x="2741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6" name="Google Shape;4316;p71"/>
              <p:cNvSpPr/>
              <p:nvPr/>
            </p:nvSpPr>
            <p:spPr>
              <a:xfrm>
                <a:off x="-4999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1127" y="0"/>
                    </a:moveTo>
                    <a:cubicBezTo>
                      <a:pt x="586" y="0"/>
                      <a:pt x="292" y="259"/>
                      <a:pt x="140" y="660"/>
                    </a:cubicBezTo>
                    <a:cubicBezTo>
                      <a:pt x="95" y="790"/>
                      <a:pt x="62" y="919"/>
                      <a:pt x="43" y="1055"/>
                    </a:cubicBezTo>
                    <a:cubicBezTo>
                      <a:pt x="43" y="1055"/>
                      <a:pt x="43" y="1055"/>
                      <a:pt x="43" y="1055"/>
                    </a:cubicBezTo>
                    <a:cubicBezTo>
                      <a:pt x="30" y="1055"/>
                      <a:pt x="4" y="18726"/>
                      <a:pt x="1" y="18730"/>
                    </a:cubicBezTo>
                    <a:cubicBezTo>
                      <a:pt x="1" y="18730"/>
                      <a:pt x="1" y="18730"/>
                      <a:pt x="1" y="18730"/>
                    </a:cubicBezTo>
                    <a:cubicBezTo>
                      <a:pt x="17" y="18730"/>
                      <a:pt x="3" y="19697"/>
                      <a:pt x="1123" y="19697"/>
                    </a:cubicBezTo>
                    <a:cubicBezTo>
                      <a:pt x="1919" y="19697"/>
                      <a:pt x="2188" y="19128"/>
                      <a:pt x="2236" y="18383"/>
                    </a:cubicBezTo>
                    <a:cubicBezTo>
                      <a:pt x="2441" y="18443"/>
                      <a:pt x="2647" y="18472"/>
                      <a:pt x="2850" y="18472"/>
                    </a:cubicBezTo>
                    <a:cubicBezTo>
                      <a:pt x="3758" y="18472"/>
                      <a:pt x="4600" y="17901"/>
                      <a:pt x="4915" y="17002"/>
                    </a:cubicBezTo>
                    <a:cubicBezTo>
                      <a:pt x="5970" y="16727"/>
                      <a:pt x="6704" y="15776"/>
                      <a:pt x="6704" y="14685"/>
                    </a:cubicBezTo>
                    <a:cubicBezTo>
                      <a:pt x="6704" y="14595"/>
                      <a:pt x="6698" y="14508"/>
                      <a:pt x="6688" y="14417"/>
                    </a:cubicBezTo>
                    <a:cubicBezTo>
                      <a:pt x="8040" y="13725"/>
                      <a:pt x="8412" y="11961"/>
                      <a:pt x="7458" y="10780"/>
                    </a:cubicBezTo>
                    <a:cubicBezTo>
                      <a:pt x="8956" y="9839"/>
                      <a:pt x="9076" y="7697"/>
                      <a:pt x="7691" y="6594"/>
                    </a:cubicBezTo>
                    <a:cubicBezTo>
                      <a:pt x="8183" y="5704"/>
                      <a:pt x="8060" y="4601"/>
                      <a:pt x="7387" y="3841"/>
                    </a:cubicBezTo>
                    <a:cubicBezTo>
                      <a:pt x="6921" y="3315"/>
                      <a:pt x="6264" y="3033"/>
                      <a:pt x="5593" y="3033"/>
                    </a:cubicBezTo>
                    <a:cubicBezTo>
                      <a:pt x="5289" y="3033"/>
                      <a:pt x="4982" y="3091"/>
                      <a:pt x="4689" y="3210"/>
                    </a:cubicBezTo>
                    <a:cubicBezTo>
                      <a:pt x="4692" y="3152"/>
                      <a:pt x="4695" y="3093"/>
                      <a:pt x="4695" y="3035"/>
                    </a:cubicBezTo>
                    <a:cubicBezTo>
                      <a:pt x="4704" y="1804"/>
                      <a:pt x="3702" y="834"/>
                      <a:pt x="2514" y="834"/>
                    </a:cubicBezTo>
                    <a:cubicBezTo>
                      <a:pt x="2400" y="834"/>
                      <a:pt x="2285" y="843"/>
                      <a:pt x="2168" y="861"/>
                    </a:cubicBezTo>
                    <a:cubicBezTo>
                      <a:pt x="2045" y="353"/>
                      <a:pt x="1751" y="0"/>
                      <a:pt x="1127" y="0"/>
                    </a:cubicBezTo>
                    <a:close/>
                  </a:path>
                </a:pathLst>
              </a:custGeom>
              <a:solidFill>
                <a:srgbClr val="40566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7" name="Google Shape;4317;p71"/>
              <p:cNvSpPr/>
              <p:nvPr/>
            </p:nvSpPr>
            <p:spPr>
              <a:xfrm>
                <a:off x="-49692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1" y="1"/>
                    </a:moveTo>
                    <a:cubicBezTo>
                      <a:pt x="1" y="1"/>
                      <a:pt x="3572" y="221"/>
                      <a:pt x="2573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8" name="Google Shape;4318;p71"/>
              <p:cNvSpPr/>
              <p:nvPr/>
            </p:nvSpPr>
            <p:spPr>
              <a:xfrm>
                <a:off x="-49575" y="3875146"/>
                <a:ext cx="27261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2198" fill="none" extrusionOk="0">
                    <a:moveTo>
                      <a:pt x="2330" y="696"/>
                    </a:moveTo>
                    <a:cubicBezTo>
                      <a:pt x="2330" y="696"/>
                      <a:pt x="0" y="0"/>
                      <a:pt x="0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9" name="Google Shape;4319;p71"/>
              <p:cNvSpPr/>
              <p:nvPr/>
            </p:nvSpPr>
            <p:spPr>
              <a:xfrm>
                <a:off x="-4003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767" y="1"/>
                    </a:moveTo>
                    <a:cubicBezTo>
                      <a:pt x="767" y="1"/>
                      <a:pt x="767" y="1056"/>
                      <a:pt x="1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0" name="Google Shape;4320;p71"/>
              <p:cNvSpPr/>
              <p:nvPr/>
            </p:nvSpPr>
            <p:spPr>
              <a:xfrm>
                <a:off x="-13352" y="3908679"/>
                <a:ext cx="53352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60" h="1328" fill="none" extrusionOk="0">
                    <a:moveTo>
                      <a:pt x="4559" y="1030"/>
                    </a:moveTo>
                    <a:cubicBezTo>
                      <a:pt x="3258" y="1"/>
                      <a:pt x="1997" y="1327"/>
                      <a:pt x="1997" y="1327"/>
                    </a:cubicBezTo>
                    <a:cubicBezTo>
                      <a:pt x="1997" y="1327"/>
                      <a:pt x="1731" y="150"/>
                      <a:pt x="1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1" name="Google Shape;4321;p71"/>
              <p:cNvSpPr/>
              <p:nvPr/>
            </p:nvSpPr>
            <p:spPr>
              <a:xfrm>
                <a:off x="466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2391" y="4439"/>
                    </a:moveTo>
                    <a:cubicBezTo>
                      <a:pt x="2391" y="4439"/>
                      <a:pt x="2401" y="2220"/>
                      <a:pt x="683" y="2437"/>
                    </a:cubicBezTo>
                    <a:cubicBezTo>
                      <a:pt x="683" y="2437"/>
                      <a:pt x="1573" y="1217"/>
                      <a:pt x="0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2" name="Google Shape;4322;p71"/>
              <p:cNvSpPr/>
              <p:nvPr/>
            </p:nvSpPr>
            <p:spPr>
              <a:xfrm>
                <a:off x="688" y="4015429"/>
                <a:ext cx="12472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2767" fill="none" extrusionOk="0">
                    <a:moveTo>
                      <a:pt x="1" y="0"/>
                    </a:moveTo>
                    <a:cubicBezTo>
                      <a:pt x="1" y="0"/>
                      <a:pt x="1065" y="1146"/>
                      <a:pt x="363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3" name="Google Shape;4323;p71"/>
              <p:cNvSpPr/>
              <p:nvPr/>
            </p:nvSpPr>
            <p:spPr>
              <a:xfrm>
                <a:off x="-49575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0" y="197"/>
                    </a:moveTo>
                    <a:cubicBezTo>
                      <a:pt x="1631" y="0"/>
                      <a:pt x="2330" y="1579"/>
                      <a:pt x="2330" y="1579"/>
                    </a:cubicBezTo>
                    <a:cubicBezTo>
                      <a:pt x="2330" y="1579"/>
                      <a:pt x="2763" y="1391"/>
                      <a:pt x="3097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4" name="Google Shape;4324;p71"/>
              <p:cNvSpPr/>
              <p:nvPr/>
            </p:nvSpPr>
            <p:spPr>
              <a:xfrm>
                <a:off x="-17517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1" y="0"/>
                    </a:moveTo>
                    <a:cubicBezTo>
                      <a:pt x="1" y="0"/>
                      <a:pt x="1651" y="1530"/>
                      <a:pt x="2734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5" name="Google Shape;4325;p71"/>
              <p:cNvSpPr/>
              <p:nvPr/>
            </p:nvSpPr>
            <p:spPr>
              <a:xfrm>
                <a:off x="-49575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2741" y="434"/>
                    </a:moveTo>
                    <a:cubicBezTo>
                      <a:pt x="2741" y="434"/>
                      <a:pt x="1032" y="1"/>
                      <a:pt x="0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6" name="Google Shape;4326;p71"/>
            <p:cNvGrpSpPr/>
            <p:nvPr/>
          </p:nvGrpSpPr>
          <p:grpSpPr>
            <a:xfrm>
              <a:off x="724986" y="3605478"/>
              <a:ext cx="1368681" cy="682918"/>
              <a:chOff x="724986" y="3605478"/>
              <a:chExt cx="1368681" cy="682918"/>
            </a:xfrm>
          </p:grpSpPr>
          <p:grpSp>
            <p:nvGrpSpPr>
              <p:cNvPr id="4327" name="Google Shape;4327;p71"/>
              <p:cNvGrpSpPr/>
              <p:nvPr/>
            </p:nvGrpSpPr>
            <p:grpSpPr>
              <a:xfrm>
                <a:off x="1498221" y="4047614"/>
                <a:ext cx="529172" cy="240783"/>
                <a:chOff x="1498221" y="4047614"/>
                <a:chExt cx="529172" cy="240783"/>
              </a:xfrm>
            </p:grpSpPr>
            <p:grpSp>
              <p:nvGrpSpPr>
                <p:cNvPr id="4328" name="Google Shape;4328;p71"/>
                <p:cNvGrpSpPr/>
                <p:nvPr/>
              </p:nvGrpSpPr>
              <p:grpSpPr>
                <a:xfrm>
                  <a:off x="1826655" y="4224370"/>
                  <a:ext cx="200738" cy="25631"/>
                  <a:chOff x="1826655" y="4224370"/>
                  <a:chExt cx="200738" cy="25631"/>
                </a:xfrm>
              </p:grpSpPr>
              <p:sp>
                <p:nvSpPr>
                  <p:cNvPr id="4329" name="Google Shape;4329;p71"/>
                  <p:cNvSpPr/>
                  <p:nvPr/>
                </p:nvSpPr>
                <p:spPr>
                  <a:xfrm>
                    <a:off x="1826655" y="4238011"/>
                    <a:ext cx="17509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35" h="1" fill="none" extrusionOk="0">
                        <a:moveTo>
                          <a:pt x="1" y="0"/>
                        </a:moveTo>
                        <a:lnTo>
                          <a:pt x="36535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30" name="Google Shape;4330;p71"/>
                  <p:cNvSpPr/>
                  <p:nvPr/>
                </p:nvSpPr>
                <p:spPr>
                  <a:xfrm>
                    <a:off x="2000728" y="4224370"/>
                    <a:ext cx="26665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51" extrusionOk="0">
                        <a:moveTo>
                          <a:pt x="2887" y="0"/>
                        </a:moveTo>
                        <a:cubicBezTo>
                          <a:pt x="2190" y="0"/>
                          <a:pt x="1506" y="271"/>
                          <a:pt x="996" y="783"/>
                        </a:cubicBezTo>
                        <a:cubicBezTo>
                          <a:pt x="230" y="1550"/>
                          <a:pt x="0" y="2699"/>
                          <a:pt x="416" y="3698"/>
                        </a:cubicBezTo>
                        <a:cubicBezTo>
                          <a:pt x="828" y="4698"/>
                          <a:pt x="1806" y="5351"/>
                          <a:pt x="2886" y="5351"/>
                        </a:cubicBezTo>
                        <a:cubicBezTo>
                          <a:pt x="4363" y="5351"/>
                          <a:pt x="5560" y="4150"/>
                          <a:pt x="5563" y="2677"/>
                        </a:cubicBezTo>
                        <a:cubicBezTo>
                          <a:pt x="5560" y="1593"/>
                          <a:pt x="4911" y="619"/>
                          <a:pt x="3911" y="203"/>
                        </a:cubicBezTo>
                        <a:cubicBezTo>
                          <a:pt x="3580" y="67"/>
                          <a:pt x="3232" y="0"/>
                          <a:pt x="2887" y="0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31" name="Google Shape;4331;p71"/>
                <p:cNvGrpSpPr/>
                <p:nvPr/>
              </p:nvGrpSpPr>
              <p:grpSpPr>
                <a:xfrm>
                  <a:off x="1498221" y="4047614"/>
                  <a:ext cx="328444" cy="240783"/>
                  <a:chOff x="1498221" y="4047614"/>
                  <a:chExt cx="328444" cy="240783"/>
                </a:xfrm>
              </p:grpSpPr>
              <p:sp>
                <p:nvSpPr>
                  <p:cNvPr id="4332" name="Google Shape;4332;p71"/>
                  <p:cNvSpPr/>
                  <p:nvPr/>
                </p:nvSpPr>
                <p:spPr>
                  <a:xfrm>
                    <a:off x="1648778" y="4185661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50" y="1"/>
                        </a:moveTo>
                        <a:cubicBezTo>
                          <a:pt x="2218" y="1"/>
                          <a:pt x="0" y="2679"/>
                          <a:pt x="0" y="5984"/>
                        </a:cubicBezTo>
                        <a:lnTo>
                          <a:pt x="0" y="15461"/>
                        </a:lnTo>
                        <a:cubicBezTo>
                          <a:pt x="0" y="18766"/>
                          <a:pt x="2218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4" y="21447"/>
                          <a:pt x="37118" y="18766"/>
                          <a:pt x="37118" y="15461"/>
                        </a:cubicBezTo>
                        <a:lnTo>
                          <a:pt x="37118" y="5984"/>
                        </a:lnTo>
                        <a:cubicBezTo>
                          <a:pt x="37118" y="2679"/>
                          <a:pt x="34904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33" name="Google Shape;4333;p71"/>
                  <p:cNvGrpSpPr/>
                  <p:nvPr/>
                </p:nvGrpSpPr>
                <p:grpSpPr>
                  <a:xfrm>
                    <a:off x="1498221" y="4047614"/>
                    <a:ext cx="150566" cy="190416"/>
                    <a:chOff x="1498221" y="4047614"/>
                    <a:chExt cx="150566" cy="190416"/>
                  </a:xfrm>
                </p:grpSpPr>
                <p:sp>
                  <p:nvSpPr>
                    <p:cNvPr id="4334" name="Google Shape;4334;p71"/>
                    <p:cNvSpPr/>
                    <p:nvPr/>
                  </p:nvSpPr>
                  <p:spPr>
                    <a:xfrm>
                      <a:off x="1510686" y="4060421"/>
                      <a:ext cx="138101" cy="1776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16" h="37079" fill="none" extrusionOk="0">
                          <a:moveTo>
                            <a:pt x="28815" y="37078"/>
                          </a:moveTo>
                          <a:lnTo>
                            <a:pt x="17922" y="37078"/>
                          </a:lnTo>
                          <a:cubicBezTo>
                            <a:pt x="14829" y="37078"/>
                            <a:pt x="14212" y="33613"/>
                            <a:pt x="14212" y="33613"/>
                          </a:cubicBezTo>
                          <a:lnTo>
                            <a:pt x="14212" y="10631"/>
                          </a:lnTo>
                          <a:lnTo>
                            <a:pt x="0" y="10631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35" name="Google Shape;4335;p71"/>
                    <p:cNvSpPr/>
                    <p:nvPr/>
                  </p:nvSpPr>
                  <p:spPr>
                    <a:xfrm>
                      <a:off x="1498221" y="4047614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6" y="1"/>
                          </a:moveTo>
                          <a:cubicBezTo>
                            <a:pt x="1806" y="1"/>
                            <a:pt x="828" y="654"/>
                            <a:pt x="416" y="1653"/>
                          </a:cubicBezTo>
                          <a:cubicBezTo>
                            <a:pt x="0" y="2649"/>
                            <a:pt x="230" y="3802"/>
                            <a:pt x="996" y="4564"/>
                          </a:cubicBezTo>
                          <a:cubicBezTo>
                            <a:pt x="1506" y="5077"/>
                            <a:pt x="2190" y="5349"/>
                            <a:pt x="2886" y="5349"/>
                          </a:cubicBezTo>
                          <a:cubicBezTo>
                            <a:pt x="3232" y="5349"/>
                            <a:pt x="3580" y="5282"/>
                            <a:pt x="3911" y="5144"/>
                          </a:cubicBezTo>
                          <a:cubicBezTo>
                            <a:pt x="4910" y="4732"/>
                            <a:pt x="5560" y="3758"/>
                            <a:pt x="5560" y="2675"/>
                          </a:cubicBezTo>
                          <a:cubicBezTo>
                            <a:pt x="5560" y="1197"/>
                            <a:pt x="4363" y="1"/>
                            <a:pt x="2886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336" name="Google Shape;4336;p71"/>
              <p:cNvGrpSpPr/>
              <p:nvPr/>
            </p:nvGrpSpPr>
            <p:grpSpPr>
              <a:xfrm>
                <a:off x="1560718" y="3800594"/>
                <a:ext cx="532948" cy="302090"/>
                <a:chOff x="1560718" y="3800594"/>
                <a:chExt cx="532948" cy="302090"/>
              </a:xfrm>
            </p:grpSpPr>
            <p:grpSp>
              <p:nvGrpSpPr>
                <p:cNvPr id="4337" name="Google Shape;4337;p71"/>
                <p:cNvGrpSpPr/>
                <p:nvPr/>
              </p:nvGrpSpPr>
              <p:grpSpPr>
                <a:xfrm>
                  <a:off x="1912179" y="3827344"/>
                  <a:ext cx="181487" cy="25631"/>
                  <a:chOff x="1912179" y="3827344"/>
                  <a:chExt cx="181487" cy="25631"/>
                </a:xfrm>
              </p:grpSpPr>
              <p:sp>
                <p:nvSpPr>
                  <p:cNvPr id="4338" name="Google Shape;4338;p71"/>
                  <p:cNvSpPr/>
                  <p:nvPr/>
                </p:nvSpPr>
                <p:spPr>
                  <a:xfrm>
                    <a:off x="2067020" y="3827344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886" y="0"/>
                        </a:moveTo>
                        <a:cubicBezTo>
                          <a:pt x="1806" y="0"/>
                          <a:pt x="828" y="653"/>
                          <a:pt x="416" y="1653"/>
                        </a:cubicBezTo>
                        <a:cubicBezTo>
                          <a:pt x="0" y="2652"/>
                          <a:pt x="230" y="3801"/>
                          <a:pt x="993" y="4567"/>
                        </a:cubicBezTo>
                        <a:cubicBezTo>
                          <a:pt x="1505" y="5080"/>
                          <a:pt x="2190" y="5351"/>
                          <a:pt x="2887" y="5351"/>
                        </a:cubicBezTo>
                        <a:cubicBezTo>
                          <a:pt x="3232" y="5351"/>
                          <a:pt x="3580" y="5284"/>
                          <a:pt x="3911" y="5148"/>
                        </a:cubicBezTo>
                        <a:cubicBezTo>
                          <a:pt x="4910" y="4732"/>
                          <a:pt x="5560" y="3758"/>
                          <a:pt x="5560" y="2678"/>
                        </a:cubicBezTo>
                        <a:cubicBezTo>
                          <a:pt x="5560" y="1200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39" name="Google Shape;4339;p71"/>
                  <p:cNvSpPr/>
                  <p:nvPr/>
                </p:nvSpPr>
                <p:spPr>
                  <a:xfrm>
                    <a:off x="1912179" y="3842838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1" y="1"/>
                        </a:moveTo>
                        <a:lnTo>
                          <a:pt x="3272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40" name="Google Shape;4340;p71"/>
                <p:cNvGrpSpPr/>
                <p:nvPr/>
              </p:nvGrpSpPr>
              <p:grpSpPr>
                <a:xfrm>
                  <a:off x="1912179" y="4044505"/>
                  <a:ext cx="181487" cy="25622"/>
                  <a:chOff x="1912179" y="4044506"/>
                  <a:chExt cx="181487" cy="25622"/>
                </a:xfrm>
              </p:grpSpPr>
              <p:sp>
                <p:nvSpPr>
                  <p:cNvPr id="4341" name="Google Shape;4341;p71"/>
                  <p:cNvSpPr/>
                  <p:nvPr/>
                </p:nvSpPr>
                <p:spPr>
                  <a:xfrm>
                    <a:off x="2067020" y="4044505"/>
                    <a:ext cx="26646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3" y="4564"/>
                        </a:cubicBezTo>
                        <a:cubicBezTo>
                          <a:pt x="1505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0" y="4732"/>
                          <a:pt x="5560" y="3758"/>
                          <a:pt x="5560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42" name="Google Shape;4342;p71"/>
                  <p:cNvSpPr/>
                  <p:nvPr/>
                </p:nvSpPr>
                <p:spPr>
                  <a:xfrm>
                    <a:off x="1912179" y="4059966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32723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43" name="Google Shape;4343;p71"/>
                <p:cNvGrpSpPr/>
                <p:nvPr/>
              </p:nvGrpSpPr>
              <p:grpSpPr>
                <a:xfrm>
                  <a:off x="1560718" y="3800594"/>
                  <a:ext cx="351472" cy="302090"/>
                  <a:chOff x="1560718" y="3800594"/>
                  <a:chExt cx="351472" cy="302090"/>
                </a:xfrm>
              </p:grpSpPr>
              <p:grpSp>
                <p:nvGrpSpPr>
                  <p:cNvPr id="4344" name="Google Shape;4344;p71"/>
                  <p:cNvGrpSpPr/>
                  <p:nvPr/>
                </p:nvGrpSpPr>
                <p:grpSpPr>
                  <a:xfrm>
                    <a:off x="1560718" y="3842857"/>
                    <a:ext cx="173586" cy="217131"/>
                    <a:chOff x="1560718" y="3842857"/>
                    <a:chExt cx="173586" cy="217131"/>
                  </a:xfrm>
                </p:grpSpPr>
                <p:sp>
                  <p:nvSpPr>
                    <p:cNvPr id="4345" name="Google Shape;4345;p71"/>
                    <p:cNvSpPr/>
                    <p:nvPr/>
                  </p:nvSpPr>
                  <p:spPr>
                    <a:xfrm>
                      <a:off x="1560718" y="3951414"/>
                      <a:ext cx="84343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599" h="1" fill="none" extrusionOk="0">
                          <a:moveTo>
                            <a:pt x="1" y="0"/>
                          </a:moveTo>
                          <a:lnTo>
                            <a:pt x="17598" y="0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46" name="Google Shape;4346;p71"/>
                    <p:cNvSpPr/>
                    <p:nvPr/>
                  </p:nvSpPr>
                  <p:spPr>
                    <a:xfrm>
                      <a:off x="1631242" y="3936509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2" y="1"/>
                          </a:moveTo>
                          <a:cubicBezTo>
                            <a:pt x="1802" y="1"/>
                            <a:pt x="828" y="650"/>
                            <a:pt x="412" y="1649"/>
                          </a:cubicBezTo>
                          <a:cubicBezTo>
                            <a:pt x="0" y="2649"/>
                            <a:pt x="226" y="3798"/>
                            <a:pt x="993" y="4564"/>
                          </a:cubicBezTo>
                          <a:cubicBezTo>
                            <a:pt x="1502" y="5076"/>
                            <a:pt x="2187" y="5349"/>
                            <a:pt x="2883" y="5349"/>
                          </a:cubicBezTo>
                          <a:cubicBezTo>
                            <a:pt x="3228" y="5349"/>
                            <a:pt x="3576" y="5282"/>
                            <a:pt x="3907" y="5144"/>
                          </a:cubicBezTo>
                          <a:cubicBezTo>
                            <a:pt x="4907" y="4732"/>
                            <a:pt x="5556" y="3758"/>
                            <a:pt x="5560" y="2674"/>
                          </a:cubicBezTo>
                          <a:cubicBezTo>
                            <a:pt x="5560" y="1197"/>
                            <a:pt x="4360" y="1"/>
                            <a:pt x="2882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47" name="Google Shape;4347;p71"/>
                    <p:cNvSpPr/>
                    <p:nvPr/>
                  </p:nvSpPr>
                  <p:spPr>
                    <a:xfrm>
                      <a:off x="1645054" y="3842857"/>
                      <a:ext cx="89251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623" h="45330" fill="none" extrusionOk="0">
                          <a:moveTo>
                            <a:pt x="18623" y="45330"/>
                          </a:moveTo>
                          <a:lnTo>
                            <a:pt x="5625" y="45330"/>
                          </a:lnTo>
                          <a:cubicBezTo>
                            <a:pt x="2889" y="45330"/>
                            <a:pt x="0" y="42619"/>
                            <a:pt x="0" y="35634"/>
                          </a:cubicBezTo>
                          <a:lnTo>
                            <a:pt x="0" y="9697"/>
                          </a:lnTo>
                          <a:cubicBezTo>
                            <a:pt x="0" y="2711"/>
                            <a:pt x="2889" y="1"/>
                            <a:pt x="5625" y="1"/>
                          </a:cubicBezTo>
                          <a:lnTo>
                            <a:pt x="18623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348" name="Google Shape;4348;p71"/>
                  <p:cNvSpPr/>
                  <p:nvPr/>
                </p:nvSpPr>
                <p:spPr>
                  <a:xfrm>
                    <a:off x="1733808" y="3800594"/>
                    <a:ext cx="177874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5" h="21447" extrusionOk="0">
                        <a:moveTo>
                          <a:pt x="4951" y="0"/>
                        </a:moveTo>
                        <a:cubicBezTo>
                          <a:pt x="2215" y="0"/>
                          <a:pt x="1" y="2678"/>
                          <a:pt x="1" y="5983"/>
                        </a:cubicBezTo>
                        <a:lnTo>
                          <a:pt x="1" y="15460"/>
                        </a:lnTo>
                        <a:cubicBezTo>
                          <a:pt x="1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1" y="21446"/>
                          <a:pt x="37115" y="18765"/>
                          <a:pt x="37115" y="15460"/>
                        </a:cubicBezTo>
                        <a:lnTo>
                          <a:pt x="37115" y="5983"/>
                        </a:lnTo>
                        <a:cubicBezTo>
                          <a:pt x="37115" y="2678"/>
                          <a:pt x="34901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49" name="Google Shape;4349;p71"/>
                  <p:cNvSpPr/>
                  <p:nvPr/>
                </p:nvSpPr>
                <p:spPr>
                  <a:xfrm>
                    <a:off x="1734297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51" y="1"/>
                        </a:moveTo>
                        <a:cubicBezTo>
                          <a:pt x="2219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3"/>
                          <a:pt x="4951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9" y="18766"/>
                          <a:pt x="37119" y="15461"/>
                        </a:cubicBezTo>
                        <a:lnTo>
                          <a:pt x="37119" y="5983"/>
                        </a:lnTo>
                        <a:cubicBezTo>
                          <a:pt x="37119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350" name="Google Shape;4350;p71"/>
              <p:cNvSpPr/>
              <p:nvPr/>
            </p:nvSpPr>
            <p:spPr>
              <a:xfrm>
                <a:off x="1258451" y="3798060"/>
                <a:ext cx="302718" cy="302541"/>
              </a:xfrm>
              <a:custGeom>
                <a:avLst/>
                <a:gdLst/>
                <a:ahLst/>
                <a:cxnLst/>
                <a:rect l="l" t="t" r="r" b="b"/>
                <a:pathLst>
                  <a:path w="63165" h="63161" fill="none" extrusionOk="0">
                    <a:moveTo>
                      <a:pt x="63165" y="31580"/>
                    </a:moveTo>
                    <a:cubicBezTo>
                      <a:pt x="63165" y="49021"/>
                      <a:pt x="49025" y="63161"/>
                      <a:pt x="31585" y="63161"/>
                    </a:cubicBezTo>
                    <a:cubicBezTo>
                      <a:pt x="14140" y="63161"/>
                      <a:pt x="1" y="49021"/>
                      <a:pt x="1" y="31580"/>
                    </a:cubicBezTo>
                    <a:cubicBezTo>
                      <a:pt x="1" y="14140"/>
                      <a:pt x="14140" y="0"/>
                      <a:pt x="31585" y="0"/>
                    </a:cubicBezTo>
                    <a:cubicBezTo>
                      <a:pt x="49025" y="0"/>
                      <a:pt x="63165" y="14140"/>
                      <a:pt x="63165" y="3158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351" name="Google Shape;4351;p71"/>
              <p:cNvGrpSpPr/>
              <p:nvPr/>
            </p:nvGrpSpPr>
            <p:grpSpPr>
              <a:xfrm>
                <a:off x="785350" y="3605478"/>
                <a:ext cx="535311" cy="249245"/>
                <a:chOff x="785350" y="3605478"/>
                <a:chExt cx="535311" cy="249245"/>
              </a:xfrm>
            </p:grpSpPr>
            <p:grpSp>
              <p:nvGrpSpPr>
                <p:cNvPr id="4352" name="Google Shape;4352;p71"/>
                <p:cNvGrpSpPr/>
                <p:nvPr/>
              </p:nvGrpSpPr>
              <p:grpSpPr>
                <a:xfrm>
                  <a:off x="785350" y="3605478"/>
                  <a:ext cx="376191" cy="102736"/>
                  <a:chOff x="785350" y="3605478"/>
                  <a:chExt cx="376191" cy="102736"/>
                </a:xfrm>
              </p:grpSpPr>
              <p:sp>
                <p:nvSpPr>
                  <p:cNvPr id="4353" name="Google Shape;4353;p71"/>
                  <p:cNvSpPr/>
                  <p:nvPr/>
                </p:nvSpPr>
                <p:spPr>
                  <a:xfrm>
                    <a:off x="808023" y="365585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54" name="Google Shape;4354;p71"/>
                  <p:cNvSpPr/>
                  <p:nvPr/>
                </p:nvSpPr>
                <p:spPr>
                  <a:xfrm>
                    <a:off x="785350" y="3643867"/>
                    <a:ext cx="2563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9" h="5349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4152"/>
                          <a:pt x="1197" y="5348"/>
                          <a:pt x="2674" y="5348"/>
                        </a:cubicBezTo>
                        <a:cubicBezTo>
                          <a:pt x="4152" y="5348"/>
                          <a:pt x="5348" y="4152"/>
                          <a:pt x="5348" y="2674"/>
                        </a:cubicBezTo>
                        <a:cubicBezTo>
                          <a:pt x="5348" y="1197"/>
                          <a:pt x="4152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55" name="Google Shape;4355;p71"/>
                  <p:cNvSpPr/>
                  <p:nvPr/>
                </p:nvSpPr>
                <p:spPr>
                  <a:xfrm>
                    <a:off x="983648" y="3605478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82"/>
                          <a:pt x="1" y="5987"/>
                        </a:cubicBezTo>
                        <a:lnTo>
                          <a:pt x="1" y="15464"/>
                        </a:lnTo>
                        <a:cubicBezTo>
                          <a:pt x="1" y="18769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9"/>
                          <a:pt x="37119" y="15464"/>
                        </a:cubicBezTo>
                        <a:lnTo>
                          <a:pt x="37119" y="5987"/>
                        </a:lnTo>
                        <a:cubicBezTo>
                          <a:pt x="37119" y="2682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56" name="Google Shape;4356;p71"/>
                <p:cNvGrpSpPr/>
                <p:nvPr/>
              </p:nvGrpSpPr>
              <p:grpSpPr>
                <a:xfrm>
                  <a:off x="1161530" y="3655851"/>
                  <a:ext cx="159131" cy="198872"/>
                  <a:chOff x="1161530" y="3655851"/>
                  <a:chExt cx="159131" cy="198872"/>
                </a:xfrm>
              </p:grpSpPr>
              <p:sp>
                <p:nvSpPr>
                  <p:cNvPr id="4357" name="Google Shape;4357;p71"/>
                  <p:cNvSpPr/>
                  <p:nvPr/>
                </p:nvSpPr>
                <p:spPr>
                  <a:xfrm>
                    <a:off x="1161530" y="3655851"/>
                    <a:ext cx="146440" cy="186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56" h="38848" fill="none" extrusionOk="0">
                        <a:moveTo>
                          <a:pt x="1" y="1"/>
                        </a:moveTo>
                        <a:lnTo>
                          <a:pt x="12633" y="1"/>
                        </a:lnTo>
                        <a:cubicBezTo>
                          <a:pt x="15723" y="1"/>
                          <a:pt x="16343" y="3466"/>
                          <a:pt x="16343" y="3466"/>
                        </a:cubicBezTo>
                        <a:lnTo>
                          <a:pt x="16343" y="26448"/>
                        </a:lnTo>
                        <a:lnTo>
                          <a:pt x="30556" y="26448"/>
                        </a:lnTo>
                        <a:lnTo>
                          <a:pt x="30556" y="38848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58" name="Google Shape;4358;p71"/>
                  <p:cNvSpPr/>
                  <p:nvPr/>
                </p:nvSpPr>
                <p:spPr>
                  <a:xfrm>
                    <a:off x="1293991" y="3829092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0"/>
                        </a:moveTo>
                        <a:cubicBezTo>
                          <a:pt x="1807" y="0"/>
                          <a:pt x="833" y="653"/>
                          <a:pt x="417" y="1653"/>
                        </a:cubicBezTo>
                        <a:cubicBezTo>
                          <a:pt x="1" y="2652"/>
                          <a:pt x="231" y="3801"/>
                          <a:pt x="997" y="4567"/>
                        </a:cubicBezTo>
                        <a:cubicBezTo>
                          <a:pt x="1509" y="5080"/>
                          <a:pt x="2193" y="5350"/>
                          <a:pt x="2888" y="5350"/>
                        </a:cubicBezTo>
                        <a:cubicBezTo>
                          <a:pt x="3233" y="5350"/>
                          <a:pt x="3580" y="5284"/>
                          <a:pt x="3912" y="5147"/>
                        </a:cubicBezTo>
                        <a:cubicBezTo>
                          <a:pt x="4911" y="4731"/>
                          <a:pt x="5564" y="3757"/>
                          <a:pt x="5564" y="2678"/>
                        </a:cubicBezTo>
                        <a:cubicBezTo>
                          <a:pt x="5564" y="1200"/>
                          <a:pt x="4364" y="0"/>
                          <a:pt x="28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59" name="Google Shape;4359;p71"/>
              <p:cNvGrpSpPr/>
              <p:nvPr/>
            </p:nvGrpSpPr>
            <p:grpSpPr>
              <a:xfrm>
                <a:off x="785350" y="4047614"/>
                <a:ext cx="535311" cy="240783"/>
                <a:chOff x="785350" y="4047614"/>
                <a:chExt cx="535311" cy="240783"/>
              </a:xfrm>
            </p:grpSpPr>
            <p:grpSp>
              <p:nvGrpSpPr>
                <p:cNvPr id="4360" name="Google Shape;4360;p71"/>
                <p:cNvGrpSpPr/>
                <p:nvPr/>
              </p:nvGrpSpPr>
              <p:grpSpPr>
                <a:xfrm>
                  <a:off x="1161636" y="4047614"/>
                  <a:ext cx="159025" cy="190415"/>
                  <a:chOff x="1161636" y="4047614"/>
                  <a:chExt cx="159025" cy="190415"/>
                </a:xfrm>
              </p:grpSpPr>
              <p:sp>
                <p:nvSpPr>
                  <p:cNvPr id="4361" name="Google Shape;4361;p71"/>
                  <p:cNvSpPr/>
                  <p:nvPr/>
                </p:nvSpPr>
                <p:spPr>
                  <a:xfrm>
                    <a:off x="1293991" y="4047614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1"/>
                        </a:moveTo>
                        <a:cubicBezTo>
                          <a:pt x="1807" y="1"/>
                          <a:pt x="833" y="654"/>
                          <a:pt x="417" y="1653"/>
                        </a:cubicBezTo>
                        <a:cubicBezTo>
                          <a:pt x="1" y="2653"/>
                          <a:pt x="231" y="3802"/>
                          <a:pt x="997" y="4568"/>
                        </a:cubicBezTo>
                        <a:cubicBezTo>
                          <a:pt x="1510" y="5078"/>
                          <a:pt x="2195" y="5350"/>
                          <a:pt x="2891" y="5350"/>
                        </a:cubicBezTo>
                        <a:cubicBezTo>
                          <a:pt x="3235" y="5350"/>
                          <a:pt x="3581" y="5284"/>
                          <a:pt x="3912" y="5148"/>
                        </a:cubicBezTo>
                        <a:cubicBezTo>
                          <a:pt x="4911" y="4732"/>
                          <a:pt x="5564" y="3758"/>
                          <a:pt x="5564" y="2675"/>
                        </a:cubicBezTo>
                        <a:cubicBezTo>
                          <a:pt x="5564" y="1197"/>
                          <a:pt x="4364" y="1"/>
                          <a:pt x="28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2" name="Google Shape;4362;p71"/>
                  <p:cNvSpPr/>
                  <p:nvPr/>
                </p:nvSpPr>
                <p:spPr>
                  <a:xfrm>
                    <a:off x="1161636" y="4073229"/>
                    <a:ext cx="146334" cy="16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34" h="34405" fill="none" extrusionOk="0">
                        <a:moveTo>
                          <a:pt x="0" y="34404"/>
                        </a:moveTo>
                        <a:lnTo>
                          <a:pt x="12611" y="34404"/>
                        </a:lnTo>
                        <a:cubicBezTo>
                          <a:pt x="15705" y="34404"/>
                          <a:pt x="16325" y="30939"/>
                          <a:pt x="16325" y="30939"/>
                        </a:cubicBezTo>
                        <a:lnTo>
                          <a:pt x="16325" y="7957"/>
                        </a:lnTo>
                        <a:lnTo>
                          <a:pt x="30534" y="7957"/>
                        </a:lnTo>
                        <a:lnTo>
                          <a:pt x="30534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63" name="Google Shape;4363;p71"/>
                <p:cNvGrpSpPr/>
                <p:nvPr/>
              </p:nvGrpSpPr>
              <p:grpSpPr>
                <a:xfrm>
                  <a:off x="785350" y="4185661"/>
                  <a:ext cx="376191" cy="102736"/>
                  <a:chOff x="785350" y="4185661"/>
                  <a:chExt cx="376191" cy="102736"/>
                </a:xfrm>
              </p:grpSpPr>
              <p:sp>
                <p:nvSpPr>
                  <p:cNvPr id="4364" name="Google Shape;4364;p71"/>
                  <p:cNvSpPr/>
                  <p:nvPr/>
                </p:nvSpPr>
                <p:spPr>
                  <a:xfrm>
                    <a:off x="808023" y="423801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0"/>
                        </a:moveTo>
                        <a:lnTo>
                          <a:pt x="1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5" name="Google Shape;4365;p71"/>
                  <p:cNvSpPr/>
                  <p:nvPr/>
                </p:nvSpPr>
                <p:spPr>
                  <a:xfrm>
                    <a:off x="983648" y="4185661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79"/>
                          <a:pt x="1" y="5984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6"/>
                          <a:pt x="37119" y="15461"/>
                        </a:cubicBezTo>
                        <a:lnTo>
                          <a:pt x="37119" y="5984"/>
                        </a:lnTo>
                        <a:cubicBezTo>
                          <a:pt x="37119" y="2679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6" name="Google Shape;4366;p71"/>
                  <p:cNvSpPr/>
                  <p:nvPr/>
                </p:nvSpPr>
                <p:spPr>
                  <a:xfrm>
                    <a:off x="785350" y="4224370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674" y="0"/>
                        </a:moveTo>
                        <a:cubicBezTo>
                          <a:pt x="2328" y="0"/>
                          <a:pt x="1980" y="67"/>
                          <a:pt x="1649" y="203"/>
                        </a:cubicBezTo>
                        <a:cubicBezTo>
                          <a:pt x="650" y="619"/>
                          <a:pt x="0" y="1593"/>
                          <a:pt x="0" y="2677"/>
                        </a:cubicBezTo>
                        <a:cubicBezTo>
                          <a:pt x="0" y="4150"/>
                          <a:pt x="1197" y="5351"/>
                          <a:pt x="2674" y="5351"/>
                        </a:cubicBezTo>
                        <a:cubicBezTo>
                          <a:pt x="3754" y="5351"/>
                          <a:pt x="4732" y="4698"/>
                          <a:pt x="5144" y="3698"/>
                        </a:cubicBezTo>
                        <a:cubicBezTo>
                          <a:pt x="5560" y="2699"/>
                          <a:pt x="5330" y="1550"/>
                          <a:pt x="4568" y="783"/>
                        </a:cubicBezTo>
                        <a:cubicBezTo>
                          <a:pt x="4055" y="271"/>
                          <a:pt x="3370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67" name="Google Shape;4367;p71"/>
              <p:cNvGrpSpPr/>
              <p:nvPr/>
            </p:nvGrpSpPr>
            <p:grpSpPr>
              <a:xfrm>
                <a:off x="1501054" y="3605478"/>
                <a:ext cx="526340" cy="249240"/>
                <a:chOff x="1501054" y="3605478"/>
                <a:chExt cx="526340" cy="249240"/>
              </a:xfrm>
            </p:grpSpPr>
            <p:grpSp>
              <p:nvGrpSpPr>
                <p:cNvPr id="4368" name="Google Shape;4368;p71"/>
                <p:cNvGrpSpPr/>
                <p:nvPr/>
              </p:nvGrpSpPr>
              <p:grpSpPr>
                <a:xfrm>
                  <a:off x="1834208" y="3643867"/>
                  <a:ext cx="193185" cy="25622"/>
                  <a:chOff x="1834208" y="3643867"/>
                  <a:chExt cx="193185" cy="25622"/>
                </a:xfrm>
              </p:grpSpPr>
              <p:sp>
                <p:nvSpPr>
                  <p:cNvPr id="4369" name="Google Shape;4369;p71"/>
                  <p:cNvSpPr/>
                  <p:nvPr/>
                </p:nvSpPr>
                <p:spPr>
                  <a:xfrm>
                    <a:off x="1834208" y="3655851"/>
                    <a:ext cx="167541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59" h="1" fill="none" extrusionOk="0">
                        <a:moveTo>
                          <a:pt x="1" y="1"/>
                        </a:moveTo>
                        <a:lnTo>
                          <a:pt x="34959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0" name="Google Shape;4370;p71"/>
                  <p:cNvSpPr/>
                  <p:nvPr/>
                </p:nvSpPr>
                <p:spPr>
                  <a:xfrm>
                    <a:off x="2000728" y="3643867"/>
                    <a:ext cx="2666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6" y="4564"/>
                        </a:cubicBezTo>
                        <a:cubicBezTo>
                          <a:pt x="1506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1" y="4732"/>
                          <a:pt x="5560" y="3758"/>
                          <a:pt x="5563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71" name="Google Shape;4371;p71"/>
                <p:cNvGrpSpPr/>
                <p:nvPr/>
              </p:nvGrpSpPr>
              <p:grpSpPr>
                <a:xfrm>
                  <a:off x="1501054" y="3605478"/>
                  <a:ext cx="333165" cy="249240"/>
                  <a:chOff x="1501054" y="3605478"/>
                  <a:chExt cx="333165" cy="249240"/>
                </a:xfrm>
              </p:grpSpPr>
              <p:sp>
                <p:nvSpPr>
                  <p:cNvPr id="4372" name="Google Shape;4372;p71"/>
                  <p:cNvSpPr/>
                  <p:nvPr/>
                </p:nvSpPr>
                <p:spPr>
                  <a:xfrm>
                    <a:off x="1656330" y="3605478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47" y="1"/>
                        </a:moveTo>
                        <a:cubicBezTo>
                          <a:pt x="2214" y="1"/>
                          <a:pt x="0" y="2682"/>
                          <a:pt x="0" y="5987"/>
                        </a:cubicBezTo>
                        <a:lnTo>
                          <a:pt x="0" y="15464"/>
                        </a:lnTo>
                        <a:cubicBezTo>
                          <a:pt x="0" y="18769"/>
                          <a:pt x="2214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0" y="21447"/>
                          <a:pt x="37118" y="18769"/>
                          <a:pt x="37118" y="15464"/>
                        </a:cubicBezTo>
                        <a:lnTo>
                          <a:pt x="37118" y="5987"/>
                        </a:lnTo>
                        <a:cubicBezTo>
                          <a:pt x="37118" y="2682"/>
                          <a:pt x="34900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73" name="Google Shape;4373;p71"/>
                  <p:cNvGrpSpPr/>
                  <p:nvPr/>
                </p:nvGrpSpPr>
                <p:grpSpPr>
                  <a:xfrm>
                    <a:off x="1501054" y="3655851"/>
                    <a:ext cx="155286" cy="198867"/>
                    <a:chOff x="1501054" y="3655851"/>
                    <a:chExt cx="155286" cy="198867"/>
                  </a:xfrm>
                </p:grpSpPr>
                <p:sp>
                  <p:nvSpPr>
                    <p:cNvPr id="4374" name="Google Shape;4374;p71"/>
                    <p:cNvSpPr/>
                    <p:nvPr/>
                  </p:nvSpPr>
                  <p:spPr>
                    <a:xfrm>
                      <a:off x="1516351" y="3655851"/>
                      <a:ext cx="139989" cy="186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10" h="38848" fill="none" extrusionOk="0">
                          <a:moveTo>
                            <a:pt x="29209" y="1"/>
                          </a:moveTo>
                          <a:lnTo>
                            <a:pt x="17922" y="1"/>
                          </a:lnTo>
                          <a:cubicBezTo>
                            <a:pt x="14829" y="1"/>
                            <a:pt x="14209" y="3466"/>
                            <a:pt x="14209" y="3466"/>
                          </a:cubicBezTo>
                          <a:lnTo>
                            <a:pt x="14209" y="26448"/>
                          </a:lnTo>
                          <a:lnTo>
                            <a:pt x="0" y="26448"/>
                          </a:lnTo>
                          <a:lnTo>
                            <a:pt x="0" y="38848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75" name="Google Shape;4375;p71"/>
                    <p:cNvSpPr/>
                    <p:nvPr/>
                  </p:nvSpPr>
                  <p:spPr>
                    <a:xfrm>
                      <a:off x="1501054" y="3829092"/>
                      <a:ext cx="26646" cy="25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0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3"/>
                            <a:pt x="416" y="1653"/>
                          </a:cubicBezTo>
                          <a:cubicBezTo>
                            <a:pt x="0" y="2652"/>
                            <a:pt x="230" y="3801"/>
                            <a:pt x="996" y="4567"/>
                          </a:cubicBezTo>
                          <a:cubicBezTo>
                            <a:pt x="1507" y="5078"/>
                            <a:pt x="2192" y="5350"/>
                            <a:pt x="2890" y="5350"/>
                          </a:cubicBezTo>
                          <a:cubicBezTo>
                            <a:pt x="3234" y="5350"/>
                            <a:pt x="3581" y="5283"/>
                            <a:pt x="3911" y="5147"/>
                          </a:cubicBezTo>
                          <a:cubicBezTo>
                            <a:pt x="4910" y="4731"/>
                            <a:pt x="5560" y="3757"/>
                            <a:pt x="5560" y="2678"/>
                          </a:cubicBezTo>
                          <a:cubicBezTo>
                            <a:pt x="5560" y="1200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376" name="Google Shape;4376;p71"/>
              <p:cNvGrpSpPr/>
              <p:nvPr/>
            </p:nvGrpSpPr>
            <p:grpSpPr>
              <a:xfrm>
                <a:off x="724986" y="3800594"/>
                <a:ext cx="532950" cy="302090"/>
                <a:chOff x="724986" y="3800594"/>
                <a:chExt cx="532950" cy="302090"/>
              </a:xfrm>
            </p:grpSpPr>
            <p:grpSp>
              <p:nvGrpSpPr>
                <p:cNvPr id="4377" name="Google Shape;4377;p71"/>
                <p:cNvGrpSpPr/>
                <p:nvPr/>
              </p:nvGrpSpPr>
              <p:grpSpPr>
                <a:xfrm>
                  <a:off x="724986" y="4044367"/>
                  <a:ext cx="181314" cy="25626"/>
                  <a:chOff x="724986" y="4044367"/>
                  <a:chExt cx="181314" cy="25626"/>
                </a:xfrm>
              </p:grpSpPr>
              <p:sp>
                <p:nvSpPr>
                  <p:cNvPr id="4378" name="Google Shape;4378;p71"/>
                  <p:cNvSpPr/>
                  <p:nvPr/>
                </p:nvSpPr>
                <p:spPr>
                  <a:xfrm>
                    <a:off x="746695" y="4059966"/>
                    <a:ext cx="15960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03" h="1" fill="none" extrusionOk="0">
                        <a:moveTo>
                          <a:pt x="1" y="1"/>
                        </a:moveTo>
                        <a:lnTo>
                          <a:pt x="3330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9" name="Google Shape;4379;p71"/>
                  <p:cNvSpPr/>
                  <p:nvPr/>
                </p:nvSpPr>
                <p:spPr>
                  <a:xfrm>
                    <a:off x="724986" y="4044367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3758"/>
                          <a:pt x="653" y="4732"/>
                          <a:pt x="1653" y="5147"/>
                        </a:cubicBezTo>
                        <a:cubicBezTo>
                          <a:pt x="1983" y="5284"/>
                          <a:pt x="2329" y="5350"/>
                          <a:pt x="2673" y="5350"/>
                        </a:cubicBezTo>
                        <a:cubicBezTo>
                          <a:pt x="3369" y="5350"/>
                          <a:pt x="4054" y="5078"/>
                          <a:pt x="4567" y="4567"/>
                        </a:cubicBezTo>
                        <a:cubicBezTo>
                          <a:pt x="5330" y="3801"/>
                          <a:pt x="5559" y="2649"/>
                          <a:pt x="5147" y="1653"/>
                        </a:cubicBezTo>
                        <a:cubicBezTo>
                          <a:pt x="4731" y="653"/>
                          <a:pt x="3757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0" name="Google Shape;4380;p71"/>
                <p:cNvGrpSpPr/>
                <p:nvPr/>
              </p:nvGrpSpPr>
              <p:grpSpPr>
                <a:xfrm>
                  <a:off x="906290" y="3800594"/>
                  <a:ext cx="351646" cy="302090"/>
                  <a:chOff x="906290" y="3800594"/>
                  <a:chExt cx="351646" cy="302090"/>
                </a:xfrm>
              </p:grpSpPr>
              <p:grpSp>
                <p:nvGrpSpPr>
                  <p:cNvPr id="4381" name="Google Shape;4381;p71"/>
                  <p:cNvGrpSpPr/>
                  <p:nvPr/>
                </p:nvGrpSpPr>
                <p:grpSpPr>
                  <a:xfrm>
                    <a:off x="1084172" y="3842857"/>
                    <a:ext cx="173764" cy="217131"/>
                    <a:chOff x="1084172" y="3842857"/>
                    <a:chExt cx="173764" cy="217131"/>
                  </a:xfrm>
                </p:grpSpPr>
                <p:grpSp>
                  <p:nvGrpSpPr>
                    <p:cNvPr id="4382" name="Google Shape;4382;p71"/>
                    <p:cNvGrpSpPr/>
                    <p:nvPr/>
                  </p:nvGrpSpPr>
                  <p:grpSpPr>
                    <a:xfrm>
                      <a:off x="1156862" y="3936509"/>
                      <a:ext cx="101073" cy="25622"/>
                      <a:chOff x="1156862" y="3936509"/>
                      <a:chExt cx="101073" cy="25622"/>
                    </a:xfrm>
                  </p:grpSpPr>
                  <p:sp>
                    <p:nvSpPr>
                      <p:cNvPr id="4383" name="Google Shape;4383;p71"/>
                      <p:cNvSpPr/>
                      <p:nvPr/>
                    </p:nvSpPr>
                    <p:spPr>
                      <a:xfrm>
                        <a:off x="1156862" y="3936509"/>
                        <a:ext cx="26651" cy="256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1" h="5349" extrusionOk="0">
                            <a:moveTo>
                              <a:pt x="2886" y="1"/>
                            </a:moveTo>
                            <a:cubicBezTo>
                              <a:pt x="1803" y="1"/>
                              <a:pt x="829" y="650"/>
                              <a:pt x="413" y="1649"/>
                            </a:cubicBezTo>
                            <a:cubicBezTo>
                              <a:pt x="1" y="2649"/>
                              <a:pt x="227" y="3798"/>
                              <a:pt x="993" y="4564"/>
                            </a:cubicBezTo>
                            <a:cubicBezTo>
                              <a:pt x="1505" y="5076"/>
                              <a:pt x="2189" y="5349"/>
                              <a:pt x="2884" y="5349"/>
                            </a:cubicBezTo>
                            <a:cubicBezTo>
                              <a:pt x="3229" y="5349"/>
                              <a:pt x="3576" y="5282"/>
                              <a:pt x="3908" y="5144"/>
                            </a:cubicBezTo>
                            <a:cubicBezTo>
                              <a:pt x="4907" y="4732"/>
                              <a:pt x="5560" y="3758"/>
                              <a:pt x="5560" y="2674"/>
                            </a:cubicBezTo>
                            <a:cubicBezTo>
                              <a:pt x="5560" y="1197"/>
                              <a:pt x="4364" y="1"/>
                              <a:pt x="2886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384" name="Google Shape;4384;p71"/>
                      <p:cNvSpPr/>
                      <p:nvPr/>
                    </p:nvSpPr>
                    <p:spPr>
                      <a:xfrm>
                        <a:off x="1173592" y="3951414"/>
                        <a:ext cx="84343" cy="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599" h="1" fill="none" extrusionOk="0">
                            <a:moveTo>
                              <a:pt x="17598" y="0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4385" name="Google Shape;4385;p71"/>
                    <p:cNvSpPr/>
                    <p:nvPr/>
                  </p:nvSpPr>
                  <p:spPr>
                    <a:xfrm>
                      <a:off x="1084172" y="3842857"/>
                      <a:ext cx="86476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44" h="45330" fill="none" extrusionOk="0">
                          <a:moveTo>
                            <a:pt x="0" y="45330"/>
                          </a:moveTo>
                          <a:lnTo>
                            <a:pt x="12418" y="45330"/>
                          </a:lnTo>
                          <a:cubicBezTo>
                            <a:pt x="15150" y="45330"/>
                            <a:pt x="18043" y="42619"/>
                            <a:pt x="18043" y="35634"/>
                          </a:cubicBezTo>
                          <a:lnTo>
                            <a:pt x="18043" y="9697"/>
                          </a:lnTo>
                          <a:cubicBezTo>
                            <a:pt x="18043" y="2711"/>
                            <a:pt x="15150" y="1"/>
                            <a:pt x="12418" y="1"/>
                          </a:cubicBezTo>
                          <a:lnTo>
                            <a:pt x="1715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386" name="Google Shape;4386;p71"/>
                  <p:cNvSpPr/>
                  <p:nvPr/>
                </p:nvSpPr>
                <p:spPr>
                  <a:xfrm>
                    <a:off x="906290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47" y="1"/>
                        </a:moveTo>
                        <a:cubicBezTo>
                          <a:pt x="2215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5" y="21443"/>
                          <a:pt x="4947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8" y="18766"/>
                          <a:pt x="37118" y="15461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7" name="Google Shape;4387;p71"/>
                  <p:cNvSpPr/>
                  <p:nvPr/>
                </p:nvSpPr>
                <p:spPr>
                  <a:xfrm>
                    <a:off x="914509" y="3800594"/>
                    <a:ext cx="177888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7" extrusionOk="0">
                        <a:moveTo>
                          <a:pt x="4951" y="0"/>
                        </a:moveTo>
                        <a:cubicBezTo>
                          <a:pt x="2218" y="0"/>
                          <a:pt x="0" y="2678"/>
                          <a:pt x="0" y="5983"/>
                        </a:cubicBezTo>
                        <a:lnTo>
                          <a:pt x="0" y="15460"/>
                        </a:lnTo>
                        <a:cubicBezTo>
                          <a:pt x="0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0" y="21446"/>
                          <a:pt x="37118" y="18765"/>
                          <a:pt x="37118" y="15460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0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8" name="Google Shape;4388;p71"/>
                <p:cNvGrpSpPr/>
                <p:nvPr/>
              </p:nvGrpSpPr>
              <p:grpSpPr>
                <a:xfrm>
                  <a:off x="724986" y="3830189"/>
                  <a:ext cx="189533" cy="25626"/>
                  <a:chOff x="724986" y="3830189"/>
                  <a:chExt cx="189533" cy="25626"/>
                </a:xfrm>
              </p:grpSpPr>
              <p:sp>
                <p:nvSpPr>
                  <p:cNvPr id="4389" name="Google Shape;4389;p71"/>
                  <p:cNvSpPr/>
                  <p:nvPr/>
                </p:nvSpPr>
                <p:spPr>
                  <a:xfrm>
                    <a:off x="724986" y="3830189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1"/>
                        </a:moveTo>
                        <a:cubicBezTo>
                          <a:pt x="1197" y="1"/>
                          <a:pt x="0" y="1197"/>
                          <a:pt x="0" y="2675"/>
                        </a:cubicBezTo>
                        <a:cubicBezTo>
                          <a:pt x="0" y="3758"/>
                          <a:pt x="653" y="4732"/>
                          <a:pt x="1653" y="5144"/>
                        </a:cubicBezTo>
                        <a:cubicBezTo>
                          <a:pt x="1984" y="5282"/>
                          <a:pt x="2331" y="5349"/>
                          <a:pt x="2676" y="5349"/>
                        </a:cubicBezTo>
                        <a:cubicBezTo>
                          <a:pt x="3371" y="5349"/>
                          <a:pt x="4055" y="5077"/>
                          <a:pt x="4567" y="4564"/>
                        </a:cubicBezTo>
                        <a:cubicBezTo>
                          <a:pt x="5330" y="3802"/>
                          <a:pt x="5559" y="2649"/>
                          <a:pt x="5147" y="1650"/>
                        </a:cubicBezTo>
                        <a:cubicBezTo>
                          <a:pt x="4731" y="650"/>
                          <a:pt x="3757" y="1"/>
                          <a:pt x="2674" y="1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0" name="Google Shape;4390;p71"/>
                  <p:cNvSpPr/>
                  <p:nvPr/>
                </p:nvSpPr>
                <p:spPr>
                  <a:xfrm>
                    <a:off x="746695" y="3842838"/>
                    <a:ext cx="16782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18" h="1" fill="none" extrusionOk="0">
                        <a:moveTo>
                          <a:pt x="35017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4391" name="Google Shape;4391;p71"/>
          <p:cNvGrpSpPr/>
          <p:nvPr/>
        </p:nvGrpSpPr>
        <p:grpSpPr>
          <a:xfrm>
            <a:off x="3004398" y="2999569"/>
            <a:ext cx="1264935" cy="1247171"/>
            <a:chOff x="2253298" y="2428317"/>
            <a:chExt cx="948701" cy="935378"/>
          </a:xfrm>
        </p:grpSpPr>
        <p:sp>
          <p:nvSpPr>
            <p:cNvPr id="4392" name="Google Shape;4392;p71"/>
            <p:cNvSpPr/>
            <p:nvPr/>
          </p:nvSpPr>
          <p:spPr>
            <a:xfrm>
              <a:off x="2418065" y="2799334"/>
              <a:ext cx="619167" cy="193359"/>
            </a:xfrm>
            <a:custGeom>
              <a:avLst/>
              <a:gdLst/>
              <a:ahLst/>
              <a:cxnLst/>
              <a:rect l="l" t="t" r="r" b="b"/>
              <a:pathLst>
                <a:path w="116549" h="36397" extrusionOk="0">
                  <a:moveTo>
                    <a:pt x="18199" y="1"/>
                  </a:moveTo>
                  <a:cubicBezTo>
                    <a:pt x="8148" y="1"/>
                    <a:pt x="1" y="8148"/>
                    <a:pt x="1" y="18198"/>
                  </a:cubicBezTo>
                  <a:cubicBezTo>
                    <a:pt x="1" y="28249"/>
                    <a:pt x="8148" y="36396"/>
                    <a:pt x="18199" y="36396"/>
                  </a:cubicBezTo>
                  <a:lnTo>
                    <a:pt x="98350" y="36396"/>
                  </a:lnTo>
                  <a:cubicBezTo>
                    <a:pt x="108401" y="36396"/>
                    <a:pt x="116548" y="28249"/>
                    <a:pt x="116548" y="18198"/>
                  </a:cubicBezTo>
                  <a:cubicBezTo>
                    <a:pt x="116548" y="8148"/>
                    <a:pt x="108401" y="1"/>
                    <a:pt x="98350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71"/>
            <p:cNvSpPr/>
            <p:nvPr/>
          </p:nvSpPr>
          <p:spPr>
            <a:xfrm>
              <a:off x="2373234" y="2761962"/>
              <a:ext cx="248482" cy="268106"/>
            </a:xfrm>
            <a:custGeom>
              <a:avLst/>
              <a:gdLst/>
              <a:ahLst/>
              <a:cxnLst/>
              <a:rect l="l" t="t" r="r" b="b"/>
              <a:pathLst>
                <a:path w="46773" h="50467" extrusionOk="0">
                  <a:moveTo>
                    <a:pt x="25232" y="1"/>
                  </a:moveTo>
                  <a:cubicBezTo>
                    <a:pt x="11319" y="1"/>
                    <a:pt x="0" y="11322"/>
                    <a:pt x="0" y="25233"/>
                  </a:cubicBezTo>
                  <a:cubicBezTo>
                    <a:pt x="0" y="39146"/>
                    <a:pt x="11319" y="50466"/>
                    <a:pt x="25232" y="50466"/>
                  </a:cubicBezTo>
                  <a:lnTo>
                    <a:pt x="46773" y="50466"/>
                  </a:lnTo>
                  <a:lnTo>
                    <a:pt x="46773" y="49007"/>
                  </a:lnTo>
                  <a:lnTo>
                    <a:pt x="25232" y="49007"/>
                  </a:lnTo>
                  <a:cubicBezTo>
                    <a:pt x="12124" y="49007"/>
                    <a:pt x="1456" y="38344"/>
                    <a:pt x="1456" y="25233"/>
                  </a:cubicBezTo>
                  <a:cubicBezTo>
                    <a:pt x="1456" y="12123"/>
                    <a:pt x="12124" y="1457"/>
                    <a:pt x="25232" y="1457"/>
                  </a:cubicBezTo>
                  <a:lnTo>
                    <a:pt x="46773" y="1457"/>
                  </a:lnTo>
                  <a:lnTo>
                    <a:pt x="46773" y="1"/>
                  </a:ln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71"/>
            <p:cNvSpPr/>
            <p:nvPr/>
          </p:nvSpPr>
          <p:spPr>
            <a:xfrm>
              <a:off x="2726356" y="3024889"/>
              <a:ext cx="2582" cy="99328"/>
            </a:xfrm>
            <a:custGeom>
              <a:avLst/>
              <a:gdLst/>
              <a:ahLst/>
              <a:cxnLst/>
              <a:rect l="l" t="t" r="r" b="b"/>
              <a:pathLst>
                <a:path w="486" h="18697" extrusionOk="0">
                  <a:moveTo>
                    <a:pt x="243" y="1"/>
                  </a:moveTo>
                  <a:cubicBezTo>
                    <a:pt x="108" y="1"/>
                    <a:pt x="1" y="109"/>
                    <a:pt x="1" y="243"/>
                  </a:cubicBezTo>
                  <a:lnTo>
                    <a:pt x="1" y="18455"/>
                  </a:lnTo>
                  <a:cubicBezTo>
                    <a:pt x="1" y="18588"/>
                    <a:pt x="108" y="18697"/>
                    <a:pt x="243" y="18697"/>
                  </a:cubicBezTo>
                  <a:cubicBezTo>
                    <a:pt x="377" y="18697"/>
                    <a:pt x="485" y="18588"/>
                    <a:pt x="485" y="18455"/>
                  </a:cubicBezTo>
                  <a:lnTo>
                    <a:pt x="485" y="243"/>
                  </a:lnTo>
                  <a:cubicBezTo>
                    <a:pt x="485" y="109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71"/>
            <p:cNvSpPr/>
            <p:nvPr/>
          </p:nvSpPr>
          <p:spPr>
            <a:xfrm>
              <a:off x="2785174" y="3024884"/>
              <a:ext cx="287220" cy="99333"/>
            </a:xfrm>
            <a:custGeom>
              <a:avLst/>
              <a:gdLst/>
              <a:ahLst/>
              <a:cxnLst/>
              <a:rect l="l" t="t" r="r" b="b"/>
              <a:pathLst>
                <a:path w="54065" h="18698" extrusionOk="0"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lnTo>
                    <a:pt x="0" y="5286"/>
                  </a:lnTo>
                  <a:cubicBezTo>
                    <a:pt x="0" y="8843"/>
                    <a:pt x="2895" y="11736"/>
                    <a:pt x="6451" y="11736"/>
                  </a:cubicBezTo>
                  <a:lnTo>
                    <a:pt x="46862" y="11736"/>
                  </a:lnTo>
                  <a:cubicBezTo>
                    <a:pt x="50567" y="11736"/>
                    <a:pt x="53580" y="14751"/>
                    <a:pt x="53580" y="18456"/>
                  </a:cubicBezTo>
                  <a:cubicBezTo>
                    <a:pt x="53580" y="18589"/>
                    <a:pt x="53689" y="18698"/>
                    <a:pt x="53822" y="18698"/>
                  </a:cubicBezTo>
                  <a:cubicBezTo>
                    <a:pt x="53957" y="18698"/>
                    <a:pt x="54064" y="18589"/>
                    <a:pt x="54063" y="18456"/>
                  </a:cubicBezTo>
                  <a:cubicBezTo>
                    <a:pt x="54063" y="14484"/>
                    <a:pt x="50831" y="11250"/>
                    <a:pt x="46858" y="11250"/>
                  </a:cubicBezTo>
                  <a:lnTo>
                    <a:pt x="6449" y="11250"/>
                  </a:lnTo>
                  <a:cubicBezTo>
                    <a:pt x="3160" y="11250"/>
                    <a:pt x="484" y="8576"/>
                    <a:pt x="484" y="5286"/>
                  </a:cubicBezTo>
                  <a:lnTo>
                    <a:pt x="484" y="242"/>
                  </a:ln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71"/>
            <p:cNvSpPr/>
            <p:nvPr/>
          </p:nvSpPr>
          <p:spPr>
            <a:xfrm>
              <a:off x="2382903" y="3024884"/>
              <a:ext cx="287215" cy="99333"/>
            </a:xfrm>
            <a:custGeom>
              <a:avLst/>
              <a:gdLst/>
              <a:ahLst/>
              <a:cxnLst/>
              <a:rect l="l" t="t" r="r" b="b"/>
              <a:pathLst>
                <a:path w="54064" h="18698" extrusionOk="0">
                  <a:moveTo>
                    <a:pt x="53821" y="0"/>
                  </a:moveTo>
                  <a:cubicBezTo>
                    <a:pt x="53686" y="0"/>
                    <a:pt x="53579" y="109"/>
                    <a:pt x="53579" y="242"/>
                  </a:cubicBezTo>
                  <a:lnTo>
                    <a:pt x="53579" y="5286"/>
                  </a:lnTo>
                  <a:cubicBezTo>
                    <a:pt x="53579" y="8576"/>
                    <a:pt x="50903" y="11250"/>
                    <a:pt x="47614" y="11250"/>
                  </a:cubicBezTo>
                  <a:lnTo>
                    <a:pt x="7205" y="11250"/>
                  </a:lnTo>
                  <a:cubicBezTo>
                    <a:pt x="3232" y="11250"/>
                    <a:pt x="0" y="14484"/>
                    <a:pt x="0" y="18456"/>
                  </a:cubicBezTo>
                  <a:cubicBezTo>
                    <a:pt x="0" y="18589"/>
                    <a:pt x="109" y="18698"/>
                    <a:pt x="242" y="18698"/>
                  </a:cubicBezTo>
                  <a:cubicBezTo>
                    <a:pt x="376" y="18698"/>
                    <a:pt x="485" y="18589"/>
                    <a:pt x="485" y="18456"/>
                  </a:cubicBezTo>
                  <a:cubicBezTo>
                    <a:pt x="485" y="14751"/>
                    <a:pt x="3499" y="11736"/>
                    <a:pt x="7202" y="11736"/>
                  </a:cubicBezTo>
                  <a:lnTo>
                    <a:pt x="47612" y="11736"/>
                  </a:lnTo>
                  <a:cubicBezTo>
                    <a:pt x="51169" y="11736"/>
                    <a:pt x="54063" y="8843"/>
                    <a:pt x="54063" y="5286"/>
                  </a:cubicBezTo>
                  <a:lnTo>
                    <a:pt x="54063" y="242"/>
                  </a:lnTo>
                  <a:cubicBezTo>
                    <a:pt x="54063" y="109"/>
                    <a:pt x="53955" y="0"/>
                    <a:pt x="53821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71"/>
            <p:cNvSpPr/>
            <p:nvPr/>
          </p:nvSpPr>
          <p:spPr>
            <a:xfrm>
              <a:off x="2596756" y="3151259"/>
              <a:ext cx="261784" cy="212436"/>
            </a:xfrm>
            <a:custGeom>
              <a:avLst/>
              <a:gdLst/>
              <a:ahLst/>
              <a:cxnLst/>
              <a:rect l="l" t="t" r="r" b="b"/>
              <a:pathLst>
                <a:path w="49277" h="39988" extrusionOk="0">
                  <a:moveTo>
                    <a:pt x="7996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6" y="39988"/>
                  </a:cubicBezTo>
                  <a:lnTo>
                    <a:pt x="41280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79"/>
                    <a:pt x="45697" y="0"/>
                    <a:pt x="4128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71"/>
            <p:cNvSpPr/>
            <p:nvPr/>
          </p:nvSpPr>
          <p:spPr>
            <a:xfrm>
              <a:off x="2940204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5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5" y="39988"/>
                  </a:cubicBezTo>
                  <a:lnTo>
                    <a:pt x="41282" y="39988"/>
                  </a:lnTo>
                  <a:cubicBezTo>
                    <a:pt x="45698" y="39988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79"/>
                    <a:pt x="45698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71"/>
            <p:cNvSpPr/>
            <p:nvPr/>
          </p:nvSpPr>
          <p:spPr>
            <a:xfrm>
              <a:off x="2253298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7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7" y="39988"/>
                  </a:cubicBezTo>
                  <a:lnTo>
                    <a:pt x="41282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79"/>
                    <a:pt x="45697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71"/>
            <p:cNvSpPr/>
            <p:nvPr/>
          </p:nvSpPr>
          <p:spPr>
            <a:xfrm>
              <a:off x="2718685" y="3113966"/>
              <a:ext cx="17919" cy="17924"/>
            </a:xfrm>
            <a:custGeom>
              <a:avLst/>
              <a:gdLst/>
              <a:ahLst/>
              <a:cxnLst/>
              <a:rect l="l" t="t" r="r" b="b"/>
              <a:pathLst>
                <a:path w="3373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9"/>
                    <a:pt x="3372" y="1687"/>
                  </a:cubicBezTo>
                  <a:cubicBezTo>
                    <a:pt x="3372" y="755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71"/>
            <p:cNvSpPr/>
            <p:nvPr/>
          </p:nvSpPr>
          <p:spPr>
            <a:xfrm>
              <a:off x="3062128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0" y="755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3"/>
                    <a:pt x="3373" y="2619"/>
                    <a:pt x="3373" y="1687"/>
                  </a:cubicBezTo>
                  <a:cubicBezTo>
                    <a:pt x="3373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71"/>
            <p:cNvSpPr/>
            <p:nvPr/>
          </p:nvSpPr>
          <p:spPr>
            <a:xfrm>
              <a:off x="2375226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3"/>
                    <a:pt x="3374" y="2619"/>
                    <a:pt x="3374" y="1687"/>
                  </a:cubicBezTo>
                  <a:cubicBezTo>
                    <a:pt x="3374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71"/>
            <p:cNvSpPr/>
            <p:nvPr/>
          </p:nvSpPr>
          <p:spPr>
            <a:xfrm>
              <a:off x="2718685" y="3017224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8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p71"/>
            <p:cNvSpPr/>
            <p:nvPr/>
          </p:nvSpPr>
          <p:spPr>
            <a:xfrm>
              <a:off x="2777509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8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71"/>
            <p:cNvSpPr/>
            <p:nvPr/>
          </p:nvSpPr>
          <p:spPr>
            <a:xfrm>
              <a:off x="2659856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8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71"/>
            <p:cNvSpPr/>
            <p:nvPr/>
          </p:nvSpPr>
          <p:spPr>
            <a:xfrm>
              <a:off x="2726356" y="2667807"/>
              <a:ext cx="2582" cy="99322"/>
            </a:xfrm>
            <a:custGeom>
              <a:avLst/>
              <a:gdLst/>
              <a:ahLst/>
              <a:cxnLst/>
              <a:rect l="l" t="t" r="r" b="b"/>
              <a:pathLst>
                <a:path w="486" h="18696" extrusionOk="0">
                  <a:moveTo>
                    <a:pt x="243" y="0"/>
                  </a:moveTo>
                  <a:cubicBezTo>
                    <a:pt x="108" y="0"/>
                    <a:pt x="1" y="109"/>
                    <a:pt x="1" y="243"/>
                  </a:cubicBezTo>
                  <a:lnTo>
                    <a:pt x="1" y="18453"/>
                  </a:lnTo>
                  <a:cubicBezTo>
                    <a:pt x="1" y="18588"/>
                    <a:pt x="108" y="18695"/>
                    <a:pt x="243" y="18695"/>
                  </a:cubicBezTo>
                  <a:cubicBezTo>
                    <a:pt x="377" y="18695"/>
                    <a:pt x="485" y="18588"/>
                    <a:pt x="485" y="18453"/>
                  </a:cubicBezTo>
                  <a:lnTo>
                    <a:pt x="485" y="243"/>
                  </a:lnTo>
                  <a:cubicBezTo>
                    <a:pt x="485" y="109"/>
                    <a:pt x="377" y="0"/>
                    <a:pt x="243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71"/>
            <p:cNvSpPr/>
            <p:nvPr/>
          </p:nvSpPr>
          <p:spPr>
            <a:xfrm>
              <a:off x="2785174" y="2667796"/>
              <a:ext cx="287210" cy="99333"/>
            </a:xfrm>
            <a:custGeom>
              <a:avLst/>
              <a:gdLst/>
              <a:ahLst/>
              <a:cxnLst/>
              <a:rect l="l" t="t" r="r" b="b"/>
              <a:pathLst>
                <a:path w="54063" h="18698" extrusionOk="0">
                  <a:moveTo>
                    <a:pt x="53821" y="1"/>
                  </a:moveTo>
                  <a:cubicBezTo>
                    <a:pt x="53687" y="1"/>
                    <a:pt x="53579" y="108"/>
                    <a:pt x="53579" y="243"/>
                  </a:cubicBezTo>
                  <a:cubicBezTo>
                    <a:pt x="53579" y="3946"/>
                    <a:pt x="50564" y="6961"/>
                    <a:pt x="46861" y="6961"/>
                  </a:cubicBezTo>
                  <a:lnTo>
                    <a:pt x="6451" y="6961"/>
                  </a:lnTo>
                  <a:cubicBezTo>
                    <a:pt x="2895" y="6961"/>
                    <a:pt x="0" y="9857"/>
                    <a:pt x="0" y="13412"/>
                  </a:cubicBezTo>
                  <a:lnTo>
                    <a:pt x="0" y="18455"/>
                  </a:lnTo>
                  <a:cubicBezTo>
                    <a:pt x="0" y="18590"/>
                    <a:pt x="109" y="18697"/>
                    <a:pt x="242" y="18697"/>
                  </a:cubicBezTo>
                  <a:cubicBezTo>
                    <a:pt x="379" y="18697"/>
                    <a:pt x="487" y="18590"/>
                    <a:pt x="486" y="18455"/>
                  </a:cubicBezTo>
                  <a:lnTo>
                    <a:pt x="486" y="13412"/>
                  </a:lnTo>
                  <a:cubicBezTo>
                    <a:pt x="486" y="10122"/>
                    <a:pt x="3162" y="7447"/>
                    <a:pt x="6451" y="7447"/>
                  </a:cubicBezTo>
                  <a:lnTo>
                    <a:pt x="46858" y="7447"/>
                  </a:lnTo>
                  <a:cubicBezTo>
                    <a:pt x="50831" y="7447"/>
                    <a:pt x="54063" y="4215"/>
                    <a:pt x="54063" y="243"/>
                  </a:cubicBezTo>
                  <a:cubicBezTo>
                    <a:pt x="54063" y="108"/>
                    <a:pt x="53954" y="1"/>
                    <a:pt x="53821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71"/>
            <p:cNvSpPr/>
            <p:nvPr/>
          </p:nvSpPr>
          <p:spPr>
            <a:xfrm>
              <a:off x="2382892" y="2667796"/>
              <a:ext cx="287226" cy="99333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71"/>
            <p:cNvSpPr/>
            <p:nvPr/>
          </p:nvSpPr>
          <p:spPr>
            <a:xfrm>
              <a:off x="2596756" y="2428317"/>
              <a:ext cx="261784" cy="212447"/>
            </a:xfrm>
            <a:custGeom>
              <a:avLst/>
              <a:gdLst/>
              <a:ahLst/>
              <a:cxnLst/>
              <a:rect l="l" t="t" r="r" b="b"/>
              <a:pathLst>
                <a:path w="49277" h="39990" extrusionOk="0">
                  <a:moveTo>
                    <a:pt x="7996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6" y="39989"/>
                  </a:cubicBezTo>
                  <a:lnTo>
                    <a:pt x="41280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80"/>
                    <a:pt x="45697" y="1"/>
                    <a:pt x="412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0" name="Google Shape;4410;p71"/>
            <p:cNvSpPr/>
            <p:nvPr/>
          </p:nvSpPr>
          <p:spPr>
            <a:xfrm>
              <a:off x="2940204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5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5" y="39989"/>
                  </a:cubicBezTo>
                  <a:lnTo>
                    <a:pt x="41282" y="39989"/>
                  </a:lnTo>
                  <a:cubicBezTo>
                    <a:pt x="45698" y="39989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80"/>
                    <a:pt x="45698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1" name="Google Shape;4411;p71"/>
            <p:cNvSpPr/>
            <p:nvPr/>
          </p:nvSpPr>
          <p:spPr>
            <a:xfrm>
              <a:off x="2253298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7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7" y="39989"/>
                  </a:cubicBezTo>
                  <a:lnTo>
                    <a:pt x="41282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80"/>
                    <a:pt x="45697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2" name="Google Shape;4412;p71"/>
            <p:cNvSpPr/>
            <p:nvPr/>
          </p:nvSpPr>
          <p:spPr>
            <a:xfrm>
              <a:off x="2718685" y="2660136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7"/>
                    <a:pt x="3372" y="1687"/>
                  </a:cubicBezTo>
                  <a:cubicBezTo>
                    <a:pt x="3372" y="754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3" name="Google Shape;4413;p71"/>
            <p:cNvSpPr/>
            <p:nvPr/>
          </p:nvSpPr>
          <p:spPr>
            <a:xfrm>
              <a:off x="3062128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0" y="754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0"/>
                    <a:pt x="3373" y="2617"/>
                    <a:pt x="3373" y="1687"/>
                  </a:cubicBezTo>
                  <a:cubicBezTo>
                    <a:pt x="3373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4" name="Google Shape;4414;p71"/>
            <p:cNvSpPr/>
            <p:nvPr/>
          </p:nvSpPr>
          <p:spPr>
            <a:xfrm>
              <a:off x="2375226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5" name="Google Shape;4415;p71"/>
            <p:cNvSpPr/>
            <p:nvPr/>
          </p:nvSpPr>
          <p:spPr>
            <a:xfrm>
              <a:off x="2718685" y="2756878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6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6" name="Google Shape;4416;p71"/>
            <p:cNvSpPr/>
            <p:nvPr/>
          </p:nvSpPr>
          <p:spPr>
            <a:xfrm>
              <a:off x="2777509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6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71"/>
            <p:cNvSpPr/>
            <p:nvPr/>
          </p:nvSpPr>
          <p:spPr>
            <a:xfrm>
              <a:off x="2659856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8" name="Google Shape;4418;p71"/>
            <p:cNvSpPr/>
            <p:nvPr/>
          </p:nvSpPr>
          <p:spPr>
            <a:xfrm>
              <a:off x="2301024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3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9" name="Google Shape;4419;p71"/>
            <p:cNvSpPr/>
            <p:nvPr/>
          </p:nvSpPr>
          <p:spPr>
            <a:xfrm>
              <a:off x="2644918" y="2533889"/>
              <a:ext cx="163747" cy="1291"/>
            </a:xfrm>
            <a:custGeom>
              <a:avLst/>
              <a:gdLst/>
              <a:ahLst/>
              <a:cxnLst/>
              <a:rect l="l" t="t" r="r" b="b"/>
              <a:pathLst>
                <a:path w="30823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1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0" name="Google Shape;4420;p71"/>
            <p:cNvSpPr/>
            <p:nvPr/>
          </p:nvSpPr>
          <p:spPr>
            <a:xfrm>
              <a:off x="2990071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1" name="Google Shape;4421;p71"/>
            <p:cNvSpPr/>
            <p:nvPr/>
          </p:nvSpPr>
          <p:spPr>
            <a:xfrm>
              <a:off x="2644918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2"/>
                  </a:cubicBezTo>
                  <a:cubicBezTo>
                    <a:pt x="0" y="188"/>
                    <a:pt x="55" y="242"/>
                    <a:pt x="121" y="242"/>
                  </a:cubicBezTo>
                  <a:lnTo>
                    <a:pt x="30701" y="242"/>
                  </a:lnTo>
                  <a:cubicBezTo>
                    <a:pt x="30769" y="242"/>
                    <a:pt x="30824" y="190"/>
                    <a:pt x="30823" y="122"/>
                  </a:cubicBezTo>
                  <a:cubicBezTo>
                    <a:pt x="30823" y="56"/>
                    <a:pt x="30767" y="0"/>
                    <a:pt x="30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2" name="Google Shape;4422;p71"/>
            <p:cNvSpPr/>
            <p:nvPr/>
          </p:nvSpPr>
          <p:spPr>
            <a:xfrm>
              <a:off x="2301427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3" y="0"/>
                  </a:moveTo>
                  <a:cubicBezTo>
                    <a:pt x="57" y="0"/>
                    <a:pt x="1" y="55"/>
                    <a:pt x="1" y="122"/>
                  </a:cubicBezTo>
                  <a:cubicBezTo>
                    <a:pt x="1" y="188"/>
                    <a:pt x="57" y="242"/>
                    <a:pt x="123" y="242"/>
                  </a:cubicBezTo>
                  <a:lnTo>
                    <a:pt x="30702" y="242"/>
                  </a:lnTo>
                  <a:cubicBezTo>
                    <a:pt x="30771" y="242"/>
                    <a:pt x="30825" y="190"/>
                    <a:pt x="30823" y="122"/>
                  </a:cubicBezTo>
                  <a:cubicBezTo>
                    <a:pt x="30823" y="56"/>
                    <a:pt x="30769" y="0"/>
                    <a:pt x="30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3" name="Google Shape;4423;p71"/>
            <p:cNvSpPr/>
            <p:nvPr/>
          </p:nvSpPr>
          <p:spPr>
            <a:xfrm>
              <a:off x="2990102" y="3256847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p71"/>
            <p:cNvSpPr/>
            <p:nvPr/>
          </p:nvSpPr>
          <p:spPr>
            <a:xfrm>
              <a:off x="2833559" y="2761962"/>
              <a:ext cx="248503" cy="268106"/>
            </a:xfrm>
            <a:custGeom>
              <a:avLst/>
              <a:gdLst/>
              <a:ahLst/>
              <a:cxnLst/>
              <a:rect l="l" t="t" r="r" b="b"/>
              <a:pathLst>
                <a:path w="46777" h="50467" extrusionOk="0">
                  <a:moveTo>
                    <a:pt x="1" y="1"/>
                  </a:moveTo>
                  <a:lnTo>
                    <a:pt x="1" y="1458"/>
                  </a:lnTo>
                  <a:lnTo>
                    <a:pt x="21544" y="1458"/>
                  </a:lnTo>
                  <a:cubicBezTo>
                    <a:pt x="34653" y="1458"/>
                    <a:pt x="45320" y="12123"/>
                    <a:pt x="45320" y="25233"/>
                  </a:cubicBezTo>
                  <a:cubicBezTo>
                    <a:pt x="45320" y="38344"/>
                    <a:pt x="34653" y="49009"/>
                    <a:pt x="21544" y="49009"/>
                  </a:cubicBezTo>
                  <a:lnTo>
                    <a:pt x="1" y="49009"/>
                  </a:lnTo>
                  <a:lnTo>
                    <a:pt x="1" y="50466"/>
                  </a:lnTo>
                  <a:lnTo>
                    <a:pt x="21544" y="50466"/>
                  </a:lnTo>
                  <a:cubicBezTo>
                    <a:pt x="35457" y="50466"/>
                    <a:pt x="46776" y="39146"/>
                    <a:pt x="46776" y="25233"/>
                  </a:cubicBezTo>
                  <a:cubicBezTo>
                    <a:pt x="46776" y="11322"/>
                    <a:pt x="35457" y="1"/>
                    <a:pt x="21544" y="1"/>
                  </a:cubicBez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9" name="Google Shape;4429;p72"/>
          <p:cNvGrpSpPr/>
          <p:nvPr/>
        </p:nvGrpSpPr>
        <p:grpSpPr>
          <a:xfrm>
            <a:off x="4452993" y="1270637"/>
            <a:ext cx="3151191" cy="1357156"/>
            <a:chOff x="3292400" y="1219146"/>
            <a:chExt cx="2615240" cy="1110239"/>
          </a:xfrm>
        </p:grpSpPr>
        <p:sp>
          <p:nvSpPr>
            <p:cNvPr id="4430" name="Google Shape;4430;p72"/>
            <p:cNvSpPr/>
            <p:nvPr/>
          </p:nvSpPr>
          <p:spPr>
            <a:xfrm>
              <a:off x="3292400" y="1845763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ABBCC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2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72"/>
            <p:cNvSpPr/>
            <p:nvPr/>
          </p:nvSpPr>
          <p:spPr>
            <a:xfrm>
              <a:off x="3292400" y="1314860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2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72"/>
            <p:cNvSpPr txBox="1"/>
            <p:nvPr/>
          </p:nvSpPr>
          <p:spPr>
            <a:xfrm flipH="1">
              <a:off x="3678794" y="1219157"/>
              <a:ext cx="3705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JANUARY</a:t>
              </a:r>
            </a:p>
          </p:txBody>
        </p:sp>
        <p:sp>
          <p:nvSpPr>
            <p:cNvPr id="4433" name="Google Shape;4433;p72"/>
            <p:cNvSpPr txBox="1"/>
            <p:nvPr/>
          </p:nvSpPr>
          <p:spPr>
            <a:xfrm flipH="1">
              <a:off x="4051671" y="1219146"/>
              <a:ext cx="4014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FEBRUARY</a:t>
              </a:r>
            </a:p>
          </p:txBody>
        </p:sp>
        <p:sp>
          <p:nvSpPr>
            <p:cNvPr id="4434" name="Google Shape;4434;p72"/>
            <p:cNvSpPr txBox="1"/>
            <p:nvPr/>
          </p:nvSpPr>
          <p:spPr>
            <a:xfrm flipH="1">
              <a:off x="4453057" y="1219146"/>
              <a:ext cx="348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MARCH</a:t>
              </a:r>
            </a:p>
          </p:txBody>
        </p:sp>
        <p:sp>
          <p:nvSpPr>
            <p:cNvPr id="4435" name="Google Shape;4435;p72"/>
            <p:cNvSpPr txBox="1"/>
            <p:nvPr/>
          </p:nvSpPr>
          <p:spPr>
            <a:xfrm flipH="1">
              <a:off x="4831790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APRIL</a:t>
              </a:r>
            </a:p>
          </p:txBody>
        </p:sp>
        <p:sp>
          <p:nvSpPr>
            <p:cNvPr id="4436" name="Google Shape;4436;p72"/>
            <p:cNvSpPr txBox="1"/>
            <p:nvPr/>
          </p:nvSpPr>
          <p:spPr>
            <a:xfrm flipH="1">
              <a:off x="5186134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MAY</a:t>
              </a:r>
            </a:p>
          </p:txBody>
        </p:sp>
        <p:sp>
          <p:nvSpPr>
            <p:cNvPr id="4437" name="Google Shape;4437;p72"/>
            <p:cNvSpPr txBox="1"/>
            <p:nvPr/>
          </p:nvSpPr>
          <p:spPr>
            <a:xfrm flipH="1">
              <a:off x="5562148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JUNE</a:t>
              </a:r>
            </a:p>
          </p:txBody>
        </p:sp>
        <p:sp>
          <p:nvSpPr>
            <p:cNvPr id="4438" name="Google Shape;4438;p72"/>
            <p:cNvSpPr txBox="1"/>
            <p:nvPr/>
          </p:nvSpPr>
          <p:spPr>
            <a:xfrm flipH="1">
              <a:off x="3338153" y="1379250"/>
              <a:ext cx="2790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PHASE 1</a:t>
              </a:r>
            </a:p>
          </p:txBody>
        </p:sp>
        <p:sp>
          <p:nvSpPr>
            <p:cNvPr id="4439" name="Google Shape;4439;p72"/>
            <p:cNvSpPr txBox="1"/>
            <p:nvPr/>
          </p:nvSpPr>
          <p:spPr>
            <a:xfrm flipH="1">
              <a:off x="3338156" y="1902299"/>
              <a:ext cx="2790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PHASE 2</a:t>
              </a:r>
            </a:p>
          </p:txBody>
        </p:sp>
        <p:sp>
          <p:nvSpPr>
            <p:cNvPr id="4440" name="Google Shape;4440;p72"/>
            <p:cNvSpPr txBox="1"/>
            <p:nvPr/>
          </p:nvSpPr>
          <p:spPr>
            <a:xfrm flipH="1">
              <a:off x="3344522" y="1537172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1</a:t>
              </a:r>
            </a:p>
          </p:txBody>
        </p:sp>
        <p:sp>
          <p:nvSpPr>
            <p:cNvPr id="4441" name="Google Shape;4441;p72"/>
            <p:cNvSpPr txBox="1"/>
            <p:nvPr/>
          </p:nvSpPr>
          <p:spPr>
            <a:xfrm flipH="1">
              <a:off x="3344522" y="1713877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2</a:t>
              </a:r>
            </a:p>
          </p:txBody>
        </p:sp>
        <p:sp>
          <p:nvSpPr>
            <p:cNvPr id="4442" name="Google Shape;4442;p72"/>
            <p:cNvSpPr txBox="1"/>
            <p:nvPr/>
          </p:nvSpPr>
          <p:spPr>
            <a:xfrm flipH="1">
              <a:off x="3344522" y="2079003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1</a:t>
              </a:r>
            </a:p>
          </p:txBody>
        </p:sp>
        <p:sp>
          <p:nvSpPr>
            <p:cNvPr id="4443" name="Google Shape;4443;p72"/>
            <p:cNvSpPr txBox="1"/>
            <p:nvPr/>
          </p:nvSpPr>
          <p:spPr>
            <a:xfrm flipH="1">
              <a:off x="3344527" y="2246885"/>
              <a:ext cx="262200" cy="8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2</a:t>
              </a:r>
            </a:p>
          </p:txBody>
        </p:sp>
        <p:grpSp>
          <p:nvGrpSpPr>
            <p:cNvPr id="4444" name="Google Shape;4444;p72"/>
            <p:cNvGrpSpPr/>
            <p:nvPr/>
          </p:nvGrpSpPr>
          <p:grpSpPr>
            <a:xfrm>
              <a:off x="3748438" y="1378608"/>
              <a:ext cx="2159202" cy="903971"/>
              <a:chOff x="1683525" y="2179850"/>
              <a:chExt cx="4519050" cy="2134525"/>
            </a:xfrm>
          </p:grpSpPr>
          <p:sp>
            <p:nvSpPr>
              <p:cNvPr id="4445" name="Google Shape;4445;p72"/>
              <p:cNvSpPr/>
              <p:nvPr/>
            </p:nvSpPr>
            <p:spPr>
              <a:xfrm>
                <a:off x="1683525" y="2179850"/>
                <a:ext cx="4519050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3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6" name="Google Shape;4446;p72"/>
              <p:cNvSpPr/>
              <p:nvPr/>
            </p:nvSpPr>
            <p:spPr>
              <a:xfrm>
                <a:off x="1683525" y="259597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7" name="Google Shape;4447;p72"/>
              <p:cNvSpPr/>
              <p:nvPr/>
            </p:nvSpPr>
            <p:spPr>
              <a:xfrm>
                <a:off x="1683525" y="3012100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80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2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8" name="Google Shape;4448;p72"/>
              <p:cNvSpPr/>
              <p:nvPr/>
            </p:nvSpPr>
            <p:spPr>
              <a:xfrm>
                <a:off x="1683525" y="342822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9" name="Google Shape;4449;p72"/>
              <p:cNvSpPr/>
              <p:nvPr/>
            </p:nvSpPr>
            <p:spPr>
              <a:xfrm>
                <a:off x="1683525" y="3844350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548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608"/>
                    </a:lnTo>
                    <a:cubicBezTo>
                      <a:pt x="1" y="1917"/>
                      <a:pt x="251" y="2156"/>
                      <a:pt x="548" y="2156"/>
                    </a:cubicBezTo>
                    <a:lnTo>
                      <a:pt x="180202" y="2156"/>
                    </a:lnTo>
                    <a:cubicBezTo>
                      <a:pt x="180511" y="2156"/>
                      <a:pt x="180761" y="1917"/>
                      <a:pt x="180761" y="1608"/>
                    </a:cubicBezTo>
                    <a:lnTo>
                      <a:pt x="180761" y="560"/>
                    </a:lnTo>
                    <a:cubicBezTo>
                      <a:pt x="180761" y="251"/>
                      <a:pt x="180511" y="1"/>
                      <a:pt x="180202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0" name="Google Shape;4450;p72"/>
              <p:cNvSpPr/>
              <p:nvPr/>
            </p:nvSpPr>
            <p:spPr>
              <a:xfrm>
                <a:off x="1683525" y="426047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0"/>
                    </a:moveTo>
                    <a:cubicBezTo>
                      <a:pt x="477" y="0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0"/>
                      <a:pt x="179678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1" name="Google Shape;4451;p72"/>
              <p:cNvSpPr/>
              <p:nvPr/>
            </p:nvSpPr>
            <p:spPr>
              <a:xfrm>
                <a:off x="1683525" y="2179850"/>
                <a:ext cx="921275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36851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35767" y="2156"/>
                    </a:lnTo>
                    <a:cubicBezTo>
                      <a:pt x="36362" y="2156"/>
                      <a:pt x="36851" y="1668"/>
                      <a:pt x="36851" y="1073"/>
                    </a:cubicBezTo>
                    <a:cubicBezTo>
                      <a:pt x="36851" y="477"/>
                      <a:pt x="36362" y="1"/>
                      <a:pt x="35767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2" name="Google Shape;4452;p72"/>
              <p:cNvSpPr/>
              <p:nvPr/>
            </p:nvSpPr>
            <p:spPr>
              <a:xfrm>
                <a:off x="2166625" y="2595975"/>
                <a:ext cx="203690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81476" h="2156" extrusionOk="0"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68"/>
                      <a:pt x="489" y="2156"/>
                      <a:pt x="1084" y="2156"/>
                    </a:cubicBezTo>
                    <a:lnTo>
                      <a:pt x="80392" y="2156"/>
                    </a:lnTo>
                    <a:cubicBezTo>
                      <a:pt x="80987" y="2156"/>
                      <a:pt x="81475" y="1668"/>
                      <a:pt x="81475" y="1084"/>
                    </a:cubicBezTo>
                    <a:cubicBezTo>
                      <a:pt x="81475" y="489"/>
                      <a:pt x="80987" y="1"/>
                      <a:pt x="80392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3" name="Google Shape;4453;p72"/>
              <p:cNvSpPr/>
              <p:nvPr/>
            </p:nvSpPr>
            <p:spPr>
              <a:xfrm>
                <a:off x="2808675" y="3012100"/>
                <a:ext cx="108200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43280" h="2156" extrusionOk="0">
                    <a:moveTo>
                      <a:pt x="1072" y="1"/>
                    </a:moveTo>
                    <a:cubicBezTo>
                      <a:pt x="477" y="1"/>
                      <a:pt x="0" y="477"/>
                      <a:pt x="0" y="1072"/>
                    </a:cubicBezTo>
                    <a:cubicBezTo>
                      <a:pt x="0" y="1668"/>
                      <a:pt x="477" y="2156"/>
                      <a:pt x="1072" y="2156"/>
                    </a:cubicBezTo>
                    <a:lnTo>
                      <a:pt x="42196" y="2156"/>
                    </a:lnTo>
                    <a:cubicBezTo>
                      <a:pt x="42791" y="2156"/>
                      <a:pt x="43280" y="1668"/>
                      <a:pt x="43280" y="1072"/>
                    </a:cubicBezTo>
                    <a:cubicBezTo>
                      <a:pt x="43280" y="477"/>
                      <a:pt x="42791" y="1"/>
                      <a:pt x="42196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4" name="Google Shape;4454;p72"/>
              <p:cNvSpPr/>
              <p:nvPr/>
            </p:nvSpPr>
            <p:spPr>
              <a:xfrm>
                <a:off x="2942925" y="3428225"/>
                <a:ext cx="204492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81797" h="2156" extrusionOk="0">
                    <a:moveTo>
                      <a:pt x="1084" y="1"/>
                    </a:moveTo>
                    <a:cubicBezTo>
                      <a:pt x="488" y="1"/>
                      <a:pt x="0" y="489"/>
                      <a:pt x="12" y="1084"/>
                    </a:cubicBezTo>
                    <a:cubicBezTo>
                      <a:pt x="12" y="1679"/>
                      <a:pt x="488" y="2156"/>
                      <a:pt x="1084" y="2156"/>
                    </a:cubicBezTo>
                    <a:lnTo>
                      <a:pt x="80713" y="2156"/>
                    </a:lnTo>
                    <a:cubicBezTo>
                      <a:pt x="81308" y="2156"/>
                      <a:pt x="81796" y="1679"/>
                      <a:pt x="81796" y="1084"/>
                    </a:cubicBezTo>
                    <a:cubicBezTo>
                      <a:pt x="81796" y="489"/>
                      <a:pt x="81308" y="1"/>
                      <a:pt x="80713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5" name="Google Shape;4455;p72"/>
              <p:cNvSpPr/>
              <p:nvPr/>
            </p:nvSpPr>
            <p:spPr>
              <a:xfrm>
                <a:off x="3933825" y="3844350"/>
                <a:ext cx="165082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66033" h="2156" extrusionOk="0">
                    <a:moveTo>
                      <a:pt x="548" y="1"/>
                    </a:moveTo>
                    <a:cubicBezTo>
                      <a:pt x="238" y="1"/>
                      <a:pt x="0" y="251"/>
                      <a:pt x="0" y="560"/>
                    </a:cubicBezTo>
                    <a:lnTo>
                      <a:pt x="0" y="1608"/>
                    </a:lnTo>
                    <a:cubicBezTo>
                      <a:pt x="0" y="1917"/>
                      <a:pt x="238" y="2156"/>
                      <a:pt x="548" y="2156"/>
                    </a:cubicBezTo>
                    <a:lnTo>
                      <a:pt x="65472" y="2156"/>
                    </a:lnTo>
                    <a:cubicBezTo>
                      <a:pt x="65782" y="2156"/>
                      <a:pt x="66032" y="1917"/>
                      <a:pt x="66032" y="1608"/>
                    </a:cubicBezTo>
                    <a:lnTo>
                      <a:pt x="66032" y="560"/>
                    </a:lnTo>
                    <a:cubicBezTo>
                      <a:pt x="66032" y="251"/>
                      <a:pt x="65782" y="1"/>
                      <a:pt x="6547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6" name="Google Shape;4456;p72"/>
              <p:cNvSpPr/>
              <p:nvPr/>
            </p:nvSpPr>
            <p:spPr>
              <a:xfrm>
                <a:off x="5058950" y="4260775"/>
                <a:ext cx="11436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45745" h="2144" extrusionOk="0">
                    <a:moveTo>
                      <a:pt x="1072" y="0"/>
                    </a:moveTo>
                    <a:cubicBezTo>
                      <a:pt x="477" y="0"/>
                      <a:pt x="1" y="477"/>
                      <a:pt x="1" y="1072"/>
                    </a:cubicBezTo>
                    <a:cubicBezTo>
                      <a:pt x="1" y="1667"/>
                      <a:pt x="477" y="2144"/>
                      <a:pt x="1072" y="2144"/>
                    </a:cubicBezTo>
                    <a:lnTo>
                      <a:pt x="44661" y="2144"/>
                    </a:lnTo>
                    <a:cubicBezTo>
                      <a:pt x="45256" y="2144"/>
                      <a:pt x="45744" y="1667"/>
                      <a:pt x="45744" y="1072"/>
                    </a:cubicBezTo>
                    <a:cubicBezTo>
                      <a:pt x="45744" y="477"/>
                      <a:pt x="45256" y="0"/>
                      <a:pt x="44661" y="0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4457" name="Google Shape;4457;p72"/>
          <p:cNvGraphicFramePr/>
          <p:nvPr>
            <p:extLst>
              <p:ext uri="{D42A27DB-BD31-4B8C-83A1-F6EECF244321}">
                <p14:modId xmlns:p14="http://schemas.microsoft.com/office/powerpoint/2010/main" val="102976914"/>
              </p:ext>
            </p:extLst>
          </p:nvPr>
        </p:nvGraphicFramePr>
        <p:xfrm>
          <a:off x="7914451" y="2840600"/>
          <a:ext cx="3321732" cy="11581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0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7994A9">
                        <a:alpha val="6470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458" name="Google Shape;4458;p72"/>
          <p:cNvGrpSpPr/>
          <p:nvPr/>
        </p:nvGrpSpPr>
        <p:grpSpPr>
          <a:xfrm>
            <a:off x="7884117" y="4252063"/>
            <a:ext cx="3359767" cy="1335272"/>
            <a:chOff x="1906114" y="789980"/>
            <a:chExt cx="1487676" cy="606868"/>
          </a:xfrm>
        </p:grpSpPr>
        <p:cxnSp>
          <p:nvCxnSpPr>
            <p:cNvPr id="4459" name="Google Shape;4459;p72"/>
            <p:cNvCxnSpPr/>
            <p:nvPr/>
          </p:nvCxnSpPr>
          <p:spPr>
            <a:xfrm rot="10800000">
              <a:off x="2109981" y="1180903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0" name="Google Shape;4460;p72"/>
            <p:cNvCxnSpPr/>
            <p:nvPr/>
          </p:nvCxnSpPr>
          <p:spPr>
            <a:xfrm rot="10800000">
              <a:off x="2109981" y="985080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1" name="Google Shape;4461;p72"/>
            <p:cNvCxnSpPr/>
            <p:nvPr/>
          </p:nvCxnSpPr>
          <p:spPr>
            <a:xfrm rot="10800000">
              <a:off x="2109981" y="1376729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2" name="Google Shape;4462;p72"/>
            <p:cNvSpPr txBox="1"/>
            <p:nvPr/>
          </p:nvSpPr>
          <p:spPr>
            <a:xfrm flipH="1">
              <a:off x="210971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JANUARY</a:t>
              </a:r>
            </a:p>
          </p:txBody>
        </p:sp>
        <p:sp>
          <p:nvSpPr>
            <p:cNvPr id="4463" name="Google Shape;4463;p72"/>
            <p:cNvSpPr txBox="1"/>
            <p:nvPr/>
          </p:nvSpPr>
          <p:spPr>
            <a:xfrm flipH="1">
              <a:off x="2434275" y="789980"/>
              <a:ext cx="2892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FEBRUARY</a:t>
              </a:r>
            </a:p>
          </p:txBody>
        </p:sp>
        <p:sp>
          <p:nvSpPr>
            <p:cNvPr id="4464" name="Google Shape;4464;p72"/>
            <p:cNvSpPr txBox="1"/>
            <p:nvPr/>
          </p:nvSpPr>
          <p:spPr>
            <a:xfrm flipH="1">
              <a:off x="2781049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MARCH</a:t>
              </a:r>
            </a:p>
          </p:txBody>
        </p:sp>
        <p:sp>
          <p:nvSpPr>
            <p:cNvPr id="4465" name="Google Shape;4465;p72"/>
            <p:cNvSpPr txBox="1"/>
            <p:nvPr/>
          </p:nvSpPr>
          <p:spPr>
            <a:xfrm flipH="1">
              <a:off x="311269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APRIL</a:t>
              </a:r>
            </a:p>
          </p:txBody>
        </p:sp>
        <p:sp>
          <p:nvSpPr>
            <p:cNvPr id="4466" name="Google Shape;4466;p72"/>
            <p:cNvSpPr/>
            <p:nvPr/>
          </p:nvSpPr>
          <p:spPr>
            <a:xfrm>
              <a:off x="2105681" y="964326"/>
              <a:ext cx="2892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72"/>
            <p:cNvSpPr/>
            <p:nvPr/>
          </p:nvSpPr>
          <p:spPr>
            <a:xfrm>
              <a:off x="2109515" y="1159286"/>
              <a:ext cx="280200" cy="426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72"/>
            <p:cNvSpPr/>
            <p:nvPr/>
          </p:nvSpPr>
          <p:spPr>
            <a:xfrm>
              <a:off x="2753389" y="1353677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72"/>
            <p:cNvSpPr/>
            <p:nvPr/>
          </p:nvSpPr>
          <p:spPr>
            <a:xfrm>
              <a:off x="2105681" y="1159287"/>
              <a:ext cx="2892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0" name="Google Shape;4470;p72"/>
            <p:cNvSpPr/>
            <p:nvPr/>
          </p:nvSpPr>
          <p:spPr>
            <a:xfrm>
              <a:off x="2412005" y="1354248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1" name="Google Shape;4471;p72"/>
            <p:cNvSpPr/>
            <p:nvPr/>
          </p:nvSpPr>
          <p:spPr>
            <a:xfrm>
              <a:off x="2410087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2" name="Google Shape;4472;p72"/>
            <p:cNvSpPr txBox="1"/>
            <p:nvPr/>
          </p:nvSpPr>
          <p:spPr>
            <a:xfrm flipH="1">
              <a:off x="1906114" y="918164"/>
              <a:ext cx="203400" cy="1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PHASE 1</a:t>
              </a:r>
            </a:p>
          </p:txBody>
        </p:sp>
        <p:sp>
          <p:nvSpPr>
            <p:cNvPr id="4473" name="Google Shape;4473;p72"/>
            <p:cNvSpPr txBox="1"/>
            <p:nvPr/>
          </p:nvSpPr>
          <p:spPr>
            <a:xfrm flipH="1">
              <a:off x="1919618" y="1113390"/>
              <a:ext cx="1899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Task 1</a:t>
              </a:r>
            </a:p>
          </p:txBody>
        </p:sp>
        <p:sp>
          <p:nvSpPr>
            <p:cNvPr id="4474" name="Google Shape;4474;p72"/>
            <p:cNvSpPr txBox="1"/>
            <p:nvPr/>
          </p:nvSpPr>
          <p:spPr>
            <a:xfrm flipH="1">
              <a:off x="1906118" y="1304527"/>
              <a:ext cx="2034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Task 2</a:t>
              </a:r>
            </a:p>
          </p:txBody>
        </p:sp>
        <p:sp>
          <p:nvSpPr>
            <p:cNvPr id="4475" name="Google Shape;4475;p72"/>
            <p:cNvSpPr/>
            <p:nvPr/>
          </p:nvSpPr>
          <p:spPr>
            <a:xfrm>
              <a:off x="2750975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76" name="Google Shape;4476;p72"/>
          <p:cNvGrpSpPr/>
          <p:nvPr/>
        </p:nvGrpSpPr>
        <p:grpSpPr>
          <a:xfrm>
            <a:off x="950083" y="1330673"/>
            <a:ext cx="3192493" cy="1302003"/>
            <a:chOff x="749309" y="1112739"/>
            <a:chExt cx="2371603" cy="976502"/>
          </a:xfrm>
        </p:grpSpPr>
        <p:sp>
          <p:nvSpPr>
            <p:cNvPr id="4477" name="Google Shape;4477;p72"/>
            <p:cNvSpPr/>
            <p:nvPr/>
          </p:nvSpPr>
          <p:spPr>
            <a:xfrm>
              <a:off x="1092126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8" name="Google Shape;4478;p72"/>
            <p:cNvSpPr/>
            <p:nvPr/>
          </p:nvSpPr>
          <p:spPr>
            <a:xfrm>
              <a:off x="1434943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p72"/>
            <p:cNvSpPr/>
            <p:nvPr/>
          </p:nvSpPr>
          <p:spPr>
            <a:xfrm>
              <a:off x="1777760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72"/>
            <p:cNvSpPr/>
            <p:nvPr/>
          </p:nvSpPr>
          <p:spPr>
            <a:xfrm>
              <a:off x="2120578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1" name="Google Shape;4481;p72"/>
            <p:cNvSpPr/>
            <p:nvPr/>
          </p:nvSpPr>
          <p:spPr>
            <a:xfrm>
              <a:off x="2463395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2" name="Google Shape;4482;p72"/>
            <p:cNvSpPr/>
            <p:nvPr/>
          </p:nvSpPr>
          <p:spPr>
            <a:xfrm>
              <a:off x="2806212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3" name="Google Shape;4483;p72"/>
            <p:cNvSpPr/>
            <p:nvPr/>
          </p:nvSpPr>
          <p:spPr>
            <a:xfrm>
              <a:off x="749309" y="1362294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4" name="Google Shape;4484;p72"/>
            <p:cNvSpPr/>
            <p:nvPr/>
          </p:nvSpPr>
          <p:spPr>
            <a:xfrm>
              <a:off x="1092126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5" name="Google Shape;4485;p72"/>
            <p:cNvSpPr/>
            <p:nvPr/>
          </p:nvSpPr>
          <p:spPr>
            <a:xfrm>
              <a:off x="1434943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72"/>
            <p:cNvSpPr/>
            <p:nvPr/>
          </p:nvSpPr>
          <p:spPr>
            <a:xfrm>
              <a:off x="1777760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7" name="Google Shape;4487;p72"/>
            <p:cNvSpPr/>
            <p:nvPr/>
          </p:nvSpPr>
          <p:spPr>
            <a:xfrm>
              <a:off x="2120578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8" name="Google Shape;4488;p72"/>
            <p:cNvSpPr/>
            <p:nvPr/>
          </p:nvSpPr>
          <p:spPr>
            <a:xfrm>
              <a:off x="2463395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9" name="Google Shape;4489;p72"/>
            <p:cNvSpPr/>
            <p:nvPr/>
          </p:nvSpPr>
          <p:spPr>
            <a:xfrm>
              <a:off x="2806212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0" name="Google Shape;4490;p72"/>
            <p:cNvSpPr/>
            <p:nvPr/>
          </p:nvSpPr>
          <p:spPr>
            <a:xfrm>
              <a:off x="749309" y="1611849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1" name="Google Shape;4491;p72"/>
            <p:cNvSpPr/>
            <p:nvPr/>
          </p:nvSpPr>
          <p:spPr>
            <a:xfrm>
              <a:off x="1092126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2" name="Google Shape;4492;p72"/>
            <p:cNvSpPr/>
            <p:nvPr/>
          </p:nvSpPr>
          <p:spPr>
            <a:xfrm>
              <a:off x="1434943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3" name="Google Shape;4493;p72"/>
            <p:cNvSpPr/>
            <p:nvPr/>
          </p:nvSpPr>
          <p:spPr>
            <a:xfrm>
              <a:off x="1777760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4" name="Google Shape;4494;p72"/>
            <p:cNvSpPr/>
            <p:nvPr/>
          </p:nvSpPr>
          <p:spPr>
            <a:xfrm>
              <a:off x="2120578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5" name="Google Shape;4495;p72"/>
            <p:cNvSpPr/>
            <p:nvPr/>
          </p:nvSpPr>
          <p:spPr>
            <a:xfrm>
              <a:off x="2463395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6" name="Google Shape;4496;p72"/>
            <p:cNvSpPr/>
            <p:nvPr/>
          </p:nvSpPr>
          <p:spPr>
            <a:xfrm>
              <a:off x="2806212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7" name="Google Shape;4497;p72"/>
            <p:cNvSpPr/>
            <p:nvPr/>
          </p:nvSpPr>
          <p:spPr>
            <a:xfrm>
              <a:off x="749309" y="1861404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8" name="Google Shape;4498;p72"/>
            <p:cNvSpPr/>
            <p:nvPr/>
          </p:nvSpPr>
          <p:spPr>
            <a:xfrm>
              <a:off x="1092126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9" name="Google Shape;4499;p72"/>
            <p:cNvSpPr/>
            <p:nvPr/>
          </p:nvSpPr>
          <p:spPr>
            <a:xfrm>
              <a:off x="1434943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72"/>
            <p:cNvSpPr/>
            <p:nvPr/>
          </p:nvSpPr>
          <p:spPr>
            <a:xfrm>
              <a:off x="1777760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72"/>
            <p:cNvSpPr/>
            <p:nvPr/>
          </p:nvSpPr>
          <p:spPr>
            <a:xfrm>
              <a:off x="2120578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72"/>
            <p:cNvSpPr/>
            <p:nvPr/>
          </p:nvSpPr>
          <p:spPr>
            <a:xfrm>
              <a:off x="2463395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72"/>
            <p:cNvSpPr/>
            <p:nvPr/>
          </p:nvSpPr>
          <p:spPr>
            <a:xfrm>
              <a:off x="2806212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4" name="Google Shape;4504;p72"/>
            <p:cNvSpPr/>
            <p:nvPr/>
          </p:nvSpPr>
          <p:spPr>
            <a:xfrm>
              <a:off x="749309" y="1112739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5" name="Google Shape;4505;p72"/>
            <p:cNvSpPr/>
            <p:nvPr/>
          </p:nvSpPr>
          <p:spPr>
            <a:xfrm>
              <a:off x="1434877" y="1258345"/>
              <a:ext cx="16857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6" name="Google Shape;4506;p72"/>
            <p:cNvSpPr/>
            <p:nvPr/>
          </p:nvSpPr>
          <p:spPr>
            <a:xfrm>
              <a:off x="1777683" y="2010641"/>
              <a:ext cx="10002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7" name="Google Shape;4507;p72"/>
            <p:cNvSpPr/>
            <p:nvPr/>
          </p:nvSpPr>
          <p:spPr>
            <a:xfrm>
              <a:off x="1092070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8" name="Google Shape;4508;p72"/>
            <p:cNvSpPr/>
            <p:nvPr/>
          </p:nvSpPr>
          <p:spPr>
            <a:xfrm>
              <a:off x="2463277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509" name="Google Shape;4509;p72"/>
          <p:cNvGraphicFramePr/>
          <p:nvPr>
            <p:extLst>
              <p:ext uri="{D42A27DB-BD31-4B8C-83A1-F6EECF244321}">
                <p14:modId xmlns:p14="http://schemas.microsoft.com/office/powerpoint/2010/main" val="3772463276"/>
              </p:ext>
            </p:extLst>
          </p:nvPr>
        </p:nvGraphicFramePr>
        <p:xfrm>
          <a:off x="7914484" y="1328400"/>
          <a:ext cx="3321732" cy="13019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0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9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10" name="Google Shape;4510;p72"/>
          <p:cNvGraphicFramePr/>
          <p:nvPr>
            <p:extLst>
              <p:ext uri="{D42A27DB-BD31-4B8C-83A1-F6EECF244321}">
                <p14:modId xmlns:p14="http://schemas.microsoft.com/office/powerpoint/2010/main" val="342103954"/>
              </p:ext>
            </p:extLst>
          </p:nvPr>
        </p:nvGraphicFramePr>
        <p:xfrm>
          <a:off x="4456767" y="2840600"/>
          <a:ext cx="3151200" cy="11580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511" name="Google Shape;4511;p72"/>
          <p:cNvGrpSpPr/>
          <p:nvPr/>
        </p:nvGrpSpPr>
        <p:grpSpPr>
          <a:xfrm>
            <a:off x="5448672" y="3356124"/>
            <a:ext cx="2023248" cy="99280"/>
            <a:chOff x="3980086" y="2804397"/>
            <a:chExt cx="1227600" cy="66900"/>
          </a:xfrm>
        </p:grpSpPr>
        <p:sp>
          <p:nvSpPr>
            <p:cNvPr id="4512" name="Google Shape;4512;p72"/>
            <p:cNvSpPr/>
            <p:nvPr/>
          </p:nvSpPr>
          <p:spPr>
            <a:xfrm rot="5400000" flipH="1">
              <a:off x="4560736" y="2223904"/>
              <a:ext cx="66300" cy="12276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4F6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3" name="Google Shape;4513;p72"/>
            <p:cNvSpPr/>
            <p:nvPr/>
          </p:nvSpPr>
          <p:spPr>
            <a:xfrm rot="5400000" flipH="1">
              <a:off x="4086125" y="2698647"/>
              <a:ext cx="66900" cy="278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514" name="Google Shape;4514;p72"/>
          <p:cNvGrpSpPr/>
          <p:nvPr/>
        </p:nvGrpSpPr>
        <p:grpSpPr>
          <a:xfrm>
            <a:off x="6282092" y="3746240"/>
            <a:ext cx="1190608" cy="99280"/>
            <a:chOff x="3980086" y="2804397"/>
            <a:chExt cx="1227600" cy="66900"/>
          </a:xfrm>
        </p:grpSpPr>
        <p:sp>
          <p:nvSpPr>
            <p:cNvPr id="4515" name="Google Shape;4515;p72"/>
            <p:cNvSpPr/>
            <p:nvPr/>
          </p:nvSpPr>
          <p:spPr>
            <a:xfrm rot="5400000" flipH="1">
              <a:off x="4560736" y="2223904"/>
              <a:ext cx="66300" cy="12276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4F6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6" name="Google Shape;4516;p72"/>
            <p:cNvSpPr/>
            <p:nvPr/>
          </p:nvSpPr>
          <p:spPr>
            <a:xfrm rot="5400000" flipH="1">
              <a:off x="4086125" y="2698647"/>
              <a:ext cx="66900" cy="278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517" name="Google Shape;4517;p72"/>
          <p:cNvGrpSpPr/>
          <p:nvPr/>
        </p:nvGrpSpPr>
        <p:grpSpPr>
          <a:xfrm>
            <a:off x="4459548" y="4224752"/>
            <a:ext cx="3150992" cy="1341257"/>
            <a:chOff x="3358415" y="3361302"/>
            <a:chExt cx="2363244" cy="1024695"/>
          </a:xfrm>
        </p:grpSpPr>
        <p:grpSp>
          <p:nvGrpSpPr>
            <p:cNvPr id="4518" name="Google Shape;4518;p72"/>
            <p:cNvGrpSpPr/>
            <p:nvPr/>
          </p:nvGrpSpPr>
          <p:grpSpPr>
            <a:xfrm>
              <a:off x="3358415" y="3361302"/>
              <a:ext cx="441300" cy="1024695"/>
              <a:chOff x="3358415" y="3361302"/>
              <a:chExt cx="441300" cy="1024695"/>
            </a:xfrm>
          </p:grpSpPr>
          <p:sp>
            <p:nvSpPr>
              <p:cNvPr id="4519" name="Google Shape;4519;p72"/>
              <p:cNvSpPr/>
              <p:nvPr/>
            </p:nvSpPr>
            <p:spPr>
              <a:xfrm>
                <a:off x="3358415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0" name="Google Shape;4520;p72"/>
              <p:cNvSpPr/>
              <p:nvPr/>
            </p:nvSpPr>
            <p:spPr>
              <a:xfrm>
                <a:off x="3358415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1" name="Google Shape;4521;p72"/>
              <p:cNvSpPr/>
              <p:nvPr/>
            </p:nvSpPr>
            <p:spPr>
              <a:xfrm>
                <a:off x="3358415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2" name="Google Shape;4522;p72"/>
              <p:cNvSpPr/>
              <p:nvPr/>
            </p:nvSpPr>
            <p:spPr>
              <a:xfrm>
                <a:off x="3358415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3" name="Google Shape;4523;p72"/>
              <p:cNvSpPr/>
              <p:nvPr/>
            </p:nvSpPr>
            <p:spPr>
              <a:xfrm>
                <a:off x="3358415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4" name="Google Shape;4524;p72"/>
              <p:cNvSpPr/>
              <p:nvPr/>
            </p:nvSpPr>
            <p:spPr>
              <a:xfrm>
                <a:off x="3358415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25" name="Google Shape;4525;p72"/>
            <p:cNvGrpSpPr/>
            <p:nvPr/>
          </p:nvGrpSpPr>
          <p:grpSpPr>
            <a:xfrm>
              <a:off x="3838901" y="3361302"/>
              <a:ext cx="441300" cy="1024695"/>
              <a:chOff x="3838901" y="3361302"/>
              <a:chExt cx="441300" cy="1024695"/>
            </a:xfrm>
          </p:grpSpPr>
          <p:sp>
            <p:nvSpPr>
              <p:cNvPr id="4526" name="Google Shape;4526;p72"/>
              <p:cNvSpPr/>
              <p:nvPr/>
            </p:nvSpPr>
            <p:spPr>
              <a:xfrm>
                <a:off x="3838901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7" name="Google Shape;4527;p72"/>
              <p:cNvSpPr/>
              <p:nvPr/>
            </p:nvSpPr>
            <p:spPr>
              <a:xfrm>
                <a:off x="3838901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8" name="Google Shape;4528;p72"/>
              <p:cNvSpPr/>
              <p:nvPr/>
            </p:nvSpPr>
            <p:spPr>
              <a:xfrm>
                <a:off x="3838901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9" name="Google Shape;4529;p72"/>
              <p:cNvSpPr/>
              <p:nvPr/>
            </p:nvSpPr>
            <p:spPr>
              <a:xfrm>
                <a:off x="3838901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0" name="Google Shape;4530;p72"/>
              <p:cNvSpPr/>
              <p:nvPr/>
            </p:nvSpPr>
            <p:spPr>
              <a:xfrm>
                <a:off x="3838901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1" name="Google Shape;4531;p72"/>
              <p:cNvSpPr/>
              <p:nvPr/>
            </p:nvSpPr>
            <p:spPr>
              <a:xfrm>
                <a:off x="3838901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2" name="Google Shape;4532;p72"/>
            <p:cNvGrpSpPr/>
            <p:nvPr/>
          </p:nvGrpSpPr>
          <p:grpSpPr>
            <a:xfrm>
              <a:off x="4319387" y="3361302"/>
              <a:ext cx="441300" cy="1024695"/>
              <a:chOff x="4319387" y="3361302"/>
              <a:chExt cx="441300" cy="1024695"/>
            </a:xfrm>
          </p:grpSpPr>
          <p:sp>
            <p:nvSpPr>
              <p:cNvPr id="4533" name="Google Shape;4533;p72"/>
              <p:cNvSpPr/>
              <p:nvPr/>
            </p:nvSpPr>
            <p:spPr>
              <a:xfrm>
                <a:off x="4319387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4" name="Google Shape;4534;p72"/>
              <p:cNvSpPr/>
              <p:nvPr/>
            </p:nvSpPr>
            <p:spPr>
              <a:xfrm>
                <a:off x="4319387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5" name="Google Shape;4535;p72"/>
              <p:cNvSpPr/>
              <p:nvPr/>
            </p:nvSpPr>
            <p:spPr>
              <a:xfrm>
                <a:off x="4319387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6" name="Google Shape;4536;p72"/>
              <p:cNvSpPr/>
              <p:nvPr/>
            </p:nvSpPr>
            <p:spPr>
              <a:xfrm>
                <a:off x="4319387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7" name="Google Shape;4537;p72"/>
              <p:cNvSpPr/>
              <p:nvPr/>
            </p:nvSpPr>
            <p:spPr>
              <a:xfrm>
                <a:off x="4319387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8" name="Google Shape;4538;p72"/>
              <p:cNvSpPr/>
              <p:nvPr/>
            </p:nvSpPr>
            <p:spPr>
              <a:xfrm>
                <a:off x="4319387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9" name="Google Shape;4539;p72"/>
            <p:cNvGrpSpPr/>
            <p:nvPr/>
          </p:nvGrpSpPr>
          <p:grpSpPr>
            <a:xfrm>
              <a:off x="4799873" y="3361302"/>
              <a:ext cx="441300" cy="1024695"/>
              <a:chOff x="4799873" y="3361302"/>
              <a:chExt cx="441300" cy="1024695"/>
            </a:xfrm>
          </p:grpSpPr>
          <p:sp>
            <p:nvSpPr>
              <p:cNvPr id="4540" name="Google Shape;4540;p72"/>
              <p:cNvSpPr/>
              <p:nvPr/>
            </p:nvSpPr>
            <p:spPr>
              <a:xfrm>
                <a:off x="4799873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1" name="Google Shape;4541;p72"/>
              <p:cNvSpPr/>
              <p:nvPr/>
            </p:nvSpPr>
            <p:spPr>
              <a:xfrm>
                <a:off x="4799873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2" name="Google Shape;4542;p72"/>
              <p:cNvSpPr/>
              <p:nvPr/>
            </p:nvSpPr>
            <p:spPr>
              <a:xfrm>
                <a:off x="4799873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3" name="Google Shape;4543;p72"/>
              <p:cNvSpPr/>
              <p:nvPr/>
            </p:nvSpPr>
            <p:spPr>
              <a:xfrm>
                <a:off x="4799873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4" name="Google Shape;4544;p72"/>
              <p:cNvSpPr/>
              <p:nvPr/>
            </p:nvSpPr>
            <p:spPr>
              <a:xfrm>
                <a:off x="4799873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5" name="Google Shape;4545;p72"/>
              <p:cNvSpPr/>
              <p:nvPr/>
            </p:nvSpPr>
            <p:spPr>
              <a:xfrm>
                <a:off x="4799873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46" name="Google Shape;4546;p72"/>
            <p:cNvGrpSpPr/>
            <p:nvPr/>
          </p:nvGrpSpPr>
          <p:grpSpPr>
            <a:xfrm>
              <a:off x="5280360" y="3361302"/>
              <a:ext cx="441300" cy="1024695"/>
              <a:chOff x="5280360" y="3361302"/>
              <a:chExt cx="441300" cy="1024695"/>
            </a:xfrm>
          </p:grpSpPr>
          <p:sp>
            <p:nvSpPr>
              <p:cNvPr id="4547" name="Google Shape;4547;p72"/>
              <p:cNvSpPr/>
              <p:nvPr/>
            </p:nvSpPr>
            <p:spPr>
              <a:xfrm>
                <a:off x="5280360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8" name="Google Shape;4548;p72"/>
              <p:cNvSpPr/>
              <p:nvPr/>
            </p:nvSpPr>
            <p:spPr>
              <a:xfrm>
                <a:off x="5280360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72"/>
              <p:cNvSpPr/>
              <p:nvPr/>
            </p:nvSpPr>
            <p:spPr>
              <a:xfrm>
                <a:off x="5280360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0" name="Google Shape;4550;p72"/>
              <p:cNvSpPr/>
              <p:nvPr/>
            </p:nvSpPr>
            <p:spPr>
              <a:xfrm>
                <a:off x="5280360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1" name="Google Shape;4551;p72"/>
              <p:cNvSpPr/>
              <p:nvPr/>
            </p:nvSpPr>
            <p:spPr>
              <a:xfrm>
                <a:off x="5280360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2" name="Google Shape;4552;p72"/>
              <p:cNvSpPr/>
              <p:nvPr/>
            </p:nvSpPr>
            <p:spPr>
              <a:xfrm>
                <a:off x="5280360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4553" name="Google Shape;4553;p72"/>
          <p:cNvGraphicFramePr/>
          <p:nvPr>
            <p:extLst>
              <p:ext uri="{D42A27DB-BD31-4B8C-83A1-F6EECF244321}">
                <p14:modId xmlns:p14="http://schemas.microsoft.com/office/powerpoint/2010/main" val="1913595711"/>
              </p:ext>
            </p:extLst>
          </p:nvPr>
        </p:nvGraphicFramePr>
        <p:xfrm>
          <a:off x="948117" y="2840600"/>
          <a:ext cx="3204800" cy="11751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554" name="Google Shape;4554;p72"/>
          <p:cNvGrpSpPr/>
          <p:nvPr/>
        </p:nvGrpSpPr>
        <p:grpSpPr>
          <a:xfrm>
            <a:off x="950151" y="4240233"/>
            <a:ext cx="3204819" cy="1341200"/>
            <a:chOff x="726450" y="3372825"/>
            <a:chExt cx="2403614" cy="1005900"/>
          </a:xfrm>
        </p:grpSpPr>
        <p:grpSp>
          <p:nvGrpSpPr>
            <p:cNvPr id="4555" name="Google Shape;4555;p72"/>
            <p:cNvGrpSpPr/>
            <p:nvPr/>
          </p:nvGrpSpPr>
          <p:grpSpPr>
            <a:xfrm>
              <a:off x="726450" y="3696000"/>
              <a:ext cx="2403614" cy="500898"/>
              <a:chOff x="726450" y="3696000"/>
              <a:chExt cx="2403614" cy="500898"/>
            </a:xfrm>
          </p:grpSpPr>
          <p:sp>
            <p:nvSpPr>
              <p:cNvPr id="4556" name="Google Shape;4556;p72"/>
              <p:cNvSpPr/>
              <p:nvPr/>
            </p:nvSpPr>
            <p:spPr>
              <a:xfrm>
                <a:off x="726450" y="3696000"/>
                <a:ext cx="2403600" cy="167100"/>
              </a:xfrm>
              <a:prstGeom prst="rect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7" name="Google Shape;4557;p72"/>
              <p:cNvSpPr/>
              <p:nvPr/>
            </p:nvSpPr>
            <p:spPr>
              <a:xfrm>
                <a:off x="726464" y="4029798"/>
                <a:ext cx="2403600" cy="167100"/>
              </a:xfrm>
              <a:prstGeom prst="rect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58" name="Google Shape;4558;p72"/>
            <p:cNvGrpSpPr/>
            <p:nvPr/>
          </p:nvGrpSpPr>
          <p:grpSpPr>
            <a:xfrm>
              <a:off x="1348050" y="3372825"/>
              <a:ext cx="1720425" cy="1005900"/>
              <a:chOff x="1348050" y="3372825"/>
              <a:chExt cx="1720425" cy="1005900"/>
            </a:xfrm>
          </p:grpSpPr>
          <p:sp>
            <p:nvSpPr>
              <p:cNvPr id="4559" name="Google Shape;4559;p72"/>
              <p:cNvSpPr/>
              <p:nvPr/>
            </p:nvSpPr>
            <p:spPr>
              <a:xfrm>
                <a:off x="1348050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0" name="Google Shape;4560;p72"/>
              <p:cNvSpPr/>
              <p:nvPr/>
            </p:nvSpPr>
            <p:spPr>
              <a:xfrm>
                <a:off x="1701356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1" name="Google Shape;4561;p72"/>
              <p:cNvSpPr/>
              <p:nvPr/>
            </p:nvSpPr>
            <p:spPr>
              <a:xfrm>
                <a:off x="2054663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2" name="Google Shape;4562;p72"/>
              <p:cNvSpPr/>
              <p:nvPr/>
            </p:nvSpPr>
            <p:spPr>
              <a:xfrm>
                <a:off x="2407969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3" name="Google Shape;4563;p72"/>
              <p:cNvSpPr/>
              <p:nvPr/>
            </p:nvSpPr>
            <p:spPr>
              <a:xfrm>
                <a:off x="2761275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4" name="Google Shape;4564;p72"/>
            <p:cNvGrpSpPr/>
            <p:nvPr/>
          </p:nvGrpSpPr>
          <p:grpSpPr>
            <a:xfrm>
              <a:off x="1455707" y="3731058"/>
              <a:ext cx="1491150" cy="417657"/>
              <a:chOff x="1455707" y="3731058"/>
              <a:chExt cx="1491150" cy="417657"/>
            </a:xfrm>
          </p:grpSpPr>
          <p:grpSp>
            <p:nvGrpSpPr>
              <p:cNvPr id="4565" name="Google Shape;4565;p72"/>
              <p:cNvGrpSpPr/>
              <p:nvPr/>
            </p:nvGrpSpPr>
            <p:grpSpPr>
              <a:xfrm>
                <a:off x="1472938" y="3745828"/>
                <a:ext cx="72126" cy="53788"/>
                <a:chOff x="1472938" y="3745828"/>
                <a:chExt cx="72126" cy="53788"/>
              </a:xfrm>
            </p:grpSpPr>
            <p:sp>
              <p:nvSpPr>
                <p:cNvPr id="4566" name="Google Shape;4566;p72"/>
                <p:cNvSpPr/>
                <p:nvPr/>
              </p:nvSpPr>
              <p:spPr>
                <a:xfrm>
                  <a:off x="1472938" y="3763820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7" name="Google Shape;4567;p72"/>
                <p:cNvSpPr/>
                <p:nvPr/>
              </p:nvSpPr>
              <p:spPr>
                <a:xfrm>
                  <a:off x="1490853" y="3745828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8" name="Google Shape;4568;p72"/>
              <p:cNvGrpSpPr/>
              <p:nvPr/>
            </p:nvGrpSpPr>
            <p:grpSpPr>
              <a:xfrm>
                <a:off x="1819181" y="4089633"/>
                <a:ext cx="72126" cy="53788"/>
                <a:chOff x="1819181" y="4089633"/>
                <a:chExt cx="72126" cy="53788"/>
              </a:xfrm>
            </p:grpSpPr>
            <p:sp>
              <p:nvSpPr>
                <p:cNvPr id="4569" name="Google Shape;4569;p72"/>
                <p:cNvSpPr/>
                <p:nvPr/>
              </p:nvSpPr>
              <p:spPr>
                <a:xfrm>
                  <a:off x="1819181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72"/>
                <p:cNvSpPr/>
                <p:nvPr/>
              </p:nvSpPr>
              <p:spPr>
                <a:xfrm>
                  <a:off x="1837096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1" name="Google Shape;4571;p72"/>
              <p:cNvGrpSpPr/>
              <p:nvPr/>
            </p:nvGrpSpPr>
            <p:grpSpPr>
              <a:xfrm>
                <a:off x="1455707" y="4084171"/>
                <a:ext cx="64321" cy="64544"/>
                <a:chOff x="1455707" y="4084171"/>
                <a:chExt cx="64321" cy="64544"/>
              </a:xfrm>
            </p:grpSpPr>
            <p:sp>
              <p:nvSpPr>
                <p:cNvPr id="4572" name="Google Shape;4572;p72"/>
                <p:cNvSpPr/>
                <p:nvPr/>
              </p:nvSpPr>
              <p:spPr>
                <a:xfrm>
                  <a:off x="1478676" y="4084402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72"/>
                <p:cNvSpPr/>
                <p:nvPr/>
              </p:nvSpPr>
              <p:spPr>
                <a:xfrm>
                  <a:off x="1455707" y="4084171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4" name="Google Shape;4574;p72"/>
              <p:cNvGrpSpPr/>
              <p:nvPr/>
            </p:nvGrpSpPr>
            <p:grpSpPr>
              <a:xfrm>
                <a:off x="1818610" y="3731058"/>
                <a:ext cx="64321" cy="64544"/>
                <a:chOff x="1818610" y="3731058"/>
                <a:chExt cx="64321" cy="64544"/>
              </a:xfrm>
            </p:grpSpPr>
            <p:sp>
              <p:nvSpPr>
                <p:cNvPr id="4575" name="Google Shape;4575;p72"/>
                <p:cNvSpPr/>
                <p:nvPr/>
              </p:nvSpPr>
              <p:spPr>
                <a:xfrm>
                  <a:off x="1841579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72"/>
                <p:cNvSpPr/>
                <p:nvPr/>
              </p:nvSpPr>
              <p:spPr>
                <a:xfrm>
                  <a:off x="1818610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7" name="Google Shape;4577;p72"/>
              <p:cNvGrpSpPr/>
              <p:nvPr/>
            </p:nvGrpSpPr>
            <p:grpSpPr>
              <a:xfrm>
                <a:off x="2172491" y="4089633"/>
                <a:ext cx="72126" cy="53788"/>
                <a:chOff x="2172491" y="4089633"/>
                <a:chExt cx="72126" cy="53788"/>
              </a:xfrm>
            </p:grpSpPr>
            <p:sp>
              <p:nvSpPr>
                <p:cNvPr id="4578" name="Google Shape;4578;p72"/>
                <p:cNvSpPr/>
                <p:nvPr/>
              </p:nvSpPr>
              <p:spPr>
                <a:xfrm>
                  <a:off x="2172491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72"/>
                <p:cNvSpPr/>
                <p:nvPr/>
              </p:nvSpPr>
              <p:spPr>
                <a:xfrm>
                  <a:off x="2190406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0" name="Google Shape;4580;p72"/>
              <p:cNvGrpSpPr/>
              <p:nvPr/>
            </p:nvGrpSpPr>
            <p:grpSpPr>
              <a:xfrm>
                <a:off x="2171920" y="3731058"/>
                <a:ext cx="64321" cy="64544"/>
                <a:chOff x="2171920" y="3731058"/>
                <a:chExt cx="64321" cy="64544"/>
              </a:xfrm>
            </p:grpSpPr>
            <p:sp>
              <p:nvSpPr>
                <p:cNvPr id="4581" name="Google Shape;4581;p72"/>
                <p:cNvSpPr/>
                <p:nvPr/>
              </p:nvSpPr>
              <p:spPr>
                <a:xfrm>
                  <a:off x="2194889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2" name="Google Shape;4582;p72"/>
                <p:cNvSpPr/>
                <p:nvPr/>
              </p:nvSpPr>
              <p:spPr>
                <a:xfrm>
                  <a:off x="2171920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3" name="Google Shape;4583;p72"/>
              <p:cNvGrpSpPr/>
              <p:nvPr/>
            </p:nvGrpSpPr>
            <p:grpSpPr>
              <a:xfrm>
                <a:off x="2874730" y="3745828"/>
                <a:ext cx="72126" cy="53788"/>
                <a:chOff x="2874730" y="3745828"/>
                <a:chExt cx="72126" cy="53788"/>
              </a:xfrm>
            </p:grpSpPr>
            <p:sp>
              <p:nvSpPr>
                <p:cNvPr id="4584" name="Google Shape;4584;p72"/>
                <p:cNvSpPr/>
                <p:nvPr/>
              </p:nvSpPr>
              <p:spPr>
                <a:xfrm>
                  <a:off x="2874730" y="3763820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5" name="Google Shape;4585;p72"/>
                <p:cNvSpPr/>
                <p:nvPr/>
              </p:nvSpPr>
              <p:spPr>
                <a:xfrm>
                  <a:off x="2892645" y="3745828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6" name="Google Shape;4586;p72"/>
              <p:cNvGrpSpPr/>
              <p:nvPr/>
            </p:nvGrpSpPr>
            <p:grpSpPr>
              <a:xfrm>
                <a:off x="2878589" y="4081481"/>
                <a:ext cx="64321" cy="64544"/>
                <a:chOff x="2878589" y="4081481"/>
                <a:chExt cx="64321" cy="64544"/>
              </a:xfrm>
            </p:grpSpPr>
            <p:sp>
              <p:nvSpPr>
                <p:cNvPr id="4587" name="Google Shape;4587;p72"/>
                <p:cNvSpPr/>
                <p:nvPr/>
              </p:nvSpPr>
              <p:spPr>
                <a:xfrm>
                  <a:off x="2901559" y="4081712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8" name="Google Shape;4588;p72"/>
                <p:cNvSpPr/>
                <p:nvPr/>
              </p:nvSpPr>
              <p:spPr>
                <a:xfrm>
                  <a:off x="2878589" y="4081481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9" name="Google Shape;4589;p72"/>
              <p:cNvGrpSpPr/>
              <p:nvPr/>
            </p:nvGrpSpPr>
            <p:grpSpPr>
              <a:xfrm>
                <a:off x="2525796" y="4089633"/>
                <a:ext cx="72126" cy="53788"/>
                <a:chOff x="2525796" y="4089633"/>
                <a:chExt cx="72126" cy="53788"/>
              </a:xfrm>
            </p:grpSpPr>
            <p:sp>
              <p:nvSpPr>
                <p:cNvPr id="4590" name="Google Shape;4590;p72"/>
                <p:cNvSpPr/>
                <p:nvPr/>
              </p:nvSpPr>
              <p:spPr>
                <a:xfrm>
                  <a:off x="2525796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1" name="Google Shape;4591;p72"/>
                <p:cNvSpPr/>
                <p:nvPr/>
              </p:nvSpPr>
              <p:spPr>
                <a:xfrm>
                  <a:off x="2543711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92" name="Google Shape;4592;p72"/>
              <p:cNvGrpSpPr/>
              <p:nvPr/>
            </p:nvGrpSpPr>
            <p:grpSpPr>
              <a:xfrm>
                <a:off x="2525225" y="3731058"/>
                <a:ext cx="64321" cy="64544"/>
                <a:chOff x="2525225" y="3731058"/>
                <a:chExt cx="64321" cy="64544"/>
              </a:xfrm>
            </p:grpSpPr>
            <p:sp>
              <p:nvSpPr>
                <p:cNvPr id="4593" name="Google Shape;4593;p72"/>
                <p:cNvSpPr/>
                <p:nvPr/>
              </p:nvSpPr>
              <p:spPr>
                <a:xfrm>
                  <a:off x="2548194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4" name="Google Shape;4594;p72"/>
                <p:cNvSpPr/>
                <p:nvPr/>
              </p:nvSpPr>
              <p:spPr>
                <a:xfrm>
                  <a:off x="2525225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9" name="Google Shape;4599;p73"/>
          <p:cNvGrpSpPr/>
          <p:nvPr/>
        </p:nvGrpSpPr>
        <p:grpSpPr>
          <a:xfrm>
            <a:off x="955989" y="1295075"/>
            <a:ext cx="1127895" cy="921003"/>
            <a:chOff x="732428" y="1198513"/>
            <a:chExt cx="845921" cy="690752"/>
          </a:xfrm>
        </p:grpSpPr>
        <p:grpSp>
          <p:nvGrpSpPr>
            <p:cNvPr id="4600" name="Google Shape;4600;p73"/>
            <p:cNvGrpSpPr/>
            <p:nvPr/>
          </p:nvGrpSpPr>
          <p:grpSpPr>
            <a:xfrm>
              <a:off x="823030" y="1198513"/>
              <a:ext cx="755319" cy="690752"/>
              <a:chOff x="823030" y="1198513"/>
              <a:chExt cx="755319" cy="690752"/>
            </a:xfrm>
          </p:grpSpPr>
          <p:sp>
            <p:nvSpPr>
              <p:cNvPr id="4601" name="Google Shape;4601;p73"/>
              <p:cNvSpPr/>
              <p:nvPr/>
            </p:nvSpPr>
            <p:spPr>
              <a:xfrm>
                <a:off x="823030" y="1198513"/>
                <a:ext cx="755319" cy="690752"/>
              </a:xfrm>
              <a:custGeom>
                <a:avLst/>
                <a:gdLst/>
                <a:ahLst/>
                <a:cxnLst/>
                <a:rect l="l" t="t" r="r" b="b"/>
                <a:pathLst>
                  <a:path w="46769" h="42771" extrusionOk="0">
                    <a:moveTo>
                      <a:pt x="21384" y="0"/>
                    </a:moveTo>
                    <a:cubicBezTo>
                      <a:pt x="9575" y="0"/>
                      <a:pt x="0" y="9575"/>
                      <a:pt x="0" y="21386"/>
                    </a:cubicBezTo>
                    <a:cubicBezTo>
                      <a:pt x="0" y="33196"/>
                      <a:pt x="9575" y="42770"/>
                      <a:pt x="21384" y="42770"/>
                    </a:cubicBezTo>
                    <a:cubicBezTo>
                      <a:pt x="33196" y="42770"/>
                      <a:pt x="42770" y="33196"/>
                      <a:pt x="42770" y="21386"/>
                    </a:cubicBezTo>
                    <a:cubicBezTo>
                      <a:pt x="42770" y="16313"/>
                      <a:pt x="41002" y="11653"/>
                      <a:pt x="38053" y="7988"/>
                    </a:cubicBezTo>
                    <a:lnTo>
                      <a:pt x="42775" y="7988"/>
                    </a:lnTo>
                    <a:cubicBezTo>
                      <a:pt x="44970" y="7988"/>
                      <a:pt x="46769" y="6191"/>
                      <a:pt x="46769" y="3994"/>
                    </a:cubicBezTo>
                    <a:cubicBezTo>
                      <a:pt x="46769" y="1797"/>
                      <a:pt x="44972" y="0"/>
                      <a:pt x="42775" y="0"/>
                    </a:cubicBezTo>
                    <a:lnTo>
                      <a:pt x="22286" y="0"/>
                    </a:lnTo>
                    <a:cubicBezTo>
                      <a:pt x="22196" y="0"/>
                      <a:pt x="22105" y="5"/>
                      <a:pt x="22018" y="10"/>
                    </a:cubicBezTo>
                    <a:cubicBezTo>
                      <a:pt x="21807" y="3"/>
                      <a:pt x="21597" y="0"/>
                      <a:pt x="21384" y="0"/>
                    </a:cubicBezTo>
                    <a:close/>
                  </a:path>
                </a:pathLst>
              </a:custGeom>
              <a:solidFill>
                <a:srgbClr val="325D7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02" name="Google Shape;4602;p73"/>
              <p:cNvSpPr/>
              <p:nvPr/>
            </p:nvSpPr>
            <p:spPr>
              <a:xfrm>
                <a:off x="1470047" y="121787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1"/>
                    </a:moveTo>
                    <a:cubicBezTo>
                      <a:pt x="1231" y="1"/>
                      <a:pt x="1" y="1230"/>
                      <a:pt x="1" y="2749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9"/>
                    </a:cubicBezTo>
                    <a:cubicBezTo>
                      <a:pt x="5495" y="1230"/>
                      <a:pt x="4265" y="1"/>
                      <a:pt x="274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3" name="Google Shape;4603;p73"/>
            <p:cNvGrpSpPr/>
            <p:nvPr/>
          </p:nvGrpSpPr>
          <p:grpSpPr>
            <a:xfrm>
              <a:off x="732428" y="1239937"/>
              <a:ext cx="739912" cy="607886"/>
              <a:chOff x="732428" y="1239937"/>
              <a:chExt cx="739912" cy="607886"/>
            </a:xfrm>
          </p:grpSpPr>
          <p:sp>
            <p:nvSpPr>
              <p:cNvPr id="4604" name="Google Shape;4604;p73"/>
              <p:cNvSpPr/>
              <p:nvPr/>
            </p:nvSpPr>
            <p:spPr>
              <a:xfrm>
                <a:off x="732428" y="1239937"/>
                <a:ext cx="739912" cy="607886"/>
              </a:xfrm>
              <a:custGeom>
                <a:avLst/>
                <a:gdLst/>
                <a:ahLst/>
                <a:cxnLst/>
                <a:rect l="l" t="t" r="r" b="b"/>
                <a:pathLst>
                  <a:path w="45815" h="37640" extrusionOk="0">
                    <a:moveTo>
                      <a:pt x="26994" y="1"/>
                    </a:moveTo>
                    <a:cubicBezTo>
                      <a:pt x="16602" y="1"/>
                      <a:pt x="8175" y="8427"/>
                      <a:pt x="8175" y="18821"/>
                    </a:cubicBezTo>
                    <a:cubicBezTo>
                      <a:pt x="8169" y="22642"/>
                      <a:pt x="9333" y="26373"/>
                      <a:pt x="11509" y="29515"/>
                    </a:cubicBezTo>
                    <a:lnTo>
                      <a:pt x="3994" y="29515"/>
                    </a:lnTo>
                    <a:cubicBezTo>
                      <a:pt x="1797" y="29515"/>
                      <a:pt x="1" y="31311"/>
                      <a:pt x="1" y="33508"/>
                    </a:cubicBezTo>
                    <a:cubicBezTo>
                      <a:pt x="1" y="35704"/>
                      <a:pt x="1797" y="37502"/>
                      <a:pt x="3994" y="37502"/>
                    </a:cubicBezTo>
                    <a:lnTo>
                      <a:pt x="24483" y="37502"/>
                    </a:lnTo>
                    <a:cubicBezTo>
                      <a:pt x="24546" y="37502"/>
                      <a:pt x="24608" y="37500"/>
                      <a:pt x="24671" y="37497"/>
                    </a:cubicBezTo>
                    <a:cubicBezTo>
                      <a:pt x="25441" y="37592"/>
                      <a:pt x="26218" y="37640"/>
                      <a:pt x="26994" y="37640"/>
                    </a:cubicBezTo>
                    <a:cubicBezTo>
                      <a:pt x="37389" y="37640"/>
                      <a:pt x="45815" y="29214"/>
                      <a:pt x="45815" y="18821"/>
                    </a:cubicBezTo>
                    <a:cubicBezTo>
                      <a:pt x="45815" y="8427"/>
                      <a:pt x="37389" y="1"/>
                      <a:pt x="26994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05" name="Google Shape;4605;p73"/>
              <p:cNvSpPr/>
              <p:nvPr/>
            </p:nvSpPr>
            <p:spPr>
              <a:xfrm>
                <a:off x="751614" y="173580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7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7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6" name="Google Shape;4606;p73"/>
            <p:cNvGrpSpPr/>
            <p:nvPr/>
          </p:nvGrpSpPr>
          <p:grpSpPr>
            <a:xfrm>
              <a:off x="732428" y="1277018"/>
              <a:ext cx="702832" cy="533758"/>
              <a:chOff x="732428" y="1277018"/>
              <a:chExt cx="702832" cy="533758"/>
            </a:xfrm>
          </p:grpSpPr>
          <p:sp>
            <p:nvSpPr>
              <p:cNvPr id="4607" name="Google Shape;4607;p73"/>
              <p:cNvSpPr/>
              <p:nvPr/>
            </p:nvSpPr>
            <p:spPr>
              <a:xfrm>
                <a:off x="732428" y="1277018"/>
                <a:ext cx="702832" cy="533758"/>
              </a:xfrm>
              <a:custGeom>
                <a:avLst/>
                <a:gdLst/>
                <a:ahLst/>
                <a:cxnLst/>
                <a:rect l="l" t="t" r="r" b="b"/>
                <a:pathLst>
                  <a:path w="43519" h="33050" extrusionOk="0">
                    <a:moveTo>
                      <a:pt x="26994" y="1"/>
                    </a:moveTo>
                    <a:cubicBezTo>
                      <a:pt x="22006" y="1"/>
                      <a:pt x="17535" y="2211"/>
                      <a:pt x="14504" y="5705"/>
                    </a:cubicBezTo>
                    <a:lnTo>
                      <a:pt x="3994" y="5705"/>
                    </a:lnTo>
                    <a:cubicBezTo>
                      <a:pt x="1797" y="5705"/>
                      <a:pt x="1" y="7501"/>
                      <a:pt x="1" y="9698"/>
                    </a:cubicBezTo>
                    <a:cubicBezTo>
                      <a:pt x="1" y="11894"/>
                      <a:pt x="1797" y="13692"/>
                      <a:pt x="3994" y="13692"/>
                    </a:cubicBezTo>
                    <a:lnTo>
                      <a:pt x="10714" y="13692"/>
                    </a:lnTo>
                    <a:cubicBezTo>
                      <a:pt x="10552" y="14627"/>
                      <a:pt x="10470" y="15575"/>
                      <a:pt x="10472" y="16525"/>
                    </a:cubicBezTo>
                    <a:cubicBezTo>
                      <a:pt x="10472" y="25651"/>
                      <a:pt x="17870" y="33049"/>
                      <a:pt x="26996" y="33049"/>
                    </a:cubicBezTo>
                    <a:cubicBezTo>
                      <a:pt x="36122" y="33049"/>
                      <a:pt x="43519" y="25651"/>
                      <a:pt x="43519" y="16525"/>
                    </a:cubicBezTo>
                    <a:cubicBezTo>
                      <a:pt x="43519" y="7399"/>
                      <a:pt x="36122" y="1"/>
                      <a:pt x="2699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08" name="Google Shape;4608;p73"/>
              <p:cNvSpPr/>
              <p:nvPr/>
            </p:nvSpPr>
            <p:spPr>
              <a:xfrm>
                <a:off x="751695" y="1390407"/>
                <a:ext cx="88728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4" h="5495" extrusionOk="0">
                    <a:moveTo>
                      <a:pt x="2747" y="0"/>
                    </a:moveTo>
                    <a:cubicBezTo>
                      <a:pt x="1230" y="0"/>
                      <a:pt x="1" y="1230"/>
                      <a:pt x="1" y="2748"/>
                    </a:cubicBezTo>
                    <a:cubicBezTo>
                      <a:pt x="1" y="4264"/>
                      <a:pt x="1230" y="5494"/>
                      <a:pt x="2747" y="5494"/>
                    </a:cubicBezTo>
                    <a:cubicBezTo>
                      <a:pt x="4263" y="5494"/>
                      <a:pt x="5493" y="4264"/>
                      <a:pt x="5493" y="2748"/>
                    </a:cubicBezTo>
                    <a:cubicBezTo>
                      <a:pt x="5493" y="1230"/>
                      <a:pt x="4263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9" name="Google Shape;4609;p73"/>
            <p:cNvGrpSpPr/>
            <p:nvPr/>
          </p:nvGrpSpPr>
          <p:grpSpPr>
            <a:xfrm>
              <a:off x="931170" y="1306653"/>
              <a:ext cx="647179" cy="474455"/>
              <a:chOff x="931170" y="1306653"/>
              <a:chExt cx="647179" cy="474455"/>
            </a:xfrm>
          </p:grpSpPr>
          <p:sp>
            <p:nvSpPr>
              <p:cNvPr id="4610" name="Google Shape;4610;p73"/>
              <p:cNvSpPr/>
              <p:nvPr/>
            </p:nvSpPr>
            <p:spPr>
              <a:xfrm>
                <a:off x="931170" y="1306653"/>
                <a:ext cx="647179" cy="474455"/>
              </a:xfrm>
              <a:custGeom>
                <a:avLst/>
                <a:gdLst/>
                <a:ahLst/>
                <a:cxnLst/>
                <a:rect l="l" t="t" r="r" b="b"/>
                <a:pathLst>
                  <a:path w="40073" h="29378" extrusionOk="0">
                    <a:moveTo>
                      <a:pt x="14688" y="1"/>
                    </a:moveTo>
                    <a:cubicBezTo>
                      <a:pt x="6578" y="1"/>
                      <a:pt x="1" y="6578"/>
                      <a:pt x="1" y="14690"/>
                    </a:cubicBezTo>
                    <a:cubicBezTo>
                      <a:pt x="1" y="22801"/>
                      <a:pt x="6578" y="29377"/>
                      <a:pt x="14688" y="29377"/>
                    </a:cubicBezTo>
                    <a:cubicBezTo>
                      <a:pt x="19883" y="29377"/>
                      <a:pt x="24445" y="26682"/>
                      <a:pt x="27057" y="22613"/>
                    </a:cubicBezTo>
                    <a:lnTo>
                      <a:pt x="36079" y="22613"/>
                    </a:lnTo>
                    <a:cubicBezTo>
                      <a:pt x="38276" y="22613"/>
                      <a:pt x="40073" y="20817"/>
                      <a:pt x="40073" y="18620"/>
                    </a:cubicBezTo>
                    <a:cubicBezTo>
                      <a:pt x="40073" y="16424"/>
                      <a:pt x="38276" y="14626"/>
                      <a:pt x="36079" y="14626"/>
                    </a:cubicBezTo>
                    <a:lnTo>
                      <a:pt x="29376" y="14626"/>
                    </a:lnTo>
                    <a:cubicBezTo>
                      <a:pt x="29342" y="6544"/>
                      <a:pt x="22780" y="1"/>
                      <a:pt x="146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11" name="Google Shape;4611;p73"/>
              <p:cNvSpPr/>
              <p:nvPr/>
            </p:nvSpPr>
            <p:spPr>
              <a:xfrm>
                <a:off x="1470047" y="1560806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6"/>
                    </a:cubicBezTo>
                    <a:cubicBezTo>
                      <a:pt x="1" y="4265"/>
                      <a:pt x="1231" y="5494"/>
                      <a:pt x="2747" y="5494"/>
                    </a:cubicBezTo>
                    <a:cubicBezTo>
                      <a:pt x="4265" y="5494"/>
                      <a:pt x="5495" y="4265"/>
                      <a:pt x="5495" y="2746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2" name="Google Shape;4612;p73"/>
            <p:cNvSpPr/>
            <p:nvPr/>
          </p:nvSpPr>
          <p:spPr>
            <a:xfrm>
              <a:off x="986565" y="1362064"/>
              <a:ext cx="363666" cy="363650"/>
            </a:xfrm>
            <a:custGeom>
              <a:avLst/>
              <a:gdLst/>
              <a:ahLst/>
              <a:cxnLst/>
              <a:rect l="l" t="t" r="r" b="b"/>
              <a:pathLst>
                <a:path w="22518" h="22517" extrusionOk="0">
                  <a:moveTo>
                    <a:pt x="11258" y="0"/>
                  </a:moveTo>
                  <a:cubicBezTo>
                    <a:pt x="8273" y="0"/>
                    <a:pt x="5409" y="1187"/>
                    <a:pt x="3298" y="3297"/>
                  </a:cubicBezTo>
                  <a:cubicBezTo>
                    <a:pt x="1186" y="5409"/>
                    <a:pt x="1" y="8272"/>
                    <a:pt x="1" y="11259"/>
                  </a:cubicBezTo>
                  <a:cubicBezTo>
                    <a:pt x="1" y="14244"/>
                    <a:pt x="1186" y="17109"/>
                    <a:pt x="3298" y="19219"/>
                  </a:cubicBezTo>
                  <a:cubicBezTo>
                    <a:pt x="5409" y="21331"/>
                    <a:pt x="8273" y="22516"/>
                    <a:pt x="11258" y="22516"/>
                  </a:cubicBezTo>
                  <a:cubicBezTo>
                    <a:pt x="14245" y="22516"/>
                    <a:pt x="17108" y="21331"/>
                    <a:pt x="19220" y="19219"/>
                  </a:cubicBezTo>
                  <a:cubicBezTo>
                    <a:pt x="21331" y="17109"/>
                    <a:pt x="22517" y="14244"/>
                    <a:pt x="22517" y="11259"/>
                  </a:cubicBezTo>
                  <a:cubicBezTo>
                    <a:pt x="22517" y="8272"/>
                    <a:pt x="21331" y="5409"/>
                    <a:pt x="19220" y="3297"/>
                  </a:cubicBezTo>
                  <a:cubicBezTo>
                    <a:pt x="17108" y="1187"/>
                    <a:pt x="14245" y="0"/>
                    <a:pt x="1125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13" name="Google Shape;4613;p73"/>
          <p:cNvGrpSpPr/>
          <p:nvPr/>
        </p:nvGrpSpPr>
        <p:grpSpPr>
          <a:xfrm>
            <a:off x="5264800" y="1295084"/>
            <a:ext cx="846208" cy="933309"/>
            <a:chOff x="5985650" y="2860025"/>
            <a:chExt cx="1396075" cy="1539775"/>
          </a:xfrm>
        </p:grpSpPr>
        <p:sp>
          <p:nvSpPr>
            <p:cNvPr id="4614" name="Google Shape;4614;p73"/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5" name="Google Shape;4615;p73"/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6" name="Google Shape;4616;p73"/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73"/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8" name="Google Shape;4618;p73"/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9" name="Google Shape;4619;p73"/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0" name="Google Shape;4620;p73"/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73"/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73"/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73"/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73"/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73"/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73"/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73"/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73"/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73"/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73"/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1" name="Google Shape;4631;p73"/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2" name="Google Shape;4632;p73"/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3" name="Google Shape;4633;p73"/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4" name="Google Shape;4634;p73"/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5" name="Google Shape;4635;p73"/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73"/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7" name="Google Shape;4637;p73"/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8" name="Google Shape;4638;p73"/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9" name="Google Shape;4639;p73"/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0" name="Google Shape;4640;p73"/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1" name="Google Shape;4641;p73"/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2" name="Google Shape;4642;p73"/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3" name="Google Shape;4643;p73"/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4" name="Google Shape;4644;p73"/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73"/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46" name="Google Shape;4646;p73"/>
          <p:cNvGrpSpPr/>
          <p:nvPr/>
        </p:nvGrpSpPr>
        <p:grpSpPr>
          <a:xfrm>
            <a:off x="6272334" y="1295075"/>
            <a:ext cx="967793" cy="933300"/>
            <a:chOff x="4249973" y="1201875"/>
            <a:chExt cx="1958568" cy="1888762"/>
          </a:xfrm>
        </p:grpSpPr>
        <p:sp>
          <p:nvSpPr>
            <p:cNvPr id="4647" name="Google Shape;4647;p73"/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648" name="Google Shape;4648;p73"/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4649" name="Google Shape;4649;p73"/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0" name="Google Shape;4650;p73"/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1" name="Google Shape;4651;p73"/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4652" name="Google Shape;4652;p73"/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3" name="Google Shape;4653;p73"/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4" name="Google Shape;4654;p73"/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4655" name="Google Shape;4655;p73"/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6" name="Google Shape;4656;p73"/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7" name="Google Shape;4657;p73"/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4658" name="Google Shape;4658;p73"/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9" name="Google Shape;4659;p73"/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0" name="Google Shape;4660;p73"/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4661" name="Google Shape;4661;p73"/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62" name="Google Shape;4662;p73"/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63" name="Google Shape;4663;p73"/>
          <p:cNvGrpSpPr/>
          <p:nvPr/>
        </p:nvGrpSpPr>
        <p:grpSpPr>
          <a:xfrm>
            <a:off x="5409486" y="2477449"/>
            <a:ext cx="1001025" cy="911712"/>
            <a:chOff x="4204684" y="2104422"/>
            <a:chExt cx="699822" cy="637382"/>
          </a:xfrm>
        </p:grpSpPr>
        <p:grpSp>
          <p:nvGrpSpPr>
            <p:cNvPr id="4664" name="Google Shape;4664;p73"/>
            <p:cNvGrpSpPr/>
            <p:nvPr/>
          </p:nvGrpSpPr>
          <p:grpSpPr>
            <a:xfrm>
              <a:off x="4204684" y="2430067"/>
              <a:ext cx="342957" cy="311738"/>
              <a:chOff x="4204684" y="2430067"/>
              <a:chExt cx="342957" cy="311738"/>
            </a:xfrm>
          </p:grpSpPr>
          <p:sp>
            <p:nvSpPr>
              <p:cNvPr id="4665" name="Google Shape;4665;p73"/>
              <p:cNvSpPr/>
              <p:nvPr/>
            </p:nvSpPr>
            <p:spPr>
              <a:xfrm>
                <a:off x="4235882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1" y="0"/>
                    </a:moveTo>
                    <a:cubicBezTo>
                      <a:pt x="23" y="1056"/>
                      <a:pt x="239" y="2096"/>
                      <a:pt x="641" y="3073"/>
                    </a:cubicBezTo>
                    <a:cubicBezTo>
                      <a:pt x="676" y="3072"/>
                      <a:pt x="710" y="3070"/>
                      <a:pt x="745" y="3070"/>
                    </a:cubicBezTo>
                    <a:cubicBezTo>
                      <a:pt x="1419" y="3070"/>
                      <a:pt x="2047" y="3416"/>
                      <a:pt x="2406" y="3988"/>
                    </a:cubicBezTo>
                    <a:cubicBezTo>
                      <a:pt x="2766" y="4558"/>
                      <a:pt x="2808" y="5272"/>
                      <a:pt x="2516" y="5880"/>
                    </a:cubicBezTo>
                    <a:cubicBezTo>
                      <a:pt x="4076" y="7440"/>
                      <a:pt x="6179" y="8337"/>
                      <a:pt x="8384" y="8383"/>
                    </a:cubicBezTo>
                    <a:lnTo>
                      <a:pt x="8384" y="3190"/>
                    </a:lnTo>
                    <a:cubicBezTo>
                      <a:pt x="6664" y="3094"/>
                      <a:pt x="5290" y="1720"/>
                      <a:pt x="519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73"/>
              <p:cNvSpPr/>
              <p:nvPr/>
            </p:nvSpPr>
            <p:spPr>
              <a:xfrm>
                <a:off x="4204684" y="2558309"/>
                <a:ext cx="117839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8" extrusionOk="0">
                    <a:moveTo>
                      <a:pt x="1584" y="0"/>
                    </a:moveTo>
                    <a:cubicBezTo>
                      <a:pt x="710" y="0"/>
                      <a:pt x="1" y="710"/>
                      <a:pt x="1" y="1584"/>
                    </a:cubicBezTo>
                    <a:cubicBezTo>
                      <a:pt x="1" y="2459"/>
                      <a:pt x="710" y="3168"/>
                      <a:pt x="1584" y="3168"/>
                    </a:cubicBezTo>
                    <a:cubicBezTo>
                      <a:pt x="2459" y="3168"/>
                      <a:pt x="3168" y="2459"/>
                      <a:pt x="3168" y="1584"/>
                    </a:cubicBezTo>
                    <a:cubicBezTo>
                      <a:pt x="3168" y="710"/>
                      <a:pt x="2459" y="0"/>
                      <a:pt x="158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7" name="Google Shape;4667;p73"/>
            <p:cNvGrpSpPr/>
            <p:nvPr/>
          </p:nvGrpSpPr>
          <p:grpSpPr>
            <a:xfrm>
              <a:off x="4561586" y="2430067"/>
              <a:ext cx="342920" cy="311738"/>
              <a:chOff x="4561586" y="2430067"/>
              <a:chExt cx="342920" cy="311738"/>
            </a:xfrm>
          </p:grpSpPr>
          <p:sp>
            <p:nvSpPr>
              <p:cNvPr id="4668" name="Google Shape;4668;p73"/>
              <p:cNvSpPr/>
              <p:nvPr/>
            </p:nvSpPr>
            <p:spPr>
              <a:xfrm>
                <a:off x="4561586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3189" y="0"/>
                    </a:moveTo>
                    <a:cubicBezTo>
                      <a:pt x="3093" y="1720"/>
                      <a:pt x="1721" y="3092"/>
                      <a:pt x="1" y="3190"/>
                    </a:cubicBezTo>
                    <a:lnTo>
                      <a:pt x="1" y="8383"/>
                    </a:lnTo>
                    <a:cubicBezTo>
                      <a:pt x="2206" y="8337"/>
                      <a:pt x="4309" y="7440"/>
                      <a:pt x="5868" y="5880"/>
                    </a:cubicBezTo>
                    <a:cubicBezTo>
                      <a:pt x="5577" y="5272"/>
                      <a:pt x="5618" y="4558"/>
                      <a:pt x="5979" y="3986"/>
                    </a:cubicBezTo>
                    <a:cubicBezTo>
                      <a:pt x="6337" y="3416"/>
                      <a:pt x="6965" y="3070"/>
                      <a:pt x="7639" y="3070"/>
                    </a:cubicBezTo>
                    <a:cubicBezTo>
                      <a:pt x="7675" y="3070"/>
                      <a:pt x="7710" y="3070"/>
                      <a:pt x="7743" y="3073"/>
                    </a:cubicBezTo>
                    <a:cubicBezTo>
                      <a:pt x="8145" y="2096"/>
                      <a:pt x="8362" y="1056"/>
                      <a:pt x="838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69" name="Google Shape;4669;p73"/>
              <p:cNvSpPr/>
              <p:nvPr/>
            </p:nvSpPr>
            <p:spPr>
              <a:xfrm>
                <a:off x="4786741" y="2558309"/>
                <a:ext cx="117765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8" extrusionOk="0">
                    <a:moveTo>
                      <a:pt x="1583" y="0"/>
                    </a:moveTo>
                    <a:cubicBezTo>
                      <a:pt x="708" y="0"/>
                      <a:pt x="1" y="710"/>
                      <a:pt x="1" y="1584"/>
                    </a:cubicBezTo>
                    <a:cubicBezTo>
                      <a:pt x="1" y="2459"/>
                      <a:pt x="708" y="3168"/>
                      <a:pt x="1583" y="3168"/>
                    </a:cubicBezTo>
                    <a:cubicBezTo>
                      <a:pt x="2457" y="3168"/>
                      <a:pt x="3166" y="2459"/>
                      <a:pt x="3166" y="1584"/>
                    </a:cubicBezTo>
                    <a:cubicBezTo>
                      <a:pt x="3166" y="710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0" name="Google Shape;4670;p73"/>
            <p:cNvGrpSpPr/>
            <p:nvPr/>
          </p:nvGrpSpPr>
          <p:grpSpPr>
            <a:xfrm>
              <a:off x="4561586" y="2104422"/>
              <a:ext cx="342920" cy="311738"/>
              <a:chOff x="4561586" y="2104422"/>
              <a:chExt cx="342920" cy="311738"/>
            </a:xfrm>
          </p:grpSpPr>
          <p:sp>
            <p:nvSpPr>
              <p:cNvPr id="4671" name="Google Shape;4671;p73"/>
              <p:cNvSpPr/>
              <p:nvPr/>
            </p:nvSpPr>
            <p:spPr>
              <a:xfrm>
                <a:off x="4561586" y="2104422"/>
                <a:ext cx="311722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8384" extrusionOk="0">
                    <a:moveTo>
                      <a:pt x="1" y="1"/>
                    </a:moveTo>
                    <a:lnTo>
                      <a:pt x="1" y="5194"/>
                    </a:lnTo>
                    <a:cubicBezTo>
                      <a:pt x="1721" y="5290"/>
                      <a:pt x="3093" y="6662"/>
                      <a:pt x="3189" y="8384"/>
                    </a:cubicBezTo>
                    <a:lnTo>
                      <a:pt x="8382" y="8384"/>
                    </a:lnTo>
                    <a:cubicBezTo>
                      <a:pt x="8362" y="7328"/>
                      <a:pt x="8144" y="6286"/>
                      <a:pt x="7742" y="5311"/>
                    </a:cubicBezTo>
                    <a:cubicBezTo>
                      <a:pt x="7708" y="5312"/>
                      <a:pt x="7673" y="5314"/>
                      <a:pt x="7638" y="5314"/>
                    </a:cubicBezTo>
                    <a:cubicBezTo>
                      <a:pt x="6964" y="5312"/>
                      <a:pt x="6336" y="4966"/>
                      <a:pt x="5977" y="4396"/>
                    </a:cubicBezTo>
                    <a:cubicBezTo>
                      <a:pt x="5618" y="3825"/>
                      <a:pt x="5577" y="3110"/>
                      <a:pt x="5867" y="2502"/>
                    </a:cubicBezTo>
                    <a:cubicBezTo>
                      <a:pt x="4309" y="942"/>
                      <a:pt x="2206" y="45"/>
                      <a:pt x="1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72" name="Google Shape;4672;p73"/>
              <p:cNvSpPr/>
              <p:nvPr/>
            </p:nvSpPr>
            <p:spPr>
              <a:xfrm>
                <a:off x="4786741" y="2170087"/>
                <a:ext cx="117765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7" extrusionOk="0">
                    <a:moveTo>
                      <a:pt x="1583" y="1"/>
                    </a:moveTo>
                    <a:cubicBezTo>
                      <a:pt x="708" y="1"/>
                      <a:pt x="1" y="709"/>
                      <a:pt x="1" y="1583"/>
                    </a:cubicBezTo>
                    <a:cubicBezTo>
                      <a:pt x="1" y="2457"/>
                      <a:pt x="708" y="3167"/>
                      <a:pt x="1583" y="3167"/>
                    </a:cubicBezTo>
                    <a:cubicBezTo>
                      <a:pt x="2457" y="3167"/>
                      <a:pt x="3166" y="2457"/>
                      <a:pt x="3166" y="1583"/>
                    </a:cubicBezTo>
                    <a:cubicBezTo>
                      <a:pt x="3166" y="709"/>
                      <a:pt x="2457" y="1"/>
                      <a:pt x="158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3" name="Google Shape;4673;p73"/>
            <p:cNvGrpSpPr/>
            <p:nvPr/>
          </p:nvGrpSpPr>
          <p:grpSpPr>
            <a:xfrm>
              <a:off x="4204684" y="2104422"/>
              <a:ext cx="342957" cy="311664"/>
              <a:chOff x="4204684" y="2104422"/>
              <a:chExt cx="342957" cy="311664"/>
            </a:xfrm>
          </p:grpSpPr>
          <p:sp>
            <p:nvSpPr>
              <p:cNvPr id="4674" name="Google Shape;4674;p73"/>
              <p:cNvSpPr/>
              <p:nvPr/>
            </p:nvSpPr>
            <p:spPr>
              <a:xfrm>
                <a:off x="4235882" y="2104422"/>
                <a:ext cx="311759" cy="311664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2" extrusionOk="0">
                    <a:moveTo>
                      <a:pt x="8384" y="1"/>
                    </a:moveTo>
                    <a:cubicBezTo>
                      <a:pt x="6179" y="45"/>
                      <a:pt x="4076" y="942"/>
                      <a:pt x="2516" y="2502"/>
                    </a:cubicBezTo>
                    <a:cubicBezTo>
                      <a:pt x="2808" y="3110"/>
                      <a:pt x="2766" y="3825"/>
                      <a:pt x="2406" y="4396"/>
                    </a:cubicBezTo>
                    <a:cubicBezTo>
                      <a:pt x="2047" y="4966"/>
                      <a:pt x="1419" y="5312"/>
                      <a:pt x="745" y="5312"/>
                    </a:cubicBezTo>
                    <a:cubicBezTo>
                      <a:pt x="710" y="5312"/>
                      <a:pt x="675" y="5312"/>
                      <a:pt x="641" y="5311"/>
                    </a:cubicBezTo>
                    <a:cubicBezTo>
                      <a:pt x="239" y="6286"/>
                      <a:pt x="23" y="7327"/>
                      <a:pt x="1" y="8382"/>
                    </a:cubicBezTo>
                    <a:lnTo>
                      <a:pt x="5194" y="8382"/>
                    </a:lnTo>
                    <a:cubicBezTo>
                      <a:pt x="5290" y="6662"/>
                      <a:pt x="6664" y="5290"/>
                      <a:pt x="8384" y="5194"/>
                    </a:cubicBezTo>
                    <a:lnTo>
                      <a:pt x="838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75" name="Google Shape;4675;p73"/>
              <p:cNvSpPr/>
              <p:nvPr/>
            </p:nvSpPr>
            <p:spPr>
              <a:xfrm>
                <a:off x="4204684" y="2170087"/>
                <a:ext cx="117839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7" extrusionOk="0">
                    <a:moveTo>
                      <a:pt x="1584" y="1"/>
                    </a:moveTo>
                    <a:cubicBezTo>
                      <a:pt x="710" y="1"/>
                      <a:pt x="1" y="709"/>
                      <a:pt x="1" y="1583"/>
                    </a:cubicBezTo>
                    <a:cubicBezTo>
                      <a:pt x="1" y="2457"/>
                      <a:pt x="710" y="3167"/>
                      <a:pt x="1584" y="3167"/>
                    </a:cubicBezTo>
                    <a:cubicBezTo>
                      <a:pt x="2459" y="3167"/>
                      <a:pt x="3168" y="2457"/>
                      <a:pt x="3168" y="1583"/>
                    </a:cubicBezTo>
                    <a:cubicBezTo>
                      <a:pt x="3168" y="709"/>
                      <a:pt x="2459" y="1"/>
                      <a:pt x="1584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76" name="Google Shape;4676;p73"/>
          <p:cNvGrpSpPr/>
          <p:nvPr/>
        </p:nvGrpSpPr>
        <p:grpSpPr>
          <a:xfrm>
            <a:off x="7362063" y="1295069"/>
            <a:ext cx="880788" cy="918489"/>
            <a:chOff x="5830645" y="1267368"/>
            <a:chExt cx="530340" cy="553040"/>
          </a:xfrm>
        </p:grpSpPr>
        <p:sp>
          <p:nvSpPr>
            <p:cNvPr id="4677" name="Google Shape;4677;p73"/>
            <p:cNvSpPr/>
            <p:nvPr/>
          </p:nvSpPr>
          <p:spPr>
            <a:xfrm>
              <a:off x="5994669" y="1442730"/>
              <a:ext cx="202317" cy="202342"/>
            </a:xfrm>
            <a:custGeom>
              <a:avLst/>
              <a:gdLst/>
              <a:ahLst/>
              <a:cxnLst/>
              <a:rect l="l" t="t" r="r" b="b"/>
              <a:pathLst>
                <a:path w="7941" h="7942" extrusionOk="0">
                  <a:moveTo>
                    <a:pt x="3971" y="319"/>
                  </a:moveTo>
                  <a:cubicBezTo>
                    <a:pt x="5984" y="319"/>
                    <a:pt x="7623" y="1957"/>
                    <a:pt x="7623" y="3971"/>
                  </a:cubicBezTo>
                  <a:cubicBezTo>
                    <a:pt x="7623" y="5984"/>
                    <a:pt x="5985" y="7624"/>
                    <a:pt x="3971" y="7624"/>
                  </a:cubicBezTo>
                  <a:cubicBezTo>
                    <a:pt x="1956" y="7624"/>
                    <a:pt x="318" y="5984"/>
                    <a:pt x="318" y="3971"/>
                  </a:cubicBezTo>
                  <a:cubicBezTo>
                    <a:pt x="318" y="1957"/>
                    <a:pt x="1956" y="319"/>
                    <a:pt x="3971" y="319"/>
                  </a:cubicBezTo>
                  <a:close/>
                  <a:moveTo>
                    <a:pt x="3971" y="0"/>
                  </a:moveTo>
                  <a:cubicBezTo>
                    <a:pt x="1782" y="0"/>
                    <a:pt x="1" y="1782"/>
                    <a:pt x="1" y="3971"/>
                  </a:cubicBezTo>
                  <a:cubicBezTo>
                    <a:pt x="1" y="6159"/>
                    <a:pt x="1782" y="7941"/>
                    <a:pt x="3971" y="7941"/>
                  </a:cubicBezTo>
                  <a:cubicBezTo>
                    <a:pt x="6160" y="7941"/>
                    <a:pt x="7940" y="6159"/>
                    <a:pt x="7940" y="3971"/>
                  </a:cubicBezTo>
                  <a:cubicBezTo>
                    <a:pt x="7940" y="1782"/>
                    <a:pt x="6160" y="0"/>
                    <a:pt x="3971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678" name="Google Shape;4678;p73"/>
            <p:cNvGrpSpPr/>
            <p:nvPr/>
          </p:nvGrpSpPr>
          <p:grpSpPr>
            <a:xfrm>
              <a:off x="5830645" y="1267368"/>
              <a:ext cx="259743" cy="269909"/>
              <a:chOff x="5830645" y="1267368"/>
              <a:chExt cx="259743" cy="269909"/>
            </a:xfrm>
          </p:grpSpPr>
          <p:sp>
            <p:nvSpPr>
              <p:cNvPr id="4679" name="Google Shape;4679;p73"/>
              <p:cNvSpPr/>
              <p:nvPr/>
            </p:nvSpPr>
            <p:spPr>
              <a:xfrm>
                <a:off x="5830645" y="1304897"/>
                <a:ext cx="259743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5" h="9121" extrusionOk="0">
                    <a:moveTo>
                      <a:pt x="7470" y="1"/>
                    </a:moveTo>
                    <a:cubicBezTo>
                      <a:pt x="7469" y="1"/>
                      <a:pt x="7468" y="1"/>
                      <a:pt x="7467" y="1"/>
                    </a:cubicBezTo>
                    <a:lnTo>
                      <a:pt x="7044" y="1"/>
                    </a:lnTo>
                    <a:cubicBezTo>
                      <a:pt x="7044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lnTo>
                      <a:pt x="0" y="1"/>
                    </a:lnTo>
                    <a:lnTo>
                      <a:pt x="0" y="6393"/>
                    </a:lnTo>
                    <a:cubicBezTo>
                      <a:pt x="0" y="7900"/>
                      <a:pt x="1220" y="9120"/>
                      <a:pt x="2727" y="9120"/>
                    </a:cubicBezTo>
                    <a:lnTo>
                      <a:pt x="6018" y="9120"/>
                    </a:lnTo>
                    <a:cubicBezTo>
                      <a:pt x="6148" y="6883"/>
                      <a:pt x="7951" y="5095"/>
                      <a:pt x="10194" y="4987"/>
                    </a:cubicBezTo>
                    <a:lnTo>
                      <a:pt x="10194" y="2726"/>
                    </a:lnTo>
                    <a:cubicBezTo>
                      <a:pt x="10194" y="1222"/>
                      <a:pt x="8974" y="1"/>
                      <a:pt x="747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0" name="Google Shape;4680;p73"/>
              <p:cNvSpPr/>
              <p:nvPr/>
            </p:nvSpPr>
            <p:spPr>
              <a:xfrm>
                <a:off x="5922950" y="1267368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2"/>
                    </a:cubicBezTo>
                    <a:cubicBezTo>
                      <a:pt x="1" y="2286"/>
                      <a:pt x="661" y="2945"/>
                      <a:pt x="1474" y="2945"/>
                    </a:cubicBezTo>
                    <a:cubicBezTo>
                      <a:pt x="2288" y="2945"/>
                      <a:pt x="2946" y="2286"/>
                      <a:pt x="2946" y="1472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1" name="Google Shape;4681;p73"/>
            <p:cNvGrpSpPr/>
            <p:nvPr/>
          </p:nvGrpSpPr>
          <p:grpSpPr>
            <a:xfrm>
              <a:off x="6101293" y="1267368"/>
              <a:ext cx="259692" cy="269909"/>
              <a:chOff x="6101293" y="1267368"/>
              <a:chExt cx="259692" cy="269909"/>
            </a:xfrm>
          </p:grpSpPr>
          <p:sp>
            <p:nvSpPr>
              <p:cNvPr id="4682" name="Google Shape;4682;p73"/>
              <p:cNvSpPr/>
              <p:nvPr/>
            </p:nvSpPr>
            <p:spPr>
              <a:xfrm>
                <a:off x="6101293" y="1304897"/>
                <a:ext cx="259692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1" extrusionOk="0">
                    <a:moveTo>
                      <a:pt x="2726" y="1"/>
                    </a:moveTo>
                    <a:cubicBezTo>
                      <a:pt x="1220" y="1"/>
                      <a:pt x="0" y="1221"/>
                      <a:pt x="0" y="2726"/>
                    </a:cubicBezTo>
                    <a:lnTo>
                      <a:pt x="0" y="4987"/>
                    </a:lnTo>
                    <a:cubicBezTo>
                      <a:pt x="2244" y="5095"/>
                      <a:pt x="4045" y="6883"/>
                      <a:pt x="4177" y="9120"/>
                    </a:cubicBezTo>
                    <a:lnTo>
                      <a:pt x="7467" y="9120"/>
                    </a:lnTo>
                    <a:cubicBezTo>
                      <a:pt x="8973" y="9120"/>
                      <a:pt x="10193" y="7900"/>
                      <a:pt x="10193" y="6393"/>
                    </a:cubicBezTo>
                    <a:lnTo>
                      <a:pt x="10193" y="1"/>
                    </a:lnTo>
                    <a:lnTo>
                      <a:pt x="7043" y="1"/>
                    </a:lnTo>
                    <a:cubicBezTo>
                      <a:pt x="7043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3" name="Google Shape;4683;p73"/>
              <p:cNvSpPr/>
              <p:nvPr/>
            </p:nvSpPr>
            <p:spPr>
              <a:xfrm>
                <a:off x="6193623" y="1267368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2"/>
                    </a:cubicBezTo>
                    <a:cubicBezTo>
                      <a:pt x="0" y="2286"/>
                      <a:pt x="660" y="2945"/>
                      <a:pt x="1473" y="2945"/>
                    </a:cubicBezTo>
                    <a:cubicBezTo>
                      <a:pt x="2285" y="2945"/>
                      <a:pt x="2945" y="2286"/>
                      <a:pt x="2945" y="1472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4" name="Google Shape;4684;p73"/>
            <p:cNvGrpSpPr/>
            <p:nvPr/>
          </p:nvGrpSpPr>
          <p:grpSpPr>
            <a:xfrm>
              <a:off x="5830645" y="1550500"/>
              <a:ext cx="259692" cy="269909"/>
              <a:chOff x="5830645" y="1550500"/>
              <a:chExt cx="259692" cy="269909"/>
            </a:xfrm>
          </p:grpSpPr>
          <p:sp>
            <p:nvSpPr>
              <p:cNvPr id="4685" name="Google Shape;4685;p73"/>
              <p:cNvSpPr/>
              <p:nvPr/>
            </p:nvSpPr>
            <p:spPr>
              <a:xfrm>
                <a:off x="5830645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2727" y="1"/>
                    </a:moveTo>
                    <a:cubicBezTo>
                      <a:pt x="1220" y="1"/>
                      <a:pt x="0" y="1223"/>
                      <a:pt x="0" y="2728"/>
                    </a:cubicBezTo>
                    <a:lnTo>
                      <a:pt x="0" y="9122"/>
                    </a:lnTo>
                    <a:lnTo>
                      <a:pt x="3150" y="9122"/>
                    </a:lnTo>
                    <a:cubicBezTo>
                      <a:pt x="3150" y="8046"/>
                      <a:pt x="4021" y="7175"/>
                      <a:pt x="5097" y="7175"/>
                    </a:cubicBezTo>
                    <a:cubicBezTo>
                      <a:pt x="6172" y="7175"/>
                      <a:pt x="7044" y="8046"/>
                      <a:pt x="7044" y="9122"/>
                    </a:cubicBezTo>
                    <a:lnTo>
                      <a:pt x="7467" y="9122"/>
                    </a:lnTo>
                    <a:cubicBezTo>
                      <a:pt x="8972" y="9122"/>
                      <a:pt x="10192" y="7900"/>
                      <a:pt x="10192" y="6395"/>
                    </a:cubicBezTo>
                    <a:lnTo>
                      <a:pt x="10192" y="4135"/>
                    </a:lnTo>
                    <a:cubicBezTo>
                      <a:pt x="7951" y="4028"/>
                      <a:pt x="6148" y="2239"/>
                      <a:pt x="6018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73"/>
              <p:cNvSpPr/>
              <p:nvPr/>
            </p:nvSpPr>
            <p:spPr>
              <a:xfrm>
                <a:off x="5922950" y="1745352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4"/>
                    </a:cubicBezTo>
                    <a:cubicBezTo>
                      <a:pt x="1" y="2287"/>
                      <a:pt x="661" y="2946"/>
                      <a:pt x="1474" y="2946"/>
                    </a:cubicBezTo>
                    <a:cubicBezTo>
                      <a:pt x="2288" y="2946"/>
                      <a:pt x="2946" y="2287"/>
                      <a:pt x="2946" y="1474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7" name="Google Shape;4687;p73"/>
            <p:cNvGrpSpPr/>
            <p:nvPr/>
          </p:nvGrpSpPr>
          <p:grpSpPr>
            <a:xfrm>
              <a:off x="6101293" y="1550500"/>
              <a:ext cx="259692" cy="269909"/>
              <a:chOff x="6101293" y="1550500"/>
              <a:chExt cx="259692" cy="269909"/>
            </a:xfrm>
          </p:grpSpPr>
          <p:sp>
            <p:nvSpPr>
              <p:cNvPr id="4688" name="Google Shape;4688;p73"/>
              <p:cNvSpPr/>
              <p:nvPr/>
            </p:nvSpPr>
            <p:spPr>
              <a:xfrm>
                <a:off x="6101293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4177" y="1"/>
                    </a:moveTo>
                    <a:cubicBezTo>
                      <a:pt x="4045" y="2239"/>
                      <a:pt x="2244" y="4027"/>
                      <a:pt x="0" y="4135"/>
                    </a:cubicBezTo>
                    <a:lnTo>
                      <a:pt x="0" y="6395"/>
                    </a:lnTo>
                    <a:cubicBezTo>
                      <a:pt x="0" y="7902"/>
                      <a:pt x="1220" y="9122"/>
                      <a:pt x="2726" y="9122"/>
                    </a:cubicBezTo>
                    <a:lnTo>
                      <a:pt x="3148" y="9122"/>
                    </a:lnTo>
                    <a:cubicBezTo>
                      <a:pt x="3148" y="8046"/>
                      <a:pt x="4020" y="7175"/>
                      <a:pt x="5096" y="7175"/>
                    </a:cubicBezTo>
                    <a:cubicBezTo>
                      <a:pt x="6170" y="7175"/>
                      <a:pt x="7043" y="8046"/>
                      <a:pt x="7043" y="9122"/>
                    </a:cubicBezTo>
                    <a:lnTo>
                      <a:pt x="10193" y="9122"/>
                    </a:lnTo>
                    <a:lnTo>
                      <a:pt x="10193" y="2728"/>
                    </a:lnTo>
                    <a:cubicBezTo>
                      <a:pt x="10193" y="1223"/>
                      <a:pt x="8973" y="2"/>
                      <a:pt x="7467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9" name="Google Shape;4689;p73"/>
              <p:cNvSpPr/>
              <p:nvPr/>
            </p:nvSpPr>
            <p:spPr>
              <a:xfrm>
                <a:off x="6193623" y="1745352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4"/>
                    </a:cubicBezTo>
                    <a:cubicBezTo>
                      <a:pt x="0" y="2287"/>
                      <a:pt x="660" y="2946"/>
                      <a:pt x="1473" y="2946"/>
                    </a:cubicBezTo>
                    <a:cubicBezTo>
                      <a:pt x="2285" y="2946"/>
                      <a:pt x="2945" y="2287"/>
                      <a:pt x="2945" y="1474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90" name="Google Shape;4690;p73"/>
          <p:cNvGrpSpPr/>
          <p:nvPr/>
        </p:nvGrpSpPr>
        <p:grpSpPr>
          <a:xfrm>
            <a:off x="964933" y="2482347"/>
            <a:ext cx="929539" cy="906099"/>
            <a:chOff x="2679875" y="2361475"/>
            <a:chExt cx="780425" cy="760575"/>
          </a:xfrm>
        </p:grpSpPr>
        <p:sp>
          <p:nvSpPr>
            <p:cNvPr id="4691" name="Google Shape;4691;p73"/>
            <p:cNvSpPr/>
            <p:nvPr/>
          </p:nvSpPr>
          <p:spPr>
            <a:xfrm>
              <a:off x="2812050" y="2361475"/>
              <a:ext cx="516050" cy="266400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73"/>
            <p:cNvSpPr/>
            <p:nvPr/>
          </p:nvSpPr>
          <p:spPr>
            <a:xfrm>
              <a:off x="3082750" y="2645625"/>
              <a:ext cx="377550" cy="476425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73"/>
            <p:cNvSpPr/>
            <p:nvPr/>
          </p:nvSpPr>
          <p:spPr>
            <a:xfrm>
              <a:off x="3082750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73"/>
            <p:cNvSpPr/>
            <p:nvPr/>
          </p:nvSpPr>
          <p:spPr>
            <a:xfrm>
              <a:off x="2679875" y="2645625"/>
              <a:ext cx="377575" cy="476425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73"/>
            <p:cNvSpPr/>
            <p:nvPr/>
          </p:nvSpPr>
          <p:spPr>
            <a:xfrm>
              <a:off x="2812775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73"/>
            <p:cNvSpPr/>
            <p:nvPr/>
          </p:nvSpPr>
          <p:spPr>
            <a:xfrm>
              <a:off x="2944250" y="2859150"/>
              <a:ext cx="251675" cy="22637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97" name="Google Shape;4697;p73"/>
          <p:cNvGrpSpPr/>
          <p:nvPr/>
        </p:nvGrpSpPr>
        <p:grpSpPr>
          <a:xfrm>
            <a:off x="4163813" y="1295137"/>
            <a:ext cx="981105" cy="912729"/>
            <a:chOff x="3351965" y="1148808"/>
            <a:chExt cx="750770" cy="698375"/>
          </a:xfrm>
        </p:grpSpPr>
        <p:grpSp>
          <p:nvGrpSpPr>
            <p:cNvPr id="4698" name="Google Shape;4698;p73"/>
            <p:cNvGrpSpPr/>
            <p:nvPr/>
          </p:nvGrpSpPr>
          <p:grpSpPr>
            <a:xfrm>
              <a:off x="3586796" y="1148808"/>
              <a:ext cx="294857" cy="286830"/>
              <a:chOff x="3750225" y="1774000"/>
              <a:chExt cx="149575" cy="145525"/>
            </a:xfrm>
          </p:grpSpPr>
          <p:sp>
            <p:nvSpPr>
              <p:cNvPr id="4699" name="Google Shape;4699;p73"/>
              <p:cNvSpPr/>
              <p:nvPr/>
            </p:nvSpPr>
            <p:spPr>
              <a:xfrm>
                <a:off x="3750225" y="1774000"/>
                <a:ext cx="149575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5821" extrusionOk="0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0" name="Google Shape;4700;p73"/>
              <p:cNvSpPr/>
              <p:nvPr/>
            </p:nvSpPr>
            <p:spPr>
              <a:xfrm>
                <a:off x="3776075" y="1794931"/>
                <a:ext cx="82600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152" extrusionOk="0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1" name="Google Shape;4701;p73"/>
            <p:cNvGrpSpPr/>
            <p:nvPr/>
          </p:nvGrpSpPr>
          <p:grpSpPr>
            <a:xfrm>
              <a:off x="3779245" y="1375768"/>
              <a:ext cx="323490" cy="286978"/>
              <a:chOff x="3847850" y="1889150"/>
              <a:chExt cx="164100" cy="145600"/>
            </a:xfrm>
          </p:grpSpPr>
          <p:sp>
            <p:nvSpPr>
              <p:cNvPr id="4702" name="Google Shape;4702;p73"/>
              <p:cNvSpPr/>
              <p:nvPr/>
            </p:nvSpPr>
            <p:spPr>
              <a:xfrm>
                <a:off x="3847850" y="1889150"/>
                <a:ext cx="164100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6564" h="5824" extrusionOk="0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3" name="Google Shape;4703;p73"/>
              <p:cNvSpPr/>
              <p:nvPr/>
            </p:nvSpPr>
            <p:spPr>
              <a:xfrm>
                <a:off x="3887875" y="1912456"/>
                <a:ext cx="89450" cy="7870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3148" extrusionOk="0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4" name="Google Shape;4704;p73"/>
            <p:cNvGrpSpPr/>
            <p:nvPr/>
          </p:nvGrpSpPr>
          <p:grpSpPr>
            <a:xfrm>
              <a:off x="3351965" y="1330435"/>
              <a:ext cx="295449" cy="285401"/>
              <a:chOff x="3631100" y="1866150"/>
              <a:chExt cx="149875" cy="144800"/>
            </a:xfrm>
          </p:grpSpPr>
          <p:sp>
            <p:nvSpPr>
              <p:cNvPr id="4705" name="Google Shape;4705;p73"/>
              <p:cNvSpPr/>
              <p:nvPr/>
            </p:nvSpPr>
            <p:spPr>
              <a:xfrm>
                <a:off x="3631100" y="1866150"/>
                <a:ext cx="149875" cy="1448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792" extrusionOk="0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6" name="Google Shape;4706;p73"/>
              <p:cNvSpPr/>
              <p:nvPr/>
            </p:nvSpPr>
            <p:spPr>
              <a:xfrm>
                <a:off x="3654725" y="1907806"/>
                <a:ext cx="86575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2" extrusionOk="0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7" name="Google Shape;4707;p73"/>
            <p:cNvGrpSpPr/>
            <p:nvPr/>
          </p:nvGrpSpPr>
          <p:grpSpPr>
            <a:xfrm>
              <a:off x="3548208" y="1560352"/>
              <a:ext cx="294808" cy="286830"/>
              <a:chOff x="3730650" y="1982800"/>
              <a:chExt cx="149550" cy="145525"/>
            </a:xfrm>
          </p:grpSpPr>
          <p:sp>
            <p:nvSpPr>
              <p:cNvPr id="4708" name="Google Shape;4708;p73"/>
              <p:cNvSpPr/>
              <p:nvPr/>
            </p:nvSpPr>
            <p:spPr>
              <a:xfrm>
                <a:off x="3730650" y="1982800"/>
                <a:ext cx="149550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5821" extrusionOk="0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9" name="Google Shape;4709;p73"/>
              <p:cNvSpPr/>
              <p:nvPr/>
            </p:nvSpPr>
            <p:spPr>
              <a:xfrm>
                <a:off x="3771925" y="2027231"/>
                <a:ext cx="86575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0" extrusionOk="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10" name="Google Shape;4710;p73"/>
          <p:cNvGrpSpPr/>
          <p:nvPr/>
        </p:nvGrpSpPr>
        <p:grpSpPr>
          <a:xfrm>
            <a:off x="10166017" y="1295075"/>
            <a:ext cx="1072753" cy="903727"/>
            <a:chOff x="7636443" y="1204988"/>
            <a:chExt cx="804565" cy="677795"/>
          </a:xfrm>
        </p:grpSpPr>
        <p:grpSp>
          <p:nvGrpSpPr>
            <p:cNvPr id="4711" name="Google Shape;4711;p73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4712" name="Google Shape;4712;p73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13" name="Google Shape;4713;p73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4" name="Google Shape;4714;p73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4715" name="Google Shape;4715;p73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16" name="Google Shape;4716;p73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7" name="Google Shape;4717;p73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4718" name="Google Shape;4718;p73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19" name="Google Shape;4719;p73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0" name="Google Shape;4720;p73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4721" name="Google Shape;4721;p73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22" name="Google Shape;4722;p73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23" name="Google Shape;4723;p73"/>
          <p:cNvGrpSpPr/>
          <p:nvPr/>
        </p:nvGrpSpPr>
        <p:grpSpPr>
          <a:xfrm>
            <a:off x="6617812" y="2504961"/>
            <a:ext cx="881785" cy="881584"/>
            <a:chOff x="3990000" y="975400"/>
            <a:chExt cx="3934200" cy="3933300"/>
          </a:xfrm>
        </p:grpSpPr>
        <p:sp>
          <p:nvSpPr>
            <p:cNvPr id="4724" name="Google Shape;4724;p73"/>
            <p:cNvSpPr/>
            <p:nvPr/>
          </p:nvSpPr>
          <p:spPr>
            <a:xfrm>
              <a:off x="3990000" y="975400"/>
              <a:ext cx="3934200" cy="3933300"/>
            </a:xfrm>
            <a:prstGeom prst="ellipse">
              <a:avLst/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73"/>
            <p:cNvSpPr/>
            <p:nvPr/>
          </p:nvSpPr>
          <p:spPr>
            <a:xfrm>
              <a:off x="4346550" y="1331800"/>
              <a:ext cx="3221100" cy="32205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73"/>
            <p:cNvSpPr/>
            <p:nvPr/>
          </p:nvSpPr>
          <p:spPr>
            <a:xfrm>
              <a:off x="4786800" y="1771750"/>
              <a:ext cx="2340600" cy="2340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73"/>
            <p:cNvSpPr/>
            <p:nvPr/>
          </p:nvSpPr>
          <p:spPr>
            <a:xfrm>
              <a:off x="5218650" y="2203450"/>
              <a:ext cx="1476900" cy="14772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28" name="Google Shape;4728;p73"/>
          <p:cNvGrpSpPr/>
          <p:nvPr/>
        </p:nvGrpSpPr>
        <p:grpSpPr>
          <a:xfrm>
            <a:off x="8809342" y="2476480"/>
            <a:ext cx="1158508" cy="912321"/>
            <a:chOff x="6598259" y="2078634"/>
            <a:chExt cx="868881" cy="684241"/>
          </a:xfrm>
        </p:grpSpPr>
        <p:sp>
          <p:nvSpPr>
            <p:cNvPr id="4729" name="Google Shape;4729;p73"/>
            <p:cNvSpPr/>
            <p:nvPr/>
          </p:nvSpPr>
          <p:spPr>
            <a:xfrm>
              <a:off x="7165957" y="2159753"/>
              <a:ext cx="286185" cy="107120"/>
            </a:xfrm>
            <a:custGeom>
              <a:avLst/>
              <a:gdLst/>
              <a:ahLst/>
              <a:cxnLst/>
              <a:rect l="l" t="t" r="r" b="b"/>
              <a:pathLst>
                <a:path w="48506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48506" y="18156"/>
                  </a:lnTo>
                  <a:lnTo>
                    <a:pt x="48506" y="1"/>
                  </a:lnTo>
                  <a:close/>
                </a:path>
              </a:pathLst>
            </a:custGeom>
            <a:solidFill>
              <a:srgbClr val="B3C3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73"/>
            <p:cNvSpPr/>
            <p:nvPr/>
          </p:nvSpPr>
          <p:spPr>
            <a:xfrm>
              <a:off x="7085764" y="2536793"/>
              <a:ext cx="349475" cy="107120"/>
            </a:xfrm>
            <a:custGeom>
              <a:avLst/>
              <a:gdLst/>
              <a:ahLst/>
              <a:cxnLst/>
              <a:rect l="l" t="t" r="r" b="b"/>
              <a:pathLst>
                <a:path w="59233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59233" y="18156"/>
                  </a:lnTo>
                  <a:lnTo>
                    <a:pt x="59233" y="1"/>
                  </a:lnTo>
                  <a:close/>
                </a:path>
              </a:pathLst>
            </a:custGeom>
            <a:solidFill>
              <a:srgbClr val="374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73"/>
            <p:cNvSpPr/>
            <p:nvPr/>
          </p:nvSpPr>
          <p:spPr>
            <a:xfrm>
              <a:off x="6598259" y="2195183"/>
              <a:ext cx="271241" cy="107120"/>
            </a:xfrm>
            <a:custGeom>
              <a:avLst/>
              <a:gdLst/>
              <a:ahLst/>
              <a:cxnLst/>
              <a:rect l="l" t="t" r="r" b="b"/>
              <a:pathLst>
                <a:path w="45973" h="18156" extrusionOk="0">
                  <a:moveTo>
                    <a:pt x="1" y="0"/>
                  </a:moveTo>
                  <a:lnTo>
                    <a:pt x="1" y="18156"/>
                  </a:lnTo>
                  <a:lnTo>
                    <a:pt x="45972" y="18156"/>
                  </a:lnTo>
                  <a:lnTo>
                    <a:pt x="45972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73"/>
            <p:cNvSpPr/>
            <p:nvPr/>
          </p:nvSpPr>
          <p:spPr>
            <a:xfrm>
              <a:off x="6604064" y="2370778"/>
              <a:ext cx="358696" cy="107126"/>
            </a:xfrm>
            <a:custGeom>
              <a:avLst/>
              <a:gdLst/>
              <a:ahLst/>
              <a:cxnLst/>
              <a:rect l="l" t="t" r="r" b="b"/>
              <a:pathLst>
                <a:path w="60796" h="18157" extrusionOk="0">
                  <a:moveTo>
                    <a:pt x="0" y="1"/>
                  </a:moveTo>
                  <a:lnTo>
                    <a:pt x="0" y="18156"/>
                  </a:lnTo>
                  <a:lnTo>
                    <a:pt x="60796" y="18156"/>
                  </a:lnTo>
                  <a:lnTo>
                    <a:pt x="60796" y="1"/>
                  </a:ln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73"/>
            <p:cNvSpPr/>
            <p:nvPr/>
          </p:nvSpPr>
          <p:spPr>
            <a:xfrm>
              <a:off x="6645158" y="2545743"/>
              <a:ext cx="358696" cy="109044"/>
            </a:xfrm>
            <a:custGeom>
              <a:avLst/>
              <a:gdLst/>
              <a:ahLst/>
              <a:cxnLst/>
              <a:rect l="l" t="t" r="r" b="b"/>
              <a:pathLst>
                <a:path w="60796" h="18482" extrusionOk="0">
                  <a:moveTo>
                    <a:pt x="1" y="0"/>
                  </a:moveTo>
                  <a:lnTo>
                    <a:pt x="1" y="18482"/>
                  </a:lnTo>
                  <a:lnTo>
                    <a:pt x="60796" y="18482"/>
                  </a:lnTo>
                  <a:lnTo>
                    <a:pt x="60796" y="0"/>
                  </a:ln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73"/>
            <p:cNvSpPr/>
            <p:nvPr/>
          </p:nvSpPr>
          <p:spPr>
            <a:xfrm>
              <a:off x="7155838" y="2352960"/>
              <a:ext cx="311302" cy="107120"/>
            </a:xfrm>
            <a:custGeom>
              <a:avLst/>
              <a:gdLst/>
              <a:ahLst/>
              <a:cxnLst/>
              <a:rect l="l" t="t" r="r" b="b"/>
              <a:pathLst>
                <a:path w="52763" h="18156" extrusionOk="0">
                  <a:moveTo>
                    <a:pt x="0" y="0"/>
                  </a:moveTo>
                  <a:lnTo>
                    <a:pt x="0" y="18155"/>
                  </a:lnTo>
                  <a:lnTo>
                    <a:pt x="52763" y="18155"/>
                  </a:lnTo>
                  <a:lnTo>
                    <a:pt x="52763" y="0"/>
                  </a:lnTo>
                  <a:close/>
                </a:path>
              </a:pathLst>
            </a:custGeom>
            <a:solidFill>
              <a:srgbClr val="4F677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735" name="Google Shape;4735;p73"/>
            <p:cNvGrpSpPr/>
            <p:nvPr/>
          </p:nvGrpSpPr>
          <p:grpSpPr>
            <a:xfrm>
              <a:off x="6808175" y="2078634"/>
              <a:ext cx="452229" cy="684241"/>
              <a:chOff x="6808175" y="2078634"/>
              <a:chExt cx="452229" cy="684241"/>
            </a:xfrm>
          </p:grpSpPr>
          <p:sp>
            <p:nvSpPr>
              <p:cNvPr id="4736" name="Google Shape;4736;p73"/>
              <p:cNvSpPr/>
              <p:nvPr/>
            </p:nvSpPr>
            <p:spPr>
              <a:xfrm>
                <a:off x="7165957" y="2159753"/>
                <a:ext cx="9444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008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16007" y="18156"/>
                    </a:lnTo>
                    <a:cubicBezTo>
                      <a:pt x="15291" y="11568"/>
                      <a:pt x="12904" y="5350"/>
                      <a:pt x="905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37" name="Google Shape;4737;p73"/>
              <p:cNvSpPr/>
              <p:nvPr/>
            </p:nvSpPr>
            <p:spPr>
              <a:xfrm>
                <a:off x="7085764" y="2536793"/>
                <a:ext cx="61100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56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5804" y="18156"/>
                    </a:lnTo>
                    <a:cubicBezTo>
                      <a:pt x="5810" y="18084"/>
                      <a:pt x="5813" y="18013"/>
                      <a:pt x="5813" y="17941"/>
                    </a:cubicBezTo>
                    <a:cubicBezTo>
                      <a:pt x="5815" y="17225"/>
                      <a:pt x="5579" y="16528"/>
                      <a:pt x="5146" y="15958"/>
                    </a:cubicBezTo>
                    <a:cubicBezTo>
                      <a:pt x="5764" y="15144"/>
                      <a:pt x="5967" y="14089"/>
                      <a:pt x="5696" y="13103"/>
                    </a:cubicBezTo>
                    <a:cubicBezTo>
                      <a:pt x="6334" y="11805"/>
                      <a:pt x="6339" y="10352"/>
                      <a:pt x="6343" y="9017"/>
                    </a:cubicBezTo>
                    <a:lnTo>
                      <a:pt x="6343" y="8907"/>
                    </a:lnTo>
                    <a:cubicBezTo>
                      <a:pt x="6346" y="8040"/>
                      <a:pt x="6573" y="6922"/>
                      <a:pt x="6952" y="5914"/>
                    </a:cubicBezTo>
                    <a:cubicBezTo>
                      <a:pt x="7745" y="3797"/>
                      <a:pt x="8890" y="1817"/>
                      <a:pt x="10355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38" name="Google Shape;4738;p73"/>
              <p:cNvSpPr/>
              <p:nvPr/>
            </p:nvSpPr>
            <p:spPr>
              <a:xfrm>
                <a:off x="6808175" y="2195183"/>
                <a:ext cx="61325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94" h="18156" extrusionOk="0">
                    <a:moveTo>
                      <a:pt x="3660" y="0"/>
                    </a:moveTo>
                    <a:cubicBezTo>
                      <a:pt x="1279" y="5051"/>
                      <a:pt x="19" y="10605"/>
                      <a:pt x="14" y="16353"/>
                    </a:cubicBezTo>
                    <a:cubicBezTo>
                      <a:pt x="11" y="16529"/>
                      <a:pt x="0" y="17161"/>
                      <a:pt x="51" y="18156"/>
                    </a:cubicBezTo>
                    <a:lnTo>
                      <a:pt x="10393" y="18156"/>
                    </a:lnTo>
                    <a:lnTo>
                      <a:pt x="10393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39" name="Google Shape;4739;p73"/>
              <p:cNvSpPr/>
              <p:nvPr/>
            </p:nvSpPr>
            <p:spPr>
              <a:xfrm>
                <a:off x="6820441" y="2370778"/>
                <a:ext cx="142320" cy="107126"/>
              </a:xfrm>
              <a:custGeom>
                <a:avLst/>
                <a:gdLst/>
                <a:ahLst/>
                <a:cxnLst/>
                <a:rect l="l" t="t" r="r" b="b"/>
                <a:pathLst>
                  <a:path w="24122" h="18157" extrusionOk="0">
                    <a:moveTo>
                      <a:pt x="0" y="1"/>
                    </a:moveTo>
                    <a:cubicBezTo>
                      <a:pt x="1532" y="5312"/>
                      <a:pt x="4200" y="11690"/>
                      <a:pt x="8823" y="18156"/>
                    </a:cubicBezTo>
                    <a:lnTo>
                      <a:pt x="24122" y="18156"/>
                    </a:lnTo>
                    <a:lnTo>
                      <a:pt x="24122" y="1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73"/>
              <p:cNvSpPr/>
              <p:nvPr/>
            </p:nvSpPr>
            <p:spPr>
              <a:xfrm>
                <a:off x="6929774" y="2545743"/>
                <a:ext cx="74092" cy="109044"/>
              </a:xfrm>
              <a:custGeom>
                <a:avLst/>
                <a:gdLst/>
                <a:ahLst/>
                <a:cxnLst/>
                <a:rect l="l" t="t" r="r" b="b"/>
                <a:pathLst>
                  <a:path w="12558" h="18482" extrusionOk="0">
                    <a:moveTo>
                      <a:pt x="0" y="0"/>
                    </a:moveTo>
                    <a:cubicBezTo>
                      <a:pt x="938" y="1387"/>
                      <a:pt x="1707" y="2855"/>
                      <a:pt x="2285" y="4397"/>
                    </a:cubicBezTo>
                    <a:cubicBezTo>
                      <a:pt x="2664" y="5405"/>
                      <a:pt x="2891" y="6523"/>
                      <a:pt x="2895" y="7390"/>
                    </a:cubicBezTo>
                    <a:lnTo>
                      <a:pt x="2895" y="7500"/>
                    </a:lnTo>
                    <a:cubicBezTo>
                      <a:pt x="2898" y="8835"/>
                      <a:pt x="2904" y="10288"/>
                      <a:pt x="3541" y="11586"/>
                    </a:cubicBezTo>
                    <a:cubicBezTo>
                      <a:pt x="3270" y="12572"/>
                      <a:pt x="3473" y="13627"/>
                      <a:pt x="4092" y="14441"/>
                    </a:cubicBezTo>
                    <a:cubicBezTo>
                      <a:pt x="3202" y="15613"/>
                      <a:pt x="3202" y="17235"/>
                      <a:pt x="4092" y="18407"/>
                    </a:cubicBezTo>
                    <a:cubicBezTo>
                      <a:pt x="4072" y="18431"/>
                      <a:pt x="4057" y="18457"/>
                      <a:pt x="4039" y="18482"/>
                    </a:cubicBezTo>
                    <a:lnTo>
                      <a:pt x="12558" y="18482"/>
                    </a:lnTo>
                    <a:lnTo>
                      <a:pt x="12558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41" name="Google Shape;4741;p73"/>
              <p:cNvSpPr/>
              <p:nvPr/>
            </p:nvSpPr>
            <p:spPr>
              <a:xfrm>
                <a:off x="7155838" y="2352960"/>
                <a:ext cx="9837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18156" extrusionOk="0">
                    <a:moveTo>
                      <a:pt x="0" y="0"/>
                    </a:moveTo>
                    <a:lnTo>
                      <a:pt x="0" y="18155"/>
                    </a:lnTo>
                    <a:lnTo>
                      <a:pt x="9101" y="18155"/>
                    </a:lnTo>
                    <a:cubicBezTo>
                      <a:pt x="13299" y="11475"/>
                      <a:pt x="15509" y="5056"/>
                      <a:pt x="16674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742" name="Google Shape;4742;p73"/>
              <p:cNvGrpSpPr/>
              <p:nvPr/>
            </p:nvGrpSpPr>
            <p:grpSpPr>
              <a:xfrm>
                <a:off x="6821586" y="2078634"/>
                <a:ext cx="426871" cy="684241"/>
                <a:chOff x="6821586" y="2078634"/>
                <a:chExt cx="426871" cy="684241"/>
              </a:xfrm>
            </p:grpSpPr>
            <p:grpSp>
              <p:nvGrpSpPr>
                <p:cNvPr id="4743" name="Google Shape;4743;p73"/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sp>
                <p:nvSpPr>
                  <p:cNvPr id="4744" name="Google Shape;4744;p73"/>
                  <p:cNvSpPr/>
                  <p:nvPr/>
                </p:nvSpPr>
                <p:spPr>
                  <a:xfrm>
                    <a:off x="6990036" y="2693797"/>
                    <a:ext cx="89963" cy="69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8" h="11708" extrusionOk="0">
                        <a:moveTo>
                          <a:pt x="1" y="0"/>
                        </a:moveTo>
                        <a:lnTo>
                          <a:pt x="1" y="4083"/>
                        </a:lnTo>
                        <a:cubicBezTo>
                          <a:pt x="1" y="8276"/>
                          <a:pt x="3430" y="11707"/>
                          <a:pt x="7623" y="11707"/>
                        </a:cubicBezTo>
                        <a:cubicBezTo>
                          <a:pt x="11816" y="11707"/>
                          <a:pt x="15247" y="8276"/>
                          <a:pt x="15247" y="4083"/>
                        </a:cubicBezTo>
                        <a:lnTo>
                          <a:pt x="15247" y="0"/>
                        </a:ln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5" name="Google Shape;4745;p73"/>
                  <p:cNvSpPr/>
                  <p:nvPr/>
                </p:nvSpPr>
                <p:spPr>
                  <a:xfrm>
                    <a:off x="6968649" y="2671926"/>
                    <a:ext cx="132738" cy="727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2324" extrusionOk="0">
                        <a:moveTo>
                          <a:pt x="1" y="0"/>
                        </a:moveTo>
                        <a:lnTo>
                          <a:pt x="1" y="2864"/>
                        </a:lnTo>
                        <a:cubicBezTo>
                          <a:pt x="1" y="8528"/>
                          <a:pt x="10476" y="12324"/>
                          <a:pt x="11248" y="12324"/>
                        </a:cubicBezTo>
                        <a:cubicBezTo>
                          <a:pt x="12022" y="12324"/>
                          <a:pt x="22498" y="7684"/>
                          <a:pt x="22498" y="2864"/>
                        </a:cubicBezTo>
                        <a:lnTo>
                          <a:pt x="2249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6" name="Google Shape;4746;p73"/>
                  <p:cNvSpPr/>
                  <p:nvPr/>
                </p:nvSpPr>
                <p:spPr>
                  <a:xfrm>
                    <a:off x="6968649" y="2679891"/>
                    <a:ext cx="132738" cy="64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0974" extrusionOk="0">
                        <a:moveTo>
                          <a:pt x="1" y="1"/>
                        </a:moveTo>
                        <a:lnTo>
                          <a:pt x="1" y="1514"/>
                        </a:lnTo>
                        <a:cubicBezTo>
                          <a:pt x="1" y="7178"/>
                          <a:pt x="10476" y="10974"/>
                          <a:pt x="11248" y="10974"/>
                        </a:cubicBezTo>
                        <a:cubicBezTo>
                          <a:pt x="12022" y="10974"/>
                          <a:pt x="22498" y="6335"/>
                          <a:pt x="22498" y="1514"/>
                        </a:cubicBezTo>
                        <a:lnTo>
                          <a:pt x="22498" y="1"/>
                        </a:lnTo>
                        <a:cubicBezTo>
                          <a:pt x="22498" y="4821"/>
                          <a:pt x="12022" y="9459"/>
                          <a:pt x="11248" y="9459"/>
                        </a:cubicBezTo>
                        <a:cubicBezTo>
                          <a:pt x="10476" y="9459"/>
                          <a:pt x="1" y="5665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7" name="Google Shape;4747;p73"/>
                  <p:cNvSpPr/>
                  <p:nvPr/>
                </p:nvSpPr>
                <p:spPr>
                  <a:xfrm>
                    <a:off x="6969091" y="2693467"/>
                    <a:ext cx="131729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27" h="1994" extrusionOk="0">
                        <a:moveTo>
                          <a:pt x="52" y="1"/>
                        </a:moveTo>
                        <a:cubicBezTo>
                          <a:pt x="34" y="1"/>
                          <a:pt x="18" y="4"/>
                          <a:pt x="1" y="4"/>
                        </a:cubicBezTo>
                        <a:cubicBezTo>
                          <a:pt x="122" y="701"/>
                          <a:pt x="392" y="1367"/>
                          <a:pt x="778" y="1994"/>
                        </a:cubicBezTo>
                        <a:lnTo>
                          <a:pt x="21362" y="1994"/>
                        </a:lnTo>
                        <a:cubicBezTo>
                          <a:pt x="21834" y="1347"/>
                          <a:pt x="22173" y="680"/>
                          <a:pt x="22326" y="2"/>
                        </a:cubicBezTo>
                        <a:cubicBezTo>
                          <a:pt x="22316" y="2"/>
                          <a:pt x="22307" y="1"/>
                          <a:pt x="22297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8" name="Google Shape;4748;p73"/>
                  <p:cNvSpPr/>
                  <p:nvPr/>
                </p:nvSpPr>
                <p:spPr>
                  <a:xfrm>
                    <a:off x="6821586" y="2078634"/>
                    <a:ext cx="426871" cy="544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51" h="92321" extrusionOk="0">
                        <a:moveTo>
                          <a:pt x="36174" y="1"/>
                        </a:moveTo>
                        <a:cubicBezTo>
                          <a:pt x="16216" y="1"/>
                          <a:pt x="37" y="16180"/>
                          <a:pt x="37" y="36140"/>
                        </a:cubicBezTo>
                        <a:cubicBezTo>
                          <a:pt x="37" y="36140"/>
                          <a:pt x="0" y="37141"/>
                          <a:pt x="140" y="38891"/>
                        </a:cubicBezTo>
                        <a:cubicBezTo>
                          <a:pt x="143" y="38928"/>
                          <a:pt x="147" y="38965"/>
                          <a:pt x="149" y="39003"/>
                        </a:cubicBezTo>
                        <a:cubicBezTo>
                          <a:pt x="164" y="39192"/>
                          <a:pt x="182" y="39386"/>
                          <a:pt x="201" y="39590"/>
                        </a:cubicBezTo>
                        <a:cubicBezTo>
                          <a:pt x="222" y="39817"/>
                          <a:pt x="246" y="40044"/>
                          <a:pt x="273" y="40271"/>
                        </a:cubicBezTo>
                        <a:cubicBezTo>
                          <a:pt x="281" y="40354"/>
                          <a:pt x="292" y="40436"/>
                          <a:pt x="301" y="40521"/>
                        </a:cubicBezTo>
                        <a:cubicBezTo>
                          <a:pt x="313" y="40621"/>
                          <a:pt x="325" y="40722"/>
                          <a:pt x="337" y="40822"/>
                        </a:cubicBezTo>
                        <a:cubicBezTo>
                          <a:pt x="1211" y="47845"/>
                          <a:pt x="4544" y="61615"/>
                          <a:pt x="17111" y="74112"/>
                        </a:cubicBezTo>
                        <a:cubicBezTo>
                          <a:pt x="19581" y="76568"/>
                          <a:pt x="21548" y="79501"/>
                          <a:pt x="22771" y="82763"/>
                        </a:cubicBezTo>
                        <a:cubicBezTo>
                          <a:pt x="23307" y="84192"/>
                          <a:pt x="23522" y="85567"/>
                          <a:pt x="23526" y="86552"/>
                        </a:cubicBezTo>
                        <a:cubicBezTo>
                          <a:pt x="23540" y="90527"/>
                          <a:pt x="23421" y="92321"/>
                          <a:pt x="36174" y="92321"/>
                        </a:cubicBezTo>
                        <a:cubicBezTo>
                          <a:pt x="48929" y="92321"/>
                          <a:pt x="48811" y="90527"/>
                          <a:pt x="48825" y="86552"/>
                        </a:cubicBezTo>
                        <a:cubicBezTo>
                          <a:pt x="48828" y="85567"/>
                          <a:pt x="49043" y="84192"/>
                          <a:pt x="49579" y="82763"/>
                        </a:cubicBezTo>
                        <a:cubicBezTo>
                          <a:pt x="50802" y="79501"/>
                          <a:pt x="52769" y="76568"/>
                          <a:pt x="55240" y="74112"/>
                        </a:cubicBezTo>
                        <a:cubicBezTo>
                          <a:pt x="67806" y="61615"/>
                          <a:pt x="71138" y="47845"/>
                          <a:pt x="72011" y="40822"/>
                        </a:cubicBezTo>
                        <a:cubicBezTo>
                          <a:pt x="72025" y="40722"/>
                          <a:pt x="72038" y="40621"/>
                          <a:pt x="72050" y="40521"/>
                        </a:cubicBezTo>
                        <a:cubicBezTo>
                          <a:pt x="72059" y="40436"/>
                          <a:pt x="72069" y="40354"/>
                          <a:pt x="72078" y="40271"/>
                        </a:cubicBezTo>
                        <a:cubicBezTo>
                          <a:pt x="72104" y="40044"/>
                          <a:pt x="72127" y="39817"/>
                          <a:pt x="72149" y="39590"/>
                        </a:cubicBezTo>
                        <a:cubicBezTo>
                          <a:pt x="72169" y="39386"/>
                          <a:pt x="72186" y="39192"/>
                          <a:pt x="72202" y="39003"/>
                        </a:cubicBezTo>
                        <a:cubicBezTo>
                          <a:pt x="72205" y="38966"/>
                          <a:pt x="72207" y="38928"/>
                          <a:pt x="72211" y="38891"/>
                        </a:cubicBezTo>
                        <a:cubicBezTo>
                          <a:pt x="72350" y="37141"/>
                          <a:pt x="72314" y="36140"/>
                          <a:pt x="72314" y="36140"/>
                        </a:cubicBezTo>
                        <a:cubicBezTo>
                          <a:pt x="72314" y="16180"/>
                          <a:pt x="56134" y="1"/>
                          <a:pt x="36174" y="1"/>
                        </a:cubicBezTo>
                        <a:close/>
                      </a:path>
                    </a:pathLst>
                  </a:custGeom>
                  <a:solidFill>
                    <a:srgbClr val="FEFEFE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9" name="Google Shape;4749;p73"/>
                  <p:cNvSpPr/>
                  <p:nvPr/>
                </p:nvSpPr>
                <p:spPr>
                  <a:xfrm>
                    <a:off x="6984514" y="2448953"/>
                    <a:ext cx="101008" cy="164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7866" extrusionOk="0">
                        <a:moveTo>
                          <a:pt x="1" y="0"/>
                        </a:moveTo>
                        <a:lnTo>
                          <a:pt x="4920" y="27866"/>
                        </a:lnTo>
                        <a:lnTo>
                          <a:pt x="12200" y="27866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DF1F3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0" name="Google Shape;4750;p73"/>
                  <p:cNvSpPr/>
                  <p:nvPr/>
                </p:nvSpPr>
                <p:spPr>
                  <a:xfrm>
                    <a:off x="6984514" y="2448953"/>
                    <a:ext cx="101008" cy="140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3892" extrusionOk="0">
                        <a:moveTo>
                          <a:pt x="1" y="0"/>
                        </a:moveTo>
                        <a:lnTo>
                          <a:pt x="4218" y="23891"/>
                        </a:lnTo>
                        <a:lnTo>
                          <a:pt x="12902" y="23891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1" name="Google Shape;4751;p73"/>
                  <p:cNvSpPr/>
                  <p:nvPr/>
                </p:nvSpPr>
                <p:spPr>
                  <a:xfrm>
                    <a:off x="7012451" y="2607162"/>
                    <a:ext cx="45141" cy="6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1" h="1051" extrusionOk="0">
                        <a:moveTo>
                          <a:pt x="0" y="1"/>
                        </a:moveTo>
                        <a:lnTo>
                          <a:pt x="185" y="1051"/>
                        </a:lnTo>
                        <a:lnTo>
                          <a:pt x="7465" y="1051"/>
                        </a:lnTo>
                        <a:lnTo>
                          <a:pt x="7650" y="1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2" name="Google Shape;4752;p73"/>
                  <p:cNvSpPr/>
                  <p:nvPr/>
                </p:nvSpPr>
                <p:spPr>
                  <a:xfrm>
                    <a:off x="6968649" y="2664244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3" name="Google Shape;4753;p73"/>
                  <p:cNvSpPr/>
                  <p:nvPr/>
                </p:nvSpPr>
                <p:spPr>
                  <a:xfrm>
                    <a:off x="6968649" y="2667389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22185" y="1"/>
                        </a:moveTo>
                        <a:lnTo>
                          <a:pt x="314" y="2"/>
                        </a:lnTo>
                        <a:cubicBezTo>
                          <a:pt x="113" y="247"/>
                          <a:pt x="3" y="556"/>
                          <a:pt x="1" y="874"/>
                        </a:cubicBezTo>
                        <a:lnTo>
                          <a:pt x="1" y="1880"/>
                        </a:lnTo>
                        <a:cubicBezTo>
                          <a:pt x="1" y="1915"/>
                          <a:pt x="8" y="1948"/>
                          <a:pt x="11" y="1983"/>
                        </a:cubicBezTo>
                        <a:cubicBezTo>
                          <a:pt x="48" y="1990"/>
                          <a:pt x="88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0" y="1994"/>
                          <a:pt x="22449" y="1990"/>
                          <a:pt x="22487" y="1983"/>
                        </a:cubicBezTo>
                        <a:cubicBezTo>
                          <a:pt x="22491" y="1948"/>
                          <a:pt x="22498" y="1915"/>
                          <a:pt x="22498" y="1880"/>
                        </a:cubicBezTo>
                        <a:lnTo>
                          <a:pt x="22498" y="872"/>
                        </a:lnTo>
                        <a:cubicBezTo>
                          <a:pt x="22496" y="554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4" name="Google Shape;4754;p73"/>
                  <p:cNvSpPr/>
                  <p:nvPr/>
                </p:nvSpPr>
                <p:spPr>
                  <a:xfrm>
                    <a:off x="6963510" y="2683549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46" y="1"/>
                        </a:moveTo>
                        <a:cubicBezTo>
                          <a:pt x="19" y="1"/>
                          <a:pt x="0" y="22"/>
                          <a:pt x="0" y="46"/>
                        </a:cubicBezTo>
                        <a:lnTo>
                          <a:pt x="0" y="1951"/>
                        </a:lnTo>
                        <a:cubicBezTo>
                          <a:pt x="0" y="1975"/>
                          <a:pt x="19" y="1996"/>
                          <a:pt x="46" y="1996"/>
                        </a:cubicBezTo>
                        <a:lnTo>
                          <a:pt x="24195" y="1996"/>
                        </a:lnTo>
                        <a:cubicBezTo>
                          <a:pt x="24219" y="1996"/>
                          <a:pt x="24240" y="1975"/>
                          <a:pt x="24240" y="1951"/>
                        </a:cubicBezTo>
                        <a:lnTo>
                          <a:pt x="24240" y="46"/>
                        </a:lnTo>
                        <a:cubicBezTo>
                          <a:pt x="24240" y="22"/>
                          <a:pt x="24219" y="1"/>
                          <a:pt x="24195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5" name="Google Shape;4755;p73"/>
                  <p:cNvSpPr/>
                  <p:nvPr/>
                </p:nvSpPr>
                <p:spPr>
                  <a:xfrm>
                    <a:off x="6968649" y="2642639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1"/>
                          <a:pt x="93" y="4271"/>
                        </a:cubicBezTo>
                        <a:lnTo>
                          <a:pt x="22405" y="4271"/>
                        </a:lnTo>
                        <a:cubicBezTo>
                          <a:pt x="22456" y="4271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6" name="Google Shape;4756;p73"/>
                  <p:cNvSpPr/>
                  <p:nvPr/>
                </p:nvSpPr>
                <p:spPr>
                  <a:xfrm>
                    <a:off x="6968649" y="2643990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642" y="1"/>
                        </a:moveTo>
                        <a:cubicBezTo>
                          <a:pt x="242" y="259"/>
                          <a:pt x="1" y="701"/>
                          <a:pt x="1" y="1177"/>
                        </a:cubicBezTo>
                        <a:lnTo>
                          <a:pt x="1" y="1984"/>
                        </a:lnTo>
                        <a:cubicBezTo>
                          <a:pt x="41" y="1991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91"/>
                          <a:pt x="22498" y="1984"/>
                        </a:cubicBezTo>
                        <a:lnTo>
                          <a:pt x="22498" y="1177"/>
                        </a:lnTo>
                        <a:cubicBezTo>
                          <a:pt x="22496" y="701"/>
                          <a:pt x="22255" y="259"/>
                          <a:pt x="21856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7" name="Google Shape;4757;p73"/>
                  <p:cNvSpPr/>
                  <p:nvPr/>
                </p:nvSpPr>
                <p:spPr>
                  <a:xfrm>
                    <a:off x="6963510" y="26601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7"/>
                          <a:pt x="0" y="998"/>
                        </a:cubicBezTo>
                        <a:cubicBezTo>
                          <a:pt x="2" y="1548"/>
                          <a:pt x="447" y="1993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3"/>
                          <a:pt x="24239" y="1548"/>
                          <a:pt x="24240" y="998"/>
                        </a:cubicBezTo>
                        <a:cubicBezTo>
                          <a:pt x="24239" y="447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8" name="Google Shape;4758;p73"/>
                  <p:cNvSpPr/>
                  <p:nvPr/>
                </p:nvSpPr>
                <p:spPr>
                  <a:xfrm>
                    <a:off x="6968649" y="2617451"/>
                    <a:ext cx="132738" cy="25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0" extrusionOk="0">
                        <a:moveTo>
                          <a:pt x="93" y="0"/>
                        </a:moveTo>
                        <a:cubicBezTo>
                          <a:pt x="43" y="0"/>
                          <a:pt x="1" y="42"/>
                          <a:pt x="1" y="94"/>
                        </a:cubicBezTo>
                        <a:lnTo>
                          <a:pt x="1" y="4176"/>
                        </a:lnTo>
                        <a:cubicBezTo>
                          <a:pt x="1" y="4228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8"/>
                          <a:pt x="22498" y="4176"/>
                        </a:cubicBezTo>
                        <a:lnTo>
                          <a:pt x="22498" y="94"/>
                        </a:lnTo>
                        <a:cubicBezTo>
                          <a:pt x="22498" y="42"/>
                          <a:pt x="22456" y="0"/>
                          <a:pt x="22405" y="0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9" name="Google Shape;4759;p73"/>
                  <p:cNvSpPr/>
                  <p:nvPr/>
                </p:nvSpPr>
                <p:spPr>
                  <a:xfrm>
                    <a:off x="6968649" y="2620590"/>
                    <a:ext cx="132738" cy="11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7" extrusionOk="0">
                        <a:moveTo>
                          <a:pt x="314" y="1"/>
                        </a:moveTo>
                        <a:cubicBezTo>
                          <a:pt x="113" y="247"/>
                          <a:pt x="3" y="555"/>
                          <a:pt x="1" y="873"/>
                        </a:cubicBezTo>
                        <a:lnTo>
                          <a:pt x="1" y="1982"/>
                        </a:lnTo>
                        <a:cubicBezTo>
                          <a:pt x="41" y="1989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89"/>
                          <a:pt x="22498" y="1982"/>
                        </a:cubicBezTo>
                        <a:lnTo>
                          <a:pt x="22498" y="873"/>
                        </a:lnTo>
                        <a:cubicBezTo>
                          <a:pt x="22496" y="555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0" name="Google Shape;4760;p73"/>
                  <p:cNvSpPr/>
                  <p:nvPr/>
                </p:nvSpPr>
                <p:spPr>
                  <a:xfrm>
                    <a:off x="6963510" y="2613357"/>
                    <a:ext cx="143022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4" extrusionOk="0">
                        <a:moveTo>
                          <a:pt x="998" y="1"/>
                        </a:moveTo>
                        <a:cubicBezTo>
                          <a:pt x="447" y="2"/>
                          <a:pt x="2" y="448"/>
                          <a:pt x="0" y="996"/>
                        </a:cubicBezTo>
                        <a:cubicBezTo>
                          <a:pt x="2" y="1547"/>
                          <a:pt x="447" y="1992"/>
                          <a:pt x="998" y="1994"/>
                        </a:cubicBezTo>
                        <a:lnTo>
                          <a:pt x="23243" y="1994"/>
                        </a:lnTo>
                        <a:cubicBezTo>
                          <a:pt x="23793" y="1992"/>
                          <a:pt x="24239" y="1547"/>
                          <a:pt x="24240" y="996"/>
                        </a:cubicBezTo>
                        <a:cubicBezTo>
                          <a:pt x="24239" y="448"/>
                          <a:pt x="23793" y="2"/>
                          <a:pt x="23243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1" name="Google Shape;4761;p73"/>
                  <p:cNvSpPr/>
                  <p:nvPr/>
                </p:nvSpPr>
                <p:spPr>
                  <a:xfrm>
                    <a:off x="6850372" y="2107302"/>
                    <a:ext cx="369293" cy="47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92" h="80915" extrusionOk="0">
                        <a:moveTo>
                          <a:pt x="31297" y="0"/>
                        </a:moveTo>
                        <a:cubicBezTo>
                          <a:pt x="14049" y="0"/>
                          <a:pt x="16" y="14032"/>
                          <a:pt x="16" y="31281"/>
                        </a:cubicBezTo>
                        <a:lnTo>
                          <a:pt x="16" y="31387"/>
                        </a:lnTo>
                        <a:lnTo>
                          <a:pt x="13" y="31445"/>
                        </a:lnTo>
                        <a:cubicBezTo>
                          <a:pt x="11" y="31548"/>
                          <a:pt x="1" y="32341"/>
                          <a:pt x="104" y="33646"/>
                        </a:cubicBezTo>
                        <a:lnTo>
                          <a:pt x="104" y="33657"/>
                        </a:lnTo>
                        <a:lnTo>
                          <a:pt x="104" y="33667"/>
                        </a:lnTo>
                        <a:lnTo>
                          <a:pt x="105" y="33683"/>
                        </a:lnTo>
                        <a:lnTo>
                          <a:pt x="111" y="33746"/>
                        </a:lnTo>
                        <a:cubicBezTo>
                          <a:pt x="125" y="33912"/>
                          <a:pt x="139" y="34083"/>
                          <a:pt x="156" y="34265"/>
                        </a:cubicBezTo>
                        <a:cubicBezTo>
                          <a:pt x="175" y="34469"/>
                          <a:pt x="198" y="34667"/>
                          <a:pt x="219" y="34862"/>
                        </a:cubicBezTo>
                        <a:lnTo>
                          <a:pt x="245" y="35093"/>
                        </a:lnTo>
                        <a:lnTo>
                          <a:pt x="257" y="35191"/>
                        </a:lnTo>
                        <a:cubicBezTo>
                          <a:pt x="264" y="35241"/>
                          <a:pt x="270" y="35290"/>
                          <a:pt x="277" y="35341"/>
                        </a:cubicBezTo>
                        <a:lnTo>
                          <a:pt x="278" y="35353"/>
                        </a:lnTo>
                        <a:lnTo>
                          <a:pt x="278" y="35364"/>
                        </a:lnTo>
                        <a:cubicBezTo>
                          <a:pt x="1082" y="41822"/>
                          <a:pt x="4150" y="54364"/>
                          <a:pt x="15656" y="65807"/>
                        </a:cubicBezTo>
                        <a:cubicBezTo>
                          <a:pt x="18711" y="68844"/>
                          <a:pt x="20993" y="72340"/>
                          <a:pt x="22440" y="76197"/>
                        </a:cubicBezTo>
                        <a:cubicBezTo>
                          <a:pt x="22707" y="76910"/>
                          <a:pt x="22927" y="77638"/>
                          <a:pt x="23098" y="78379"/>
                        </a:cubicBezTo>
                        <a:cubicBezTo>
                          <a:pt x="23441" y="79855"/>
                          <a:pt x="24733" y="80914"/>
                          <a:pt x="26250" y="80914"/>
                        </a:cubicBezTo>
                        <a:lnTo>
                          <a:pt x="36339" y="80914"/>
                        </a:lnTo>
                        <a:cubicBezTo>
                          <a:pt x="37855" y="80914"/>
                          <a:pt x="39148" y="79855"/>
                          <a:pt x="39491" y="78379"/>
                        </a:cubicBezTo>
                        <a:cubicBezTo>
                          <a:pt x="39662" y="77638"/>
                          <a:pt x="39882" y="76910"/>
                          <a:pt x="40149" y="76197"/>
                        </a:cubicBezTo>
                        <a:cubicBezTo>
                          <a:pt x="41596" y="72340"/>
                          <a:pt x="43879" y="68844"/>
                          <a:pt x="46933" y="65807"/>
                        </a:cubicBezTo>
                        <a:cubicBezTo>
                          <a:pt x="58441" y="54364"/>
                          <a:pt x="61509" y="41822"/>
                          <a:pt x="62312" y="35364"/>
                        </a:cubicBezTo>
                        <a:lnTo>
                          <a:pt x="62314" y="35351"/>
                        </a:lnTo>
                        <a:lnTo>
                          <a:pt x="62314" y="35341"/>
                        </a:lnTo>
                        <a:cubicBezTo>
                          <a:pt x="62321" y="35290"/>
                          <a:pt x="62326" y="35240"/>
                          <a:pt x="62333" y="35191"/>
                        </a:cubicBezTo>
                        <a:lnTo>
                          <a:pt x="62346" y="35091"/>
                        </a:lnTo>
                        <a:lnTo>
                          <a:pt x="62370" y="34871"/>
                        </a:lnTo>
                        <a:cubicBezTo>
                          <a:pt x="62393" y="34667"/>
                          <a:pt x="62414" y="34469"/>
                          <a:pt x="62433" y="34272"/>
                        </a:cubicBezTo>
                        <a:cubicBezTo>
                          <a:pt x="62452" y="34083"/>
                          <a:pt x="62466" y="33912"/>
                          <a:pt x="62480" y="33746"/>
                        </a:cubicBezTo>
                        <a:lnTo>
                          <a:pt x="62485" y="33681"/>
                        </a:lnTo>
                        <a:lnTo>
                          <a:pt x="62487" y="33662"/>
                        </a:lnTo>
                        <a:cubicBezTo>
                          <a:pt x="62592" y="32338"/>
                          <a:pt x="62581" y="31543"/>
                          <a:pt x="62580" y="31443"/>
                        </a:cubicBezTo>
                        <a:lnTo>
                          <a:pt x="62574" y="31345"/>
                        </a:lnTo>
                        <a:lnTo>
                          <a:pt x="62576" y="31281"/>
                        </a:lnTo>
                        <a:cubicBezTo>
                          <a:pt x="62576" y="14032"/>
                          <a:pt x="48544" y="0"/>
                          <a:pt x="31297" y="0"/>
                        </a:cubicBezTo>
                        <a:close/>
                      </a:path>
                    </a:pathLst>
                  </a:custGeom>
                  <a:solidFill>
                    <a:srgbClr val="F3F5F7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2" name="Google Shape;4762;p73"/>
                  <p:cNvSpPr/>
                  <p:nvPr/>
                </p:nvSpPr>
                <p:spPr>
                  <a:xfrm>
                    <a:off x="6963510" y="26367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8"/>
                          <a:pt x="0" y="998"/>
                        </a:cubicBezTo>
                        <a:cubicBezTo>
                          <a:pt x="2" y="1548"/>
                          <a:pt x="447" y="1994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4"/>
                          <a:pt x="24239" y="1548"/>
                          <a:pt x="24240" y="998"/>
                        </a:cubicBezTo>
                        <a:cubicBezTo>
                          <a:pt x="24239" y="448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63" name="Google Shape;4763;p73"/>
                <p:cNvSpPr/>
                <p:nvPr/>
              </p:nvSpPr>
              <p:spPr>
                <a:xfrm>
                  <a:off x="7046588" y="2275942"/>
                  <a:ext cx="173076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5" h="19304" extrusionOk="0">
                      <a:moveTo>
                        <a:pt x="0" y="0"/>
                      </a:moveTo>
                      <a:lnTo>
                        <a:pt x="0" y="19303"/>
                      </a:lnTo>
                      <a:lnTo>
                        <a:pt x="25725" y="19303"/>
                      </a:lnTo>
                      <a:cubicBezTo>
                        <a:pt x="27782" y="14272"/>
                        <a:pt x="28673" y="9841"/>
                        <a:pt x="29054" y="6781"/>
                      </a:cubicBezTo>
                      <a:lnTo>
                        <a:pt x="29055" y="6770"/>
                      </a:lnTo>
                      <a:lnTo>
                        <a:pt x="29057" y="6758"/>
                      </a:lnTo>
                      <a:cubicBezTo>
                        <a:pt x="29064" y="6707"/>
                        <a:pt x="29069" y="6657"/>
                        <a:pt x="29075" y="6608"/>
                      </a:cubicBezTo>
                      <a:lnTo>
                        <a:pt x="29087" y="6508"/>
                      </a:lnTo>
                      <a:lnTo>
                        <a:pt x="29113" y="6288"/>
                      </a:lnTo>
                      <a:cubicBezTo>
                        <a:pt x="29136" y="6084"/>
                        <a:pt x="29157" y="5886"/>
                        <a:pt x="29176" y="5689"/>
                      </a:cubicBezTo>
                      <a:cubicBezTo>
                        <a:pt x="29193" y="5500"/>
                        <a:pt x="29209" y="5329"/>
                        <a:pt x="29221" y="5163"/>
                      </a:cubicBezTo>
                      <a:lnTo>
                        <a:pt x="29227" y="5098"/>
                      </a:lnTo>
                      <a:lnTo>
                        <a:pt x="29228" y="5079"/>
                      </a:lnTo>
                      <a:cubicBezTo>
                        <a:pt x="29335" y="3755"/>
                        <a:pt x="29323" y="2960"/>
                        <a:pt x="29321" y="2860"/>
                      </a:cubicBezTo>
                      <a:lnTo>
                        <a:pt x="29316" y="2762"/>
                      </a:lnTo>
                      <a:lnTo>
                        <a:pt x="29317" y="2698"/>
                      </a:lnTo>
                      <a:cubicBezTo>
                        <a:pt x="29317" y="1789"/>
                        <a:pt x="29277" y="890"/>
                        <a:pt x="29200" y="0"/>
                      </a:cubicBezTo>
                      <a:close/>
                    </a:path>
                  </a:pathLst>
                </a:custGeom>
                <a:solidFill>
                  <a:srgbClr val="4F677B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4" name="Google Shape;4764;p73"/>
                <p:cNvSpPr/>
                <p:nvPr/>
              </p:nvSpPr>
              <p:spPr>
                <a:xfrm>
                  <a:off x="7046588" y="2107680"/>
                  <a:ext cx="168811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2" h="24598" extrusionOk="0">
                      <a:moveTo>
                        <a:pt x="0" y="1"/>
                      </a:moveTo>
                      <a:lnTo>
                        <a:pt x="0" y="24597"/>
                      </a:lnTo>
                      <a:lnTo>
                        <a:pt x="28612" y="24597"/>
                      </a:lnTo>
                      <a:cubicBezTo>
                        <a:pt x="25701" y="11138"/>
                        <a:pt x="14102" y="876"/>
                        <a:pt x="0" y="1"/>
                      </a:cubicBezTo>
                      <a:close/>
                    </a:path>
                  </a:pathLst>
                </a:custGeom>
                <a:solidFill>
                  <a:srgbClr val="B3C3CE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5" name="Google Shape;4765;p73"/>
                <p:cNvSpPr/>
                <p:nvPr/>
              </p:nvSpPr>
              <p:spPr>
                <a:xfrm>
                  <a:off x="6850372" y="2275942"/>
                  <a:ext cx="173082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6" h="19304" extrusionOk="0">
                      <a:moveTo>
                        <a:pt x="133" y="0"/>
                      </a:moveTo>
                      <a:cubicBezTo>
                        <a:pt x="58" y="890"/>
                        <a:pt x="16" y="1789"/>
                        <a:pt x="16" y="2698"/>
                      </a:cubicBezTo>
                      <a:lnTo>
                        <a:pt x="16" y="2804"/>
                      </a:lnTo>
                      <a:lnTo>
                        <a:pt x="13" y="2862"/>
                      </a:lnTo>
                      <a:cubicBezTo>
                        <a:pt x="11" y="2965"/>
                        <a:pt x="1" y="3758"/>
                        <a:pt x="104" y="5065"/>
                      </a:cubicBezTo>
                      <a:lnTo>
                        <a:pt x="104" y="5075"/>
                      </a:lnTo>
                      <a:lnTo>
                        <a:pt x="104" y="5086"/>
                      </a:lnTo>
                      <a:lnTo>
                        <a:pt x="105" y="5100"/>
                      </a:lnTo>
                      <a:lnTo>
                        <a:pt x="111" y="5163"/>
                      </a:lnTo>
                      <a:cubicBezTo>
                        <a:pt x="125" y="5329"/>
                        <a:pt x="139" y="5500"/>
                        <a:pt x="156" y="5682"/>
                      </a:cubicBezTo>
                      <a:cubicBezTo>
                        <a:pt x="175" y="5886"/>
                        <a:pt x="198" y="6084"/>
                        <a:pt x="219" y="6279"/>
                      </a:cubicBezTo>
                      <a:lnTo>
                        <a:pt x="245" y="6510"/>
                      </a:lnTo>
                      <a:lnTo>
                        <a:pt x="257" y="6608"/>
                      </a:lnTo>
                      <a:cubicBezTo>
                        <a:pt x="264" y="6658"/>
                        <a:pt x="270" y="6709"/>
                        <a:pt x="277" y="6758"/>
                      </a:cubicBezTo>
                      <a:lnTo>
                        <a:pt x="278" y="6770"/>
                      </a:lnTo>
                      <a:lnTo>
                        <a:pt x="278" y="6781"/>
                      </a:lnTo>
                      <a:cubicBezTo>
                        <a:pt x="661" y="9843"/>
                        <a:pt x="1552" y="14272"/>
                        <a:pt x="3608" y="19303"/>
                      </a:cubicBezTo>
                      <a:lnTo>
                        <a:pt x="29333" y="19303"/>
                      </a:lnTo>
                      <a:lnTo>
                        <a:pt x="29335" y="0"/>
                      </a:lnTo>
                      <a:close/>
                    </a:path>
                  </a:pathLst>
                </a:custGeom>
                <a:solidFill>
                  <a:srgbClr val="C9D4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6" name="Google Shape;4766;p73"/>
                <p:cNvSpPr/>
                <p:nvPr/>
              </p:nvSpPr>
              <p:spPr>
                <a:xfrm>
                  <a:off x="6882243" y="2412957"/>
                  <a:ext cx="141211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4" h="29109" extrusionOk="0">
                      <a:moveTo>
                        <a:pt x="0" y="1"/>
                      </a:moveTo>
                      <a:cubicBezTo>
                        <a:pt x="2303" y="4529"/>
                        <a:pt x="5584" y="9356"/>
                        <a:pt x="10256" y="14001"/>
                      </a:cubicBezTo>
                      <a:cubicBezTo>
                        <a:pt x="13309" y="17038"/>
                        <a:pt x="15593" y="20534"/>
                        <a:pt x="17039" y="24391"/>
                      </a:cubicBezTo>
                      <a:cubicBezTo>
                        <a:pt x="17307" y="25104"/>
                        <a:pt x="17527" y="25832"/>
                        <a:pt x="17698" y="26573"/>
                      </a:cubicBezTo>
                      <a:cubicBezTo>
                        <a:pt x="18040" y="28049"/>
                        <a:pt x="19333" y="29108"/>
                        <a:pt x="20850" y="29108"/>
                      </a:cubicBezTo>
                      <a:lnTo>
                        <a:pt x="23933" y="29108"/>
                      </a:lnTo>
                      <a:lnTo>
                        <a:pt x="23933" y="1"/>
                      </a:lnTo>
                      <a:close/>
                    </a:path>
                  </a:pathLst>
                </a:custGeom>
                <a:solidFill>
                  <a:srgbClr val="DBE3E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7" name="Google Shape;4767;p73"/>
                <p:cNvSpPr/>
                <p:nvPr/>
              </p:nvSpPr>
              <p:spPr>
                <a:xfrm>
                  <a:off x="6854637" y="2107680"/>
                  <a:ext cx="168817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3" h="24598" extrusionOk="0">
                      <a:moveTo>
                        <a:pt x="28612" y="1"/>
                      </a:moveTo>
                      <a:cubicBezTo>
                        <a:pt x="14512" y="876"/>
                        <a:pt x="2911" y="11138"/>
                        <a:pt x="1" y="24597"/>
                      </a:cubicBezTo>
                      <a:lnTo>
                        <a:pt x="28612" y="24597"/>
                      </a:lnTo>
                      <a:lnTo>
                        <a:pt x="28612" y="1"/>
                      </a:lnTo>
                      <a:close/>
                    </a:path>
                  </a:pathLst>
                </a:custGeom>
                <a:solidFill>
                  <a:srgbClr val="8FA1A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8" name="Google Shape;4768;p73"/>
                <p:cNvSpPr/>
                <p:nvPr/>
              </p:nvSpPr>
              <p:spPr>
                <a:xfrm>
                  <a:off x="7046588" y="2412957"/>
                  <a:ext cx="141205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3" h="29109" extrusionOk="0">
                      <a:moveTo>
                        <a:pt x="0" y="1"/>
                      </a:moveTo>
                      <a:lnTo>
                        <a:pt x="0" y="29108"/>
                      </a:lnTo>
                      <a:lnTo>
                        <a:pt x="3084" y="29108"/>
                      </a:lnTo>
                      <a:cubicBezTo>
                        <a:pt x="4600" y="29108"/>
                        <a:pt x="5893" y="28049"/>
                        <a:pt x="6235" y="26573"/>
                      </a:cubicBezTo>
                      <a:cubicBezTo>
                        <a:pt x="6407" y="25832"/>
                        <a:pt x="6627" y="25104"/>
                        <a:pt x="6894" y="24391"/>
                      </a:cubicBezTo>
                      <a:cubicBezTo>
                        <a:pt x="8341" y="20534"/>
                        <a:pt x="10622" y="17038"/>
                        <a:pt x="13678" y="14001"/>
                      </a:cubicBezTo>
                      <a:cubicBezTo>
                        <a:pt x="18349" y="9356"/>
                        <a:pt x="21630" y="4529"/>
                        <a:pt x="23933" y="1"/>
                      </a:cubicBezTo>
                      <a:close/>
                    </a:path>
                  </a:pathLst>
                </a:custGeom>
                <a:solidFill>
                  <a:srgbClr val="374F6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769" name="Google Shape;4769;p73"/>
          <p:cNvGrpSpPr/>
          <p:nvPr/>
        </p:nvGrpSpPr>
        <p:grpSpPr>
          <a:xfrm>
            <a:off x="7706897" y="2483957"/>
            <a:ext cx="895144" cy="895144"/>
            <a:chOff x="6535625" y="760425"/>
            <a:chExt cx="1665900" cy="1665900"/>
          </a:xfrm>
        </p:grpSpPr>
        <p:sp>
          <p:nvSpPr>
            <p:cNvPr id="4770" name="Google Shape;4770;p73"/>
            <p:cNvSpPr/>
            <p:nvPr/>
          </p:nvSpPr>
          <p:spPr>
            <a:xfrm>
              <a:off x="6535625" y="760425"/>
              <a:ext cx="1665900" cy="16659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1" name="Google Shape;4771;p73"/>
            <p:cNvSpPr/>
            <p:nvPr/>
          </p:nvSpPr>
          <p:spPr>
            <a:xfrm>
              <a:off x="6713675" y="1116525"/>
              <a:ext cx="1309800" cy="13098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2" name="Google Shape;4772;p73"/>
            <p:cNvSpPr/>
            <p:nvPr/>
          </p:nvSpPr>
          <p:spPr>
            <a:xfrm>
              <a:off x="6831275" y="1351725"/>
              <a:ext cx="1074600" cy="1074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3" name="Google Shape;4773;p73"/>
            <p:cNvSpPr/>
            <p:nvPr/>
          </p:nvSpPr>
          <p:spPr>
            <a:xfrm>
              <a:off x="6942425" y="1574025"/>
              <a:ext cx="852300" cy="852300"/>
            </a:xfrm>
            <a:prstGeom prst="ellipse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74" name="Google Shape;4774;p73"/>
          <p:cNvGrpSpPr/>
          <p:nvPr/>
        </p:nvGrpSpPr>
        <p:grpSpPr>
          <a:xfrm>
            <a:off x="955986" y="4708491"/>
            <a:ext cx="1787719" cy="854440"/>
            <a:chOff x="238125" y="1151100"/>
            <a:chExt cx="7139450" cy="3412300"/>
          </a:xfrm>
        </p:grpSpPr>
        <p:sp>
          <p:nvSpPr>
            <p:cNvPr id="4775" name="Google Shape;4775;p73"/>
            <p:cNvSpPr/>
            <p:nvPr/>
          </p:nvSpPr>
          <p:spPr>
            <a:xfrm>
              <a:off x="3468350" y="4223875"/>
              <a:ext cx="679000" cy="339525"/>
            </a:xfrm>
            <a:custGeom>
              <a:avLst/>
              <a:gdLst/>
              <a:ahLst/>
              <a:cxnLst/>
              <a:rect l="l" t="t" r="r" b="b"/>
              <a:pathLst>
                <a:path w="27160" h="13581" extrusionOk="0">
                  <a:moveTo>
                    <a:pt x="13580" y="1"/>
                  </a:moveTo>
                  <a:cubicBezTo>
                    <a:pt x="6083" y="1"/>
                    <a:pt x="0" y="6077"/>
                    <a:pt x="0" y="13580"/>
                  </a:cubicBezTo>
                  <a:lnTo>
                    <a:pt x="27159" y="13580"/>
                  </a:lnTo>
                  <a:cubicBezTo>
                    <a:pt x="27159" y="6077"/>
                    <a:pt x="21083" y="1"/>
                    <a:pt x="1358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6" name="Google Shape;4776;p73"/>
            <p:cNvSpPr/>
            <p:nvPr/>
          </p:nvSpPr>
          <p:spPr>
            <a:xfrm>
              <a:off x="3730250" y="3276125"/>
              <a:ext cx="147275" cy="956575"/>
            </a:xfrm>
            <a:custGeom>
              <a:avLst/>
              <a:gdLst/>
              <a:ahLst/>
              <a:cxnLst/>
              <a:rect l="l" t="t" r="r" b="b"/>
              <a:pathLst>
                <a:path w="5891" h="38263" extrusionOk="0">
                  <a:moveTo>
                    <a:pt x="3276" y="0"/>
                  </a:moveTo>
                  <a:lnTo>
                    <a:pt x="0" y="38263"/>
                  </a:lnTo>
                  <a:lnTo>
                    <a:pt x="5890" y="38194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7" name="Google Shape;4777;p73"/>
            <p:cNvSpPr/>
            <p:nvPr/>
          </p:nvSpPr>
          <p:spPr>
            <a:xfrm>
              <a:off x="3796275" y="3875600"/>
              <a:ext cx="839350" cy="630550"/>
            </a:xfrm>
            <a:custGeom>
              <a:avLst/>
              <a:gdLst/>
              <a:ahLst/>
              <a:cxnLst/>
              <a:rect l="l" t="t" r="r" b="b"/>
              <a:pathLst>
                <a:path w="33574" h="25222" extrusionOk="0">
                  <a:moveTo>
                    <a:pt x="32291" y="1"/>
                  </a:moveTo>
                  <a:lnTo>
                    <a:pt x="1" y="23463"/>
                  </a:lnTo>
                  <a:lnTo>
                    <a:pt x="1277" y="25222"/>
                  </a:lnTo>
                  <a:lnTo>
                    <a:pt x="33574" y="1759"/>
                  </a:lnTo>
                  <a:lnTo>
                    <a:pt x="3229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8" name="Google Shape;4778;p73"/>
            <p:cNvSpPr/>
            <p:nvPr/>
          </p:nvSpPr>
          <p:spPr>
            <a:xfrm>
              <a:off x="6240475" y="3130600"/>
              <a:ext cx="1137100" cy="1432800"/>
            </a:xfrm>
            <a:custGeom>
              <a:avLst/>
              <a:gdLst/>
              <a:ahLst/>
              <a:cxnLst/>
              <a:rect l="l" t="t" r="r" b="b"/>
              <a:pathLst>
                <a:path w="45484" h="57312" extrusionOk="0">
                  <a:moveTo>
                    <a:pt x="30704" y="0"/>
                  </a:moveTo>
                  <a:lnTo>
                    <a:pt x="0" y="13745"/>
                  </a:lnTo>
                  <a:cubicBezTo>
                    <a:pt x="6979" y="27270"/>
                    <a:pt x="11042" y="42111"/>
                    <a:pt x="11917" y="57311"/>
                  </a:cubicBezTo>
                  <a:lnTo>
                    <a:pt x="45484" y="57311"/>
                  </a:lnTo>
                  <a:cubicBezTo>
                    <a:pt x="44594" y="37118"/>
                    <a:pt x="39525" y="17683"/>
                    <a:pt x="3070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p73"/>
            <p:cNvSpPr/>
            <p:nvPr/>
          </p:nvSpPr>
          <p:spPr>
            <a:xfrm>
              <a:off x="5243900" y="1696775"/>
              <a:ext cx="1764175" cy="1777475"/>
            </a:xfrm>
            <a:custGeom>
              <a:avLst/>
              <a:gdLst/>
              <a:ahLst/>
              <a:cxnLst/>
              <a:rect l="l" t="t" r="r" b="b"/>
              <a:pathLst>
                <a:path w="70567" h="71099" extrusionOk="0">
                  <a:moveTo>
                    <a:pt x="18573" y="1"/>
                  </a:moveTo>
                  <a:lnTo>
                    <a:pt x="0" y="28008"/>
                  </a:lnTo>
                  <a:cubicBezTo>
                    <a:pt x="16938" y="38505"/>
                    <a:pt x="30711" y="53395"/>
                    <a:pt x="39863" y="71098"/>
                  </a:cubicBezTo>
                  <a:lnTo>
                    <a:pt x="70567" y="57353"/>
                  </a:lnTo>
                  <a:cubicBezTo>
                    <a:pt x="63753" y="43719"/>
                    <a:pt x="54712" y="31125"/>
                    <a:pt x="43629" y="20042"/>
                  </a:cubicBezTo>
                  <a:cubicBezTo>
                    <a:pt x="36049" y="12449"/>
                    <a:pt x="27642" y="5725"/>
                    <a:pt x="1857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0" name="Google Shape;4780;p73"/>
            <p:cNvSpPr/>
            <p:nvPr/>
          </p:nvSpPr>
          <p:spPr>
            <a:xfrm>
              <a:off x="3812150" y="1151100"/>
              <a:ext cx="1896075" cy="1245900"/>
            </a:xfrm>
            <a:custGeom>
              <a:avLst/>
              <a:gdLst/>
              <a:ahLst/>
              <a:cxnLst/>
              <a:rect l="l" t="t" r="r" b="b"/>
              <a:pathLst>
                <a:path w="75843" h="49836" extrusionOk="0">
                  <a:moveTo>
                    <a:pt x="0" y="0"/>
                  </a:moveTo>
                  <a:lnTo>
                    <a:pt x="0" y="33518"/>
                  </a:lnTo>
                  <a:cubicBezTo>
                    <a:pt x="20987" y="33552"/>
                    <a:pt x="40615" y="39518"/>
                    <a:pt x="57270" y="49835"/>
                  </a:cubicBezTo>
                  <a:lnTo>
                    <a:pt x="75843" y="21828"/>
                  </a:lnTo>
                  <a:cubicBezTo>
                    <a:pt x="53339" y="7641"/>
                    <a:pt x="27256" y="28"/>
                    <a:pt x="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1" name="Google Shape;4781;p73"/>
            <p:cNvSpPr/>
            <p:nvPr/>
          </p:nvSpPr>
          <p:spPr>
            <a:xfrm>
              <a:off x="1910550" y="1151100"/>
              <a:ext cx="1901625" cy="1244175"/>
            </a:xfrm>
            <a:custGeom>
              <a:avLst/>
              <a:gdLst/>
              <a:ahLst/>
              <a:cxnLst/>
              <a:rect l="l" t="t" r="r" b="b"/>
              <a:pathLst>
                <a:path w="76065" h="49767" extrusionOk="0">
                  <a:moveTo>
                    <a:pt x="75892" y="0"/>
                  </a:moveTo>
                  <a:cubicBezTo>
                    <a:pt x="48629" y="0"/>
                    <a:pt x="22525" y="7579"/>
                    <a:pt x="1" y="21745"/>
                  </a:cubicBezTo>
                  <a:lnTo>
                    <a:pt x="18574" y="49766"/>
                  </a:lnTo>
                  <a:cubicBezTo>
                    <a:pt x="35250" y="39463"/>
                    <a:pt x="54898" y="33518"/>
                    <a:pt x="75892" y="33518"/>
                  </a:cubicBezTo>
                  <a:lnTo>
                    <a:pt x="76064" y="33518"/>
                  </a:lnTo>
                  <a:lnTo>
                    <a:pt x="760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2" name="Google Shape;4782;p73"/>
            <p:cNvSpPr/>
            <p:nvPr/>
          </p:nvSpPr>
          <p:spPr>
            <a:xfrm>
              <a:off x="608475" y="1694725"/>
              <a:ext cx="1766425" cy="1778150"/>
            </a:xfrm>
            <a:custGeom>
              <a:avLst/>
              <a:gdLst/>
              <a:ahLst/>
              <a:cxnLst/>
              <a:rect l="l" t="t" r="r" b="b"/>
              <a:pathLst>
                <a:path w="70657" h="71126" extrusionOk="0">
                  <a:moveTo>
                    <a:pt x="52084" y="0"/>
                  </a:moveTo>
                  <a:cubicBezTo>
                    <a:pt x="42959" y="5745"/>
                    <a:pt x="34518" y="12490"/>
                    <a:pt x="26904" y="20124"/>
                  </a:cubicBezTo>
                  <a:cubicBezTo>
                    <a:pt x="15828" y="31194"/>
                    <a:pt x="6800" y="43759"/>
                    <a:pt x="0" y="57373"/>
                  </a:cubicBezTo>
                  <a:lnTo>
                    <a:pt x="30704" y="71125"/>
                  </a:lnTo>
                  <a:cubicBezTo>
                    <a:pt x="39870" y="53401"/>
                    <a:pt x="53677" y="38504"/>
                    <a:pt x="70657" y="28021"/>
                  </a:cubicBezTo>
                  <a:lnTo>
                    <a:pt x="5208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3" name="Google Shape;4783;p73"/>
            <p:cNvSpPr/>
            <p:nvPr/>
          </p:nvSpPr>
          <p:spPr>
            <a:xfrm>
              <a:off x="238125" y="3129050"/>
              <a:ext cx="1137975" cy="1434175"/>
            </a:xfrm>
            <a:custGeom>
              <a:avLst/>
              <a:gdLst/>
              <a:ahLst/>
              <a:cxnLst/>
              <a:rect l="l" t="t" r="r" b="b"/>
              <a:pathLst>
                <a:path w="45519" h="57367" extrusionOk="0">
                  <a:moveTo>
                    <a:pt x="14814" y="0"/>
                  </a:moveTo>
                  <a:cubicBezTo>
                    <a:pt x="5966" y="17697"/>
                    <a:pt x="890" y="37152"/>
                    <a:pt x="0" y="57366"/>
                  </a:cubicBezTo>
                  <a:lnTo>
                    <a:pt x="33566" y="57366"/>
                  </a:lnTo>
                  <a:cubicBezTo>
                    <a:pt x="34442" y="42152"/>
                    <a:pt x="38511" y="27283"/>
                    <a:pt x="45518" y="13745"/>
                  </a:cubicBezTo>
                  <a:lnTo>
                    <a:pt x="1481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4" name="Google Shape;4784;p73"/>
            <p:cNvSpPr/>
            <p:nvPr/>
          </p:nvSpPr>
          <p:spPr>
            <a:xfrm>
              <a:off x="1924656" y="1941325"/>
              <a:ext cx="3773110" cy="1646329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5" name="Google Shape;4785;p73"/>
            <p:cNvSpPr/>
            <p:nvPr/>
          </p:nvSpPr>
          <p:spPr>
            <a:xfrm>
              <a:off x="1028863" y="2678027"/>
              <a:ext cx="1805597" cy="1885320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6" name="Google Shape;4786;p73"/>
            <p:cNvSpPr/>
            <p:nvPr/>
          </p:nvSpPr>
          <p:spPr>
            <a:xfrm>
              <a:off x="4792190" y="2679937"/>
              <a:ext cx="1798951" cy="1883410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87" name="Google Shape;4787;p73"/>
          <p:cNvGrpSpPr/>
          <p:nvPr/>
        </p:nvGrpSpPr>
        <p:grpSpPr>
          <a:xfrm>
            <a:off x="7445617" y="3646199"/>
            <a:ext cx="1313809" cy="781019"/>
            <a:chOff x="5145061" y="2881789"/>
            <a:chExt cx="1107641" cy="658458"/>
          </a:xfrm>
        </p:grpSpPr>
        <p:grpSp>
          <p:nvGrpSpPr>
            <p:cNvPr id="4788" name="Google Shape;4788;p73"/>
            <p:cNvGrpSpPr/>
            <p:nvPr/>
          </p:nvGrpSpPr>
          <p:grpSpPr>
            <a:xfrm>
              <a:off x="5722989" y="3244587"/>
              <a:ext cx="529713" cy="295659"/>
              <a:chOff x="5722989" y="3244587"/>
              <a:chExt cx="529713" cy="295659"/>
            </a:xfrm>
          </p:grpSpPr>
          <p:sp>
            <p:nvSpPr>
              <p:cNvPr id="4789" name="Google Shape;4789;p73"/>
              <p:cNvSpPr/>
              <p:nvPr/>
            </p:nvSpPr>
            <p:spPr>
              <a:xfrm>
                <a:off x="5722989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32"/>
                    </a:lnTo>
                    <a:lnTo>
                      <a:pt x="2576042" y="2230932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0" name="Google Shape;4790;p73"/>
              <p:cNvSpPr/>
              <p:nvPr/>
            </p:nvSpPr>
            <p:spPr>
              <a:xfrm>
                <a:off x="6035543" y="3298113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1" name="Google Shape;4791;p73"/>
            <p:cNvGrpSpPr/>
            <p:nvPr/>
          </p:nvGrpSpPr>
          <p:grpSpPr>
            <a:xfrm>
              <a:off x="5145061" y="3244587"/>
              <a:ext cx="536807" cy="295659"/>
              <a:chOff x="5145061" y="3244587"/>
              <a:chExt cx="536807" cy="295659"/>
            </a:xfrm>
          </p:grpSpPr>
          <p:sp>
            <p:nvSpPr>
              <p:cNvPr id="4792" name="Google Shape;4792;p73"/>
              <p:cNvSpPr/>
              <p:nvPr/>
            </p:nvSpPr>
            <p:spPr>
              <a:xfrm>
                <a:off x="5340522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34" y="0"/>
                    </a:moveTo>
                    <a:lnTo>
                      <a:pt x="0" y="2230920"/>
                    </a:lnTo>
                    <a:lnTo>
                      <a:pt x="2576055" y="2230920"/>
                    </a:lnTo>
                    <a:lnTo>
                      <a:pt x="1288034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3" name="Google Shape;4793;p73"/>
              <p:cNvSpPr/>
              <p:nvPr/>
            </p:nvSpPr>
            <p:spPr>
              <a:xfrm flipH="1">
                <a:off x="5145061" y="3298599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4" name="Google Shape;4794;p73"/>
            <p:cNvGrpSpPr/>
            <p:nvPr/>
          </p:nvGrpSpPr>
          <p:grpSpPr>
            <a:xfrm>
              <a:off x="5341327" y="2898245"/>
              <a:ext cx="532309" cy="614891"/>
              <a:chOff x="5341327" y="2898245"/>
              <a:chExt cx="532309" cy="614891"/>
            </a:xfrm>
          </p:grpSpPr>
          <p:sp>
            <p:nvSpPr>
              <p:cNvPr id="4795" name="Google Shape;4795;p73"/>
              <p:cNvSpPr/>
              <p:nvPr/>
            </p:nvSpPr>
            <p:spPr>
              <a:xfrm>
                <a:off x="5532290" y="321747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2576042" y="0"/>
                    </a:moveTo>
                    <a:lnTo>
                      <a:pt x="0" y="0"/>
                    </a:lnTo>
                    <a:lnTo>
                      <a:pt x="1288021" y="2230920"/>
                    </a:lnTo>
                    <a:lnTo>
                      <a:pt x="2576042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6" name="Google Shape;4796;p73"/>
              <p:cNvSpPr/>
              <p:nvPr/>
            </p:nvSpPr>
            <p:spPr>
              <a:xfrm flipH="1">
                <a:off x="5341327" y="2898245"/>
                <a:ext cx="217159" cy="33450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7" name="Google Shape;4797;p73"/>
            <p:cNvGrpSpPr/>
            <p:nvPr/>
          </p:nvGrpSpPr>
          <p:grpSpPr>
            <a:xfrm>
              <a:off x="5532290" y="2881789"/>
              <a:ext cx="620516" cy="305456"/>
              <a:chOff x="5532290" y="2881789"/>
              <a:chExt cx="620516" cy="305456"/>
            </a:xfrm>
          </p:grpSpPr>
          <p:sp>
            <p:nvSpPr>
              <p:cNvPr id="4798" name="Google Shape;4798;p73"/>
              <p:cNvSpPr/>
              <p:nvPr/>
            </p:nvSpPr>
            <p:spPr>
              <a:xfrm>
                <a:off x="5532290" y="289158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20"/>
                    </a:lnTo>
                    <a:lnTo>
                      <a:pt x="2576042" y="2230920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9" name="Google Shape;4799;p73"/>
              <p:cNvSpPr/>
              <p:nvPr/>
            </p:nvSpPr>
            <p:spPr>
              <a:xfrm>
                <a:off x="5837311" y="2881789"/>
                <a:ext cx="315495" cy="288369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00" name="Google Shape;4800;p73"/>
          <p:cNvGrpSpPr/>
          <p:nvPr/>
        </p:nvGrpSpPr>
        <p:grpSpPr>
          <a:xfrm>
            <a:off x="10884180" y="4702277"/>
            <a:ext cx="358757" cy="860655"/>
            <a:chOff x="7026852" y="3311869"/>
            <a:chExt cx="434331" cy="1041954"/>
          </a:xfrm>
        </p:grpSpPr>
        <p:sp>
          <p:nvSpPr>
            <p:cNvPr id="4801" name="Google Shape;4801;p73"/>
            <p:cNvSpPr/>
            <p:nvPr/>
          </p:nvSpPr>
          <p:spPr>
            <a:xfrm>
              <a:off x="7026852" y="3311869"/>
              <a:ext cx="434331" cy="847405"/>
            </a:xfrm>
            <a:custGeom>
              <a:avLst/>
              <a:gdLst/>
              <a:ahLst/>
              <a:cxnLst/>
              <a:rect l="l" t="t" r="r" b="b"/>
              <a:pathLst>
                <a:path w="16734" h="32649" extrusionOk="0">
                  <a:moveTo>
                    <a:pt x="8369" y="0"/>
                  </a:moveTo>
                  <a:cubicBezTo>
                    <a:pt x="3747" y="0"/>
                    <a:pt x="1" y="3747"/>
                    <a:pt x="1" y="8366"/>
                  </a:cubicBezTo>
                  <a:lnTo>
                    <a:pt x="1" y="32649"/>
                  </a:lnTo>
                  <a:lnTo>
                    <a:pt x="16734" y="32649"/>
                  </a:lnTo>
                  <a:lnTo>
                    <a:pt x="16734" y="8366"/>
                  </a:lnTo>
                  <a:cubicBezTo>
                    <a:pt x="16734" y="3744"/>
                    <a:pt x="12987" y="0"/>
                    <a:pt x="836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2" name="Google Shape;4802;p73"/>
            <p:cNvSpPr/>
            <p:nvPr/>
          </p:nvSpPr>
          <p:spPr>
            <a:xfrm>
              <a:off x="7082395" y="3359392"/>
              <a:ext cx="323321" cy="323321"/>
            </a:xfrm>
            <a:custGeom>
              <a:avLst/>
              <a:gdLst/>
              <a:ahLst/>
              <a:cxnLst/>
              <a:rect l="l" t="t" r="r" b="b"/>
              <a:pathLst>
                <a:path w="12457" h="12457" extrusionOk="0">
                  <a:moveTo>
                    <a:pt x="6229" y="1"/>
                  </a:moveTo>
                  <a:cubicBezTo>
                    <a:pt x="2788" y="1"/>
                    <a:pt x="1" y="2788"/>
                    <a:pt x="1" y="6229"/>
                  </a:cubicBezTo>
                  <a:cubicBezTo>
                    <a:pt x="1" y="9670"/>
                    <a:pt x="2788" y="12457"/>
                    <a:pt x="6229" y="12457"/>
                  </a:cubicBezTo>
                  <a:cubicBezTo>
                    <a:pt x="9666" y="12457"/>
                    <a:pt x="12457" y="9670"/>
                    <a:pt x="12457" y="6229"/>
                  </a:cubicBezTo>
                  <a:cubicBezTo>
                    <a:pt x="12457" y="2788"/>
                    <a:pt x="9666" y="1"/>
                    <a:pt x="6229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3" name="Google Shape;4803;p73"/>
            <p:cNvSpPr/>
            <p:nvPr/>
          </p:nvSpPr>
          <p:spPr>
            <a:xfrm>
              <a:off x="7026852" y="4159239"/>
              <a:ext cx="434331" cy="194585"/>
            </a:xfrm>
            <a:custGeom>
              <a:avLst/>
              <a:gdLst/>
              <a:ahLst/>
              <a:cxnLst/>
              <a:rect l="l" t="t" r="r" b="b"/>
              <a:pathLst>
                <a:path w="16734" h="7497" extrusionOk="0">
                  <a:moveTo>
                    <a:pt x="1" y="1"/>
                  </a:moveTo>
                  <a:lnTo>
                    <a:pt x="8369" y="7496"/>
                  </a:lnTo>
                  <a:lnTo>
                    <a:pt x="1673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04" name="Google Shape;4804;p73"/>
          <p:cNvGrpSpPr/>
          <p:nvPr/>
        </p:nvGrpSpPr>
        <p:grpSpPr>
          <a:xfrm>
            <a:off x="8239621" y="4754594"/>
            <a:ext cx="391843" cy="391781"/>
            <a:chOff x="4873519" y="3311869"/>
            <a:chExt cx="499374" cy="499296"/>
          </a:xfrm>
        </p:grpSpPr>
        <p:sp>
          <p:nvSpPr>
            <p:cNvPr id="4805" name="Google Shape;4805;p73"/>
            <p:cNvSpPr/>
            <p:nvPr/>
          </p:nvSpPr>
          <p:spPr>
            <a:xfrm>
              <a:off x="4873519" y="3311869"/>
              <a:ext cx="499374" cy="499296"/>
            </a:xfrm>
            <a:custGeom>
              <a:avLst/>
              <a:gdLst/>
              <a:ahLst/>
              <a:cxnLst/>
              <a:rect l="l" t="t" r="r" b="b"/>
              <a:pathLst>
                <a:path w="19240" h="19237" extrusionOk="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6" name="Google Shape;4806;p73"/>
            <p:cNvSpPr/>
            <p:nvPr/>
          </p:nvSpPr>
          <p:spPr>
            <a:xfrm>
              <a:off x="4894620" y="3329830"/>
              <a:ext cx="202112" cy="182386"/>
            </a:xfrm>
            <a:custGeom>
              <a:avLst/>
              <a:gdLst/>
              <a:ahLst/>
              <a:cxnLst/>
              <a:rect l="l" t="t" r="r" b="b"/>
              <a:pathLst>
                <a:path w="7787" h="7027" extrusionOk="0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07" name="Google Shape;4807;p73"/>
          <p:cNvGrpSpPr/>
          <p:nvPr/>
        </p:nvGrpSpPr>
        <p:grpSpPr>
          <a:xfrm>
            <a:off x="8239621" y="5171088"/>
            <a:ext cx="391843" cy="391843"/>
            <a:chOff x="4873519" y="3875839"/>
            <a:chExt cx="499374" cy="499374"/>
          </a:xfrm>
        </p:grpSpPr>
        <p:sp>
          <p:nvSpPr>
            <p:cNvPr id="4808" name="Google Shape;4808;p73"/>
            <p:cNvSpPr/>
            <p:nvPr/>
          </p:nvSpPr>
          <p:spPr>
            <a:xfrm>
              <a:off x="4873519" y="3875839"/>
              <a:ext cx="499374" cy="499374"/>
            </a:xfrm>
            <a:custGeom>
              <a:avLst/>
              <a:gdLst/>
              <a:ahLst/>
              <a:cxnLst/>
              <a:rect l="l" t="t" r="r" b="b"/>
              <a:pathLst>
                <a:path w="19240" h="19240" extrusionOk="0">
                  <a:moveTo>
                    <a:pt x="1" y="1"/>
                  </a:moveTo>
                  <a:lnTo>
                    <a:pt x="1" y="9619"/>
                  </a:lnTo>
                  <a:cubicBezTo>
                    <a:pt x="1" y="14930"/>
                    <a:pt x="4308" y="19240"/>
                    <a:pt x="9619" y="19240"/>
                  </a:cubicBezTo>
                  <a:cubicBezTo>
                    <a:pt x="14933" y="19240"/>
                    <a:pt x="19240" y="14933"/>
                    <a:pt x="19240" y="9619"/>
                  </a:cubicBezTo>
                  <a:lnTo>
                    <a:pt x="19240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9" name="Google Shape;4809;p73"/>
            <p:cNvSpPr/>
            <p:nvPr/>
          </p:nvSpPr>
          <p:spPr>
            <a:xfrm>
              <a:off x="4894620" y="3893826"/>
              <a:ext cx="202112" cy="182360"/>
            </a:xfrm>
            <a:custGeom>
              <a:avLst/>
              <a:gdLst/>
              <a:ahLst/>
              <a:cxnLst/>
              <a:rect l="l" t="t" r="r" b="b"/>
              <a:pathLst>
                <a:path w="7787" h="7026" extrusionOk="0">
                  <a:moveTo>
                    <a:pt x="0" y="0"/>
                  </a:moveTo>
                  <a:lnTo>
                    <a:pt x="0" y="7026"/>
                  </a:lnTo>
                  <a:lnTo>
                    <a:pt x="7787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10" name="Google Shape;4810;p73"/>
          <p:cNvGrpSpPr/>
          <p:nvPr/>
        </p:nvGrpSpPr>
        <p:grpSpPr>
          <a:xfrm>
            <a:off x="3213659" y="2467025"/>
            <a:ext cx="930805" cy="930944"/>
            <a:chOff x="2565073" y="2075876"/>
            <a:chExt cx="672482" cy="672518"/>
          </a:xfrm>
        </p:grpSpPr>
        <p:sp>
          <p:nvSpPr>
            <p:cNvPr id="4811" name="Google Shape;4811;p73"/>
            <p:cNvSpPr/>
            <p:nvPr/>
          </p:nvSpPr>
          <p:spPr>
            <a:xfrm>
              <a:off x="2642193" y="2530650"/>
              <a:ext cx="419588" cy="217743"/>
            </a:xfrm>
            <a:custGeom>
              <a:avLst/>
              <a:gdLst/>
              <a:ahLst/>
              <a:cxnLst/>
              <a:rect l="l" t="t" r="r" b="b"/>
              <a:pathLst>
                <a:path w="130611" h="67780" extrusionOk="0">
                  <a:moveTo>
                    <a:pt x="28498" y="0"/>
                  </a:moveTo>
                  <a:cubicBezTo>
                    <a:pt x="24484" y="0"/>
                    <a:pt x="20456" y="1023"/>
                    <a:pt x="16802" y="3132"/>
                  </a:cubicBezTo>
                  <a:lnTo>
                    <a:pt x="16191" y="3487"/>
                  </a:lnTo>
                  <a:cubicBezTo>
                    <a:pt x="1795" y="11796"/>
                    <a:pt x="1" y="31826"/>
                    <a:pt x="12628" y="42639"/>
                  </a:cubicBezTo>
                  <a:cubicBezTo>
                    <a:pt x="28340" y="56094"/>
                    <a:pt x="48088" y="64970"/>
                    <a:pt x="69808" y="67207"/>
                  </a:cubicBezTo>
                  <a:cubicBezTo>
                    <a:pt x="70015" y="67227"/>
                    <a:pt x="70217" y="67252"/>
                    <a:pt x="70419" y="67271"/>
                  </a:cubicBezTo>
                  <a:cubicBezTo>
                    <a:pt x="70804" y="67306"/>
                    <a:pt x="71188" y="67345"/>
                    <a:pt x="71572" y="67375"/>
                  </a:cubicBezTo>
                  <a:cubicBezTo>
                    <a:pt x="72080" y="67419"/>
                    <a:pt x="72588" y="67464"/>
                    <a:pt x="73100" y="67498"/>
                  </a:cubicBezTo>
                  <a:lnTo>
                    <a:pt x="73440" y="67523"/>
                  </a:lnTo>
                  <a:cubicBezTo>
                    <a:pt x="75877" y="67694"/>
                    <a:pt x="78323" y="67780"/>
                    <a:pt x="80773" y="67780"/>
                  </a:cubicBezTo>
                  <a:cubicBezTo>
                    <a:pt x="97672" y="67780"/>
                    <a:pt x="114788" y="63683"/>
                    <a:pt x="130611" y="55083"/>
                  </a:cubicBezTo>
                  <a:lnTo>
                    <a:pt x="106348" y="13068"/>
                  </a:lnTo>
                  <a:cubicBezTo>
                    <a:pt x="98422" y="17162"/>
                    <a:pt x="89641" y="19287"/>
                    <a:pt x="80747" y="19287"/>
                  </a:cubicBezTo>
                  <a:cubicBezTo>
                    <a:pt x="79675" y="19287"/>
                    <a:pt x="78601" y="19256"/>
                    <a:pt x="77526" y="19194"/>
                  </a:cubicBezTo>
                  <a:cubicBezTo>
                    <a:pt x="77220" y="19174"/>
                    <a:pt x="76910" y="19149"/>
                    <a:pt x="76599" y="19130"/>
                  </a:cubicBezTo>
                  <a:cubicBezTo>
                    <a:pt x="76072" y="19090"/>
                    <a:pt x="75545" y="19051"/>
                    <a:pt x="75017" y="18997"/>
                  </a:cubicBezTo>
                  <a:cubicBezTo>
                    <a:pt x="74943" y="18992"/>
                    <a:pt x="74865" y="18982"/>
                    <a:pt x="74791" y="18972"/>
                  </a:cubicBezTo>
                  <a:cubicBezTo>
                    <a:pt x="73347" y="18819"/>
                    <a:pt x="71908" y="18612"/>
                    <a:pt x="70478" y="18351"/>
                  </a:cubicBezTo>
                  <a:cubicBezTo>
                    <a:pt x="70409" y="18336"/>
                    <a:pt x="70340" y="18331"/>
                    <a:pt x="70266" y="18317"/>
                  </a:cubicBezTo>
                  <a:cubicBezTo>
                    <a:pt x="60646" y="16518"/>
                    <a:pt x="51666" y="12220"/>
                    <a:pt x="44224" y="5857"/>
                  </a:cubicBezTo>
                  <a:cubicBezTo>
                    <a:pt x="39725" y="2011"/>
                    <a:pt x="34125" y="0"/>
                    <a:pt x="28498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2" name="Google Shape;4812;p73"/>
            <p:cNvSpPr/>
            <p:nvPr/>
          </p:nvSpPr>
          <p:spPr>
            <a:xfrm>
              <a:off x="2910083" y="2420918"/>
              <a:ext cx="327379" cy="312727"/>
            </a:xfrm>
            <a:custGeom>
              <a:avLst/>
              <a:gdLst/>
              <a:ahLst/>
              <a:cxnLst/>
              <a:rect l="l" t="t" r="r" b="b"/>
              <a:pathLst>
                <a:path w="101908" h="97347" extrusionOk="0">
                  <a:moveTo>
                    <a:pt x="53377" y="1"/>
                  </a:moveTo>
                  <a:cubicBezTo>
                    <a:pt x="52884" y="9843"/>
                    <a:pt x="49823" y="19390"/>
                    <a:pt x="44495" y="27689"/>
                  </a:cubicBezTo>
                  <a:lnTo>
                    <a:pt x="44490" y="27684"/>
                  </a:lnTo>
                  <a:cubicBezTo>
                    <a:pt x="37847" y="37980"/>
                    <a:pt x="27936" y="45964"/>
                    <a:pt x="16216" y="50163"/>
                  </a:cubicBezTo>
                  <a:cubicBezTo>
                    <a:pt x="6521" y="53638"/>
                    <a:pt x="1" y="62746"/>
                    <a:pt x="1" y="73041"/>
                  </a:cubicBezTo>
                  <a:cubicBezTo>
                    <a:pt x="1" y="86873"/>
                    <a:pt x="11336" y="97347"/>
                    <a:pt x="24173" y="97347"/>
                  </a:cubicBezTo>
                  <a:cubicBezTo>
                    <a:pt x="26820" y="97347"/>
                    <a:pt x="29530" y="96902"/>
                    <a:pt x="32219" y="95949"/>
                  </a:cubicBezTo>
                  <a:cubicBezTo>
                    <a:pt x="49306" y="89897"/>
                    <a:pt x="64347" y="79537"/>
                    <a:pt x="76048" y="66171"/>
                  </a:cubicBezTo>
                  <a:cubicBezTo>
                    <a:pt x="76329" y="65870"/>
                    <a:pt x="76609" y="65570"/>
                    <a:pt x="76881" y="65254"/>
                  </a:cubicBezTo>
                  <a:cubicBezTo>
                    <a:pt x="92548" y="46905"/>
                    <a:pt x="101267" y="23751"/>
                    <a:pt x="1019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3" name="Google Shape;4813;p73"/>
            <p:cNvSpPr/>
            <p:nvPr/>
          </p:nvSpPr>
          <p:spPr>
            <a:xfrm>
              <a:off x="2999034" y="2125384"/>
              <a:ext cx="238522" cy="411351"/>
            </a:xfrm>
            <a:custGeom>
              <a:avLst/>
              <a:gdLst/>
              <a:ahLst/>
              <a:cxnLst/>
              <a:rect l="l" t="t" r="r" b="b"/>
              <a:pathLst>
                <a:path w="74248" h="128047" extrusionOk="0">
                  <a:moveTo>
                    <a:pt x="24273" y="0"/>
                  </a:moveTo>
                  <a:lnTo>
                    <a:pt x="0" y="42036"/>
                  </a:lnTo>
                  <a:cubicBezTo>
                    <a:pt x="7521" y="46866"/>
                    <a:pt x="13775" y="53430"/>
                    <a:pt x="18236" y="61173"/>
                  </a:cubicBezTo>
                  <a:cubicBezTo>
                    <a:pt x="18694" y="61966"/>
                    <a:pt x="19128" y="62765"/>
                    <a:pt x="19542" y="63573"/>
                  </a:cubicBezTo>
                  <a:cubicBezTo>
                    <a:pt x="19601" y="63696"/>
                    <a:pt x="19665" y="63829"/>
                    <a:pt x="19729" y="63953"/>
                  </a:cubicBezTo>
                  <a:cubicBezTo>
                    <a:pt x="19970" y="64426"/>
                    <a:pt x="20202" y="64904"/>
                    <a:pt x="20429" y="65382"/>
                  </a:cubicBezTo>
                  <a:cubicBezTo>
                    <a:pt x="20557" y="65658"/>
                    <a:pt x="20685" y="65929"/>
                    <a:pt x="20808" y="66210"/>
                  </a:cubicBezTo>
                  <a:cubicBezTo>
                    <a:pt x="21079" y="66806"/>
                    <a:pt x="21346" y="67408"/>
                    <a:pt x="21592" y="68014"/>
                  </a:cubicBezTo>
                  <a:cubicBezTo>
                    <a:pt x="21676" y="68226"/>
                    <a:pt x="21755" y="68433"/>
                    <a:pt x="21838" y="68645"/>
                  </a:cubicBezTo>
                  <a:cubicBezTo>
                    <a:pt x="22036" y="69142"/>
                    <a:pt x="22223" y="69645"/>
                    <a:pt x="22405" y="70148"/>
                  </a:cubicBezTo>
                  <a:cubicBezTo>
                    <a:pt x="25816" y="79561"/>
                    <a:pt x="26649" y="89714"/>
                    <a:pt x="24815" y="99561"/>
                  </a:cubicBezTo>
                  <a:cubicBezTo>
                    <a:pt x="22952" y="109586"/>
                    <a:pt x="27738" y="119679"/>
                    <a:pt x="36570" y="124780"/>
                  </a:cubicBezTo>
                  <a:cubicBezTo>
                    <a:pt x="40441" y="127014"/>
                    <a:pt x="44590" y="128047"/>
                    <a:pt x="48651" y="128047"/>
                  </a:cubicBezTo>
                  <a:cubicBezTo>
                    <a:pt x="59837" y="128047"/>
                    <a:pt x="70356" y="120215"/>
                    <a:pt x="72558" y="108102"/>
                  </a:cubicBezTo>
                  <a:cubicBezTo>
                    <a:pt x="73686" y="101887"/>
                    <a:pt x="74248" y="95579"/>
                    <a:pt x="74248" y="89261"/>
                  </a:cubicBezTo>
                  <a:cubicBezTo>
                    <a:pt x="74243" y="71168"/>
                    <a:pt x="69655" y="54150"/>
                    <a:pt x="61577" y="39305"/>
                  </a:cubicBezTo>
                  <a:lnTo>
                    <a:pt x="61557" y="39315"/>
                  </a:lnTo>
                  <a:cubicBezTo>
                    <a:pt x="61123" y="38517"/>
                    <a:pt x="60680" y="37723"/>
                    <a:pt x="60222" y="36930"/>
                  </a:cubicBezTo>
                  <a:cubicBezTo>
                    <a:pt x="51178" y="21262"/>
                    <a:pt x="38694" y="8818"/>
                    <a:pt x="24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4" name="Google Shape;4814;p73"/>
            <p:cNvSpPr/>
            <p:nvPr/>
          </p:nvSpPr>
          <p:spPr>
            <a:xfrm>
              <a:off x="2740849" y="2075876"/>
              <a:ext cx="419604" cy="217734"/>
            </a:xfrm>
            <a:custGeom>
              <a:avLst/>
              <a:gdLst/>
              <a:ahLst/>
              <a:cxnLst/>
              <a:rect l="l" t="t" r="r" b="b"/>
              <a:pathLst>
                <a:path w="130616" h="67777" extrusionOk="0">
                  <a:moveTo>
                    <a:pt x="49853" y="1"/>
                  </a:moveTo>
                  <a:cubicBezTo>
                    <a:pt x="32949" y="1"/>
                    <a:pt x="15828" y="4093"/>
                    <a:pt x="0" y="12696"/>
                  </a:cubicBezTo>
                  <a:lnTo>
                    <a:pt x="24263" y="54711"/>
                  </a:lnTo>
                  <a:cubicBezTo>
                    <a:pt x="32189" y="50621"/>
                    <a:pt x="40970" y="48497"/>
                    <a:pt x="49860" y="48497"/>
                  </a:cubicBezTo>
                  <a:cubicBezTo>
                    <a:pt x="50932" y="48497"/>
                    <a:pt x="52006" y="48528"/>
                    <a:pt x="53080" y="48590"/>
                  </a:cubicBezTo>
                  <a:cubicBezTo>
                    <a:pt x="53391" y="48605"/>
                    <a:pt x="53701" y="48630"/>
                    <a:pt x="54012" y="48649"/>
                  </a:cubicBezTo>
                  <a:cubicBezTo>
                    <a:pt x="54539" y="48689"/>
                    <a:pt x="55066" y="48728"/>
                    <a:pt x="55594" y="48782"/>
                  </a:cubicBezTo>
                  <a:cubicBezTo>
                    <a:pt x="55668" y="48792"/>
                    <a:pt x="55746" y="48802"/>
                    <a:pt x="55820" y="48807"/>
                  </a:cubicBezTo>
                  <a:cubicBezTo>
                    <a:pt x="57264" y="48960"/>
                    <a:pt x="58704" y="49172"/>
                    <a:pt x="60133" y="49433"/>
                  </a:cubicBezTo>
                  <a:cubicBezTo>
                    <a:pt x="60202" y="49448"/>
                    <a:pt x="60271" y="49453"/>
                    <a:pt x="60345" y="49462"/>
                  </a:cubicBezTo>
                  <a:cubicBezTo>
                    <a:pt x="69965" y="51266"/>
                    <a:pt x="78945" y="55564"/>
                    <a:pt x="86387" y="61927"/>
                  </a:cubicBezTo>
                  <a:cubicBezTo>
                    <a:pt x="90886" y="65767"/>
                    <a:pt x="96484" y="67777"/>
                    <a:pt x="102111" y="67777"/>
                  </a:cubicBezTo>
                  <a:cubicBezTo>
                    <a:pt x="106125" y="67777"/>
                    <a:pt x="110154" y="66754"/>
                    <a:pt x="113809" y="64642"/>
                  </a:cubicBezTo>
                  <a:lnTo>
                    <a:pt x="114420" y="64292"/>
                  </a:lnTo>
                  <a:cubicBezTo>
                    <a:pt x="128816" y="55983"/>
                    <a:pt x="130615" y="35958"/>
                    <a:pt x="117988" y="25140"/>
                  </a:cubicBezTo>
                  <a:cubicBezTo>
                    <a:pt x="102271" y="11685"/>
                    <a:pt x="82523" y="2809"/>
                    <a:pt x="60803" y="572"/>
                  </a:cubicBezTo>
                  <a:cubicBezTo>
                    <a:pt x="60596" y="552"/>
                    <a:pt x="60394" y="532"/>
                    <a:pt x="60192" y="513"/>
                  </a:cubicBezTo>
                  <a:cubicBezTo>
                    <a:pt x="59808" y="473"/>
                    <a:pt x="59423" y="439"/>
                    <a:pt x="59039" y="404"/>
                  </a:cubicBezTo>
                  <a:cubicBezTo>
                    <a:pt x="58531" y="360"/>
                    <a:pt x="58023" y="320"/>
                    <a:pt x="57511" y="281"/>
                  </a:cubicBezTo>
                  <a:lnTo>
                    <a:pt x="57171" y="256"/>
                  </a:lnTo>
                  <a:cubicBezTo>
                    <a:pt x="54739" y="86"/>
                    <a:pt x="52298" y="1"/>
                    <a:pt x="4985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5" name="Google Shape;4815;p73"/>
            <p:cNvSpPr/>
            <p:nvPr/>
          </p:nvSpPr>
          <p:spPr>
            <a:xfrm>
              <a:off x="2565167" y="2090625"/>
              <a:ext cx="327379" cy="312740"/>
            </a:xfrm>
            <a:custGeom>
              <a:avLst/>
              <a:gdLst/>
              <a:ahLst/>
              <a:cxnLst/>
              <a:rect l="l" t="t" r="r" b="b"/>
              <a:pathLst>
                <a:path w="101908" h="97351" extrusionOk="0">
                  <a:moveTo>
                    <a:pt x="77732" y="1"/>
                  </a:moveTo>
                  <a:cubicBezTo>
                    <a:pt x="75086" y="1"/>
                    <a:pt x="72377" y="446"/>
                    <a:pt x="69690" y="1397"/>
                  </a:cubicBezTo>
                  <a:cubicBezTo>
                    <a:pt x="52607" y="7449"/>
                    <a:pt x="37561" y="17814"/>
                    <a:pt x="25865" y="31175"/>
                  </a:cubicBezTo>
                  <a:cubicBezTo>
                    <a:pt x="25580" y="31476"/>
                    <a:pt x="25299" y="31776"/>
                    <a:pt x="25028" y="32097"/>
                  </a:cubicBezTo>
                  <a:cubicBezTo>
                    <a:pt x="9365" y="50441"/>
                    <a:pt x="646" y="73600"/>
                    <a:pt x="1" y="97350"/>
                  </a:cubicBezTo>
                  <a:lnTo>
                    <a:pt x="48536" y="97350"/>
                  </a:lnTo>
                  <a:cubicBezTo>
                    <a:pt x="49024" y="87503"/>
                    <a:pt x="52085" y="77956"/>
                    <a:pt x="57413" y="69662"/>
                  </a:cubicBezTo>
                  <a:lnTo>
                    <a:pt x="57418" y="69662"/>
                  </a:lnTo>
                  <a:cubicBezTo>
                    <a:pt x="64061" y="59371"/>
                    <a:pt x="73977" y="51382"/>
                    <a:pt x="85697" y="47183"/>
                  </a:cubicBezTo>
                  <a:cubicBezTo>
                    <a:pt x="95382" y="43708"/>
                    <a:pt x="101907" y="34605"/>
                    <a:pt x="101907" y="24310"/>
                  </a:cubicBezTo>
                  <a:cubicBezTo>
                    <a:pt x="101907" y="10473"/>
                    <a:pt x="90570" y="1"/>
                    <a:pt x="7773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6" name="Google Shape;4816;p73"/>
            <p:cNvSpPr/>
            <p:nvPr/>
          </p:nvSpPr>
          <p:spPr>
            <a:xfrm>
              <a:off x="2565073" y="2287538"/>
              <a:ext cx="218572" cy="409555"/>
            </a:xfrm>
            <a:custGeom>
              <a:avLst/>
              <a:gdLst/>
              <a:ahLst/>
              <a:cxnLst/>
              <a:rect l="l" t="t" r="r" b="b"/>
              <a:pathLst>
                <a:path w="68038" h="127488" extrusionOk="0">
                  <a:moveTo>
                    <a:pt x="25598" y="0"/>
                  </a:moveTo>
                  <a:cubicBezTo>
                    <a:pt x="14413" y="0"/>
                    <a:pt x="3897" y="7831"/>
                    <a:pt x="1695" y="19943"/>
                  </a:cubicBezTo>
                  <a:cubicBezTo>
                    <a:pt x="567" y="26163"/>
                    <a:pt x="0" y="32466"/>
                    <a:pt x="5" y="38785"/>
                  </a:cubicBezTo>
                  <a:cubicBezTo>
                    <a:pt x="5" y="56877"/>
                    <a:pt x="4598" y="73900"/>
                    <a:pt x="12676" y="88745"/>
                  </a:cubicBezTo>
                  <a:lnTo>
                    <a:pt x="12696" y="88735"/>
                  </a:lnTo>
                  <a:cubicBezTo>
                    <a:pt x="13125" y="89533"/>
                    <a:pt x="13568" y="90327"/>
                    <a:pt x="14027" y="91120"/>
                  </a:cubicBezTo>
                  <a:cubicBezTo>
                    <a:pt x="22888" y="106463"/>
                    <a:pt x="35052" y="118705"/>
                    <a:pt x="49093" y="127488"/>
                  </a:cubicBezTo>
                  <a:cubicBezTo>
                    <a:pt x="44721" y="124742"/>
                    <a:pt x="40552" y="121677"/>
                    <a:pt x="36634" y="118316"/>
                  </a:cubicBezTo>
                  <a:cubicBezTo>
                    <a:pt x="24002" y="107503"/>
                    <a:pt x="25801" y="87473"/>
                    <a:pt x="40197" y="79164"/>
                  </a:cubicBezTo>
                  <a:lnTo>
                    <a:pt x="40808" y="78809"/>
                  </a:lnTo>
                  <a:cubicBezTo>
                    <a:pt x="44459" y="76702"/>
                    <a:pt x="48483" y="75681"/>
                    <a:pt x="52492" y="75681"/>
                  </a:cubicBezTo>
                  <a:cubicBezTo>
                    <a:pt x="58042" y="75681"/>
                    <a:pt x="63566" y="77637"/>
                    <a:pt x="68038" y="81377"/>
                  </a:cubicBezTo>
                  <a:cubicBezTo>
                    <a:pt x="63238" y="77256"/>
                    <a:pt x="59172" y="72353"/>
                    <a:pt x="56017" y="66877"/>
                  </a:cubicBezTo>
                  <a:cubicBezTo>
                    <a:pt x="55559" y="66083"/>
                    <a:pt x="55120" y="65280"/>
                    <a:pt x="54706" y="64472"/>
                  </a:cubicBezTo>
                  <a:cubicBezTo>
                    <a:pt x="54647" y="64349"/>
                    <a:pt x="54583" y="64221"/>
                    <a:pt x="54519" y="64092"/>
                  </a:cubicBezTo>
                  <a:cubicBezTo>
                    <a:pt x="54278" y="63619"/>
                    <a:pt x="54046" y="63141"/>
                    <a:pt x="53824" y="62663"/>
                  </a:cubicBezTo>
                  <a:cubicBezTo>
                    <a:pt x="53691" y="62392"/>
                    <a:pt x="53568" y="62116"/>
                    <a:pt x="53440" y="61840"/>
                  </a:cubicBezTo>
                  <a:cubicBezTo>
                    <a:pt x="53169" y="61239"/>
                    <a:pt x="52907" y="60637"/>
                    <a:pt x="52656" y="60031"/>
                  </a:cubicBezTo>
                  <a:cubicBezTo>
                    <a:pt x="52572" y="59824"/>
                    <a:pt x="52493" y="59612"/>
                    <a:pt x="52410" y="59400"/>
                  </a:cubicBezTo>
                  <a:cubicBezTo>
                    <a:pt x="52217" y="58903"/>
                    <a:pt x="52025" y="58400"/>
                    <a:pt x="51843" y="57902"/>
                  </a:cubicBezTo>
                  <a:cubicBezTo>
                    <a:pt x="48437" y="48484"/>
                    <a:pt x="47604" y="38331"/>
                    <a:pt x="49433" y="28484"/>
                  </a:cubicBezTo>
                  <a:cubicBezTo>
                    <a:pt x="51301" y="18459"/>
                    <a:pt x="46515" y="8366"/>
                    <a:pt x="37683" y="3270"/>
                  </a:cubicBezTo>
                  <a:cubicBezTo>
                    <a:pt x="33811" y="1033"/>
                    <a:pt x="29660" y="0"/>
                    <a:pt x="2559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17" name="Google Shape;4817;p73"/>
          <p:cNvGrpSpPr/>
          <p:nvPr/>
        </p:nvGrpSpPr>
        <p:grpSpPr>
          <a:xfrm>
            <a:off x="7511540" y="4713159"/>
            <a:ext cx="584472" cy="849772"/>
            <a:chOff x="1697726" y="3244179"/>
            <a:chExt cx="788124" cy="1146069"/>
          </a:xfrm>
        </p:grpSpPr>
        <p:sp>
          <p:nvSpPr>
            <p:cNvPr id="4818" name="Google Shape;4818;p73"/>
            <p:cNvSpPr/>
            <p:nvPr/>
          </p:nvSpPr>
          <p:spPr>
            <a:xfrm>
              <a:off x="1697726" y="3244179"/>
              <a:ext cx="788124" cy="1146069"/>
            </a:xfrm>
            <a:custGeom>
              <a:avLst/>
              <a:gdLst/>
              <a:ahLst/>
              <a:cxnLst/>
              <a:rect l="l" t="t" r="r" b="b"/>
              <a:pathLst>
                <a:path w="30365" h="44156" extrusionOk="0">
                  <a:moveTo>
                    <a:pt x="18841" y="1"/>
                  </a:moveTo>
                  <a:lnTo>
                    <a:pt x="18841" y="3319"/>
                  </a:lnTo>
                  <a:lnTo>
                    <a:pt x="7583" y="3319"/>
                  </a:lnTo>
                  <a:cubicBezTo>
                    <a:pt x="5740" y="3319"/>
                    <a:pt x="4248" y="4814"/>
                    <a:pt x="4248" y="6658"/>
                  </a:cubicBezTo>
                  <a:lnTo>
                    <a:pt x="4248" y="29436"/>
                  </a:lnTo>
                  <a:lnTo>
                    <a:pt x="1" y="29436"/>
                  </a:lnTo>
                  <a:lnTo>
                    <a:pt x="1" y="44155"/>
                  </a:lnTo>
                  <a:lnTo>
                    <a:pt x="14720" y="44155"/>
                  </a:lnTo>
                  <a:lnTo>
                    <a:pt x="14720" y="29436"/>
                  </a:lnTo>
                  <a:lnTo>
                    <a:pt x="10922" y="29436"/>
                  </a:lnTo>
                  <a:lnTo>
                    <a:pt x="10922" y="9993"/>
                  </a:lnTo>
                  <a:lnTo>
                    <a:pt x="18841" y="9993"/>
                  </a:lnTo>
                  <a:lnTo>
                    <a:pt x="18841" y="13311"/>
                  </a:lnTo>
                  <a:lnTo>
                    <a:pt x="30365" y="6658"/>
                  </a:lnTo>
                  <a:lnTo>
                    <a:pt x="18841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9" name="Google Shape;4819;p73"/>
            <p:cNvSpPr/>
            <p:nvPr/>
          </p:nvSpPr>
          <p:spPr>
            <a:xfrm>
              <a:off x="1743302" y="4053603"/>
              <a:ext cx="291293" cy="291267"/>
            </a:xfrm>
            <a:custGeom>
              <a:avLst/>
              <a:gdLst/>
              <a:ahLst/>
              <a:cxnLst/>
              <a:rect l="l" t="t" r="r" b="b"/>
              <a:pathLst>
                <a:path w="11223" h="11222" extrusionOk="0">
                  <a:moveTo>
                    <a:pt x="1" y="0"/>
                  </a:moveTo>
                  <a:lnTo>
                    <a:pt x="1" y="11222"/>
                  </a:lnTo>
                  <a:lnTo>
                    <a:pt x="11222" y="11222"/>
                  </a:lnTo>
                  <a:lnTo>
                    <a:pt x="1122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820" name="Google Shape;4820;p73"/>
          <p:cNvSpPr/>
          <p:nvPr/>
        </p:nvSpPr>
        <p:spPr>
          <a:xfrm>
            <a:off x="10841219" y="4563538"/>
            <a:ext cx="272" cy="5"/>
          </a:xfrm>
          <a:custGeom>
            <a:avLst/>
            <a:gdLst/>
            <a:ahLst/>
            <a:cxnLst/>
            <a:rect l="l" t="t" r="r" b="b"/>
            <a:pathLst>
              <a:path w="48" h="1" extrusionOk="0">
                <a:moveTo>
                  <a:pt x="48" y="0"/>
                </a:move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821" name="Google Shape;4821;p73"/>
          <p:cNvGrpSpPr/>
          <p:nvPr/>
        </p:nvGrpSpPr>
        <p:grpSpPr>
          <a:xfrm>
            <a:off x="10179826" y="2484310"/>
            <a:ext cx="1066087" cy="893709"/>
            <a:chOff x="7617850" y="2063282"/>
            <a:chExt cx="799565" cy="670282"/>
          </a:xfrm>
        </p:grpSpPr>
        <p:cxnSp>
          <p:nvCxnSpPr>
            <p:cNvPr id="4822" name="Google Shape;4822;p73"/>
            <p:cNvCxnSpPr/>
            <p:nvPr/>
          </p:nvCxnSpPr>
          <p:spPr>
            <a:xfrm rot="5400000" flipH="1">
              <a:off x="7629118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3" name="Google Shape;4823;p73"/>
            <p:cNvCxnSpPr/>
            <p:nvPr/>
          </p:nvCxnSpPr>
          <p:spPr>
            <a:xfrm rot="-5400000">
              <a:off x="8276270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4" name="Google Shape;4824;p73"/>
            <p:cNvCxnSpPr/>
            <p:nvPr/>
          </p:nvCxnSpPr>
          <p:spPr>
            <a:xfrm rot="5400000">
              <a:off x="7629118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5" name="Google Shape;4825;p73"/>
            <p:cNvCxnSpPr/>
            <p:nvPr/>
          </p:nvCxnSpPr>
          <p:spPr>
            <a:xfrm rot="-5400000" flipH="1">
              <a:off x="8276270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6" name="Google Shape;4826;p73"/>
            <p:cNvCxnSpPr/>
            <p:nvPr/>
          </p:nvCxnSpPr>
          <p:spPr>
            <a:xfrm rot="10800000">
              <a:off x="7617850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7" name="Google Shape;4827;p73"/>
            <p:cNvCxnSpPr/>
            <p:nvPr/>
          </p:nvCxnSpPr>
          <p:spPr>
            <a:xfrm rot="10800000">
              <a:off x="8334015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828" name="Google Shape;4828;p73"/>
            <p:cNvGrpSpPr/>
            <p:nvPr/>
          </p:nvGrpSpPr>
          <p:grpSpPr>
            <a:xfrm>
              <a:off x="7734309" y="2063282"/>
              <a:ext cx="570957" cy="620095"/>
              <a:chOff x="7734309" y="2063282"/>
              <a:chExt cx="570957" cy="620095"/>
            </a:xfrm>
          </p:grpSpPr>
          <p:grpSp>
            <p:nvGrpSpPr>
              <p:cNvPr id="4829" name="Google Shape;4829;p73"/>
              <p:cNvGrpSpPr/>
              <p:nvPr/>
            </p:nvGrpSpPr>
            <p:grpSpPr>
              <a:xfrm>
                <a:off x="8031573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4830" name="Google Shape;4830;p73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1" name="Google Shape;4831;p73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2" name="Google Shape;4832;p73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3" name="Google Shape;4833;p73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34" name="Google Shape;4834;p73"/>
              <p:cNvGrpSpPr/>
              <p:nvPr/>
            </p:nvGrpSpPr>
            <p:grpSpPr>
              <a:xfrm flipH="1">
                <a:off x="7734309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4835" name="Google Shape;4835;p73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6" name="Google Shape;4836;p73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7" name="Google Shape;4837;p73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8" name="Google Shape;4838;p73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839" name="Google Shape;4839;p73"/>
          <p:cNvSpPr/>
          <p:nvPr/>
        </p:nvSpPr>
        <p:spPr>
          <a:xfrm>
            <a:off x="9460164" y="4740430"/>
            <a:ext cx="744989" cy="822503"/>
          </a:xfrm>
          <a:custGeom>
            <a:avLst/>
            <a:gdLst/>
            <a:ahLst/>
            <a:cxnLst/>
            <a:rect l="l" t="t" r="r" b="b"/>
            <a:pathLst>
              <a:path w="4733" h="5225" extrusionOk="0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40" name="Google Shape;4840;p73"/>
          <p:cNvSpPr/>
          <p:nvPr/>
        </p:nvSpPr>
        <p:spPr>
          <a:xfrm rot="10800000">
            <a:off x="8775074" y="4736982"/>
            <a:ext cx="541481" cy="825949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841" name="Google Shape;4841;p73"/>
          <p:cNvGrpSpPr/>
          <p:nvPr/>
        </p:nvGrpSpPr>
        <p:grpSpPr>
          <a:xfrm>
            <a:off x="10428634" y="3622287"/>
            <a:ext cx="803423" cy="802512"/>
            <a:chOff x="1186975" y="238125"/>
            <a:chExt cx="5244275" cy="5238325"/>
          </a:xfrm>
        </p:grpSpPr>
        <p:sp>
          <p:nvSpPr>
            <p:cNvPr id="4842" name="Google Shape;4842;p73"/>
            <p:cNvSpPr/>
            <p:nvPr/>
          </p:nvSpPr>
          <p:spPr>
            <a:xfrm>
              <a:off x="1188450" y="238125"/>
              <a:ext cx="3198750" cy="2628625"/>
            </a:xfrm>
            <a:custGeom>
              <a:avLst/>
              <a:gdLst/>
              <a:ahLst/>
              <a:cxnLst/>
              <a:rect l="l" t="t" r="r" b="b"/>
              <a:pathLst>
                <a:path w="127950" h="105145" extrusionOk="0">
                  <a:moveTo>
                    <a:pt x="18697" y="0"/>
                  </a:moveTo>
                  <a:cubicBezTo>
                    <a:pt x="8371" y="0"/>
                    <a:pt x="1" y="8371"/>
                    <a:pt x="1" y="18697"/>
                  </a:cubicBezTo>
                  <a:lnTo>
                    <a:pt x="1" y="105145"/>
                  </a:lnTo>
                  <a:lnTo>
                    <a:pt x="36857" y="105145"/>
                  </a:lnTo>
                  <a:cubicBezTo>
                    <a:pt x="35719" y="102283"/>
                    <a:pt x="35385" y="99165"/>
                    <a:pt x="35897" y="96130"/>
                  </a:cubicBezTo>
                  <a:cubicBezTo>
                    <a:pt x="37137" y="88648"/>
                    <a:pt x="43398" y="82793"/>
                    <a:pt x="50957" y="82096"/>
                  </a:cubicBezTo>
                  <a:cubicBezTo>
                    <a:pt x="51501" y="82045"/>
                    <a:pt x="52041" y="82020"/>
                    <a:pt x="52575" y="82020"/>
                  </a:cubicBezTo>
                  <a:cubicBezTo>
                    <a:pt x="61906" y="82020"/>
                    <a:pt x="69475" y="89593"/>
                    <a:pt x="69475" y="98926"/>
                  </a:cubicBezTo>
                  <a:cubicBezTo>
                    <a:pt x="69475" y="101055"/>
                    <a:pt x="69070" y="103165"/>
                    <a:pt x="68283" y="105145"/>
                  </a:cubicBezTo>
                  <a:lnTo>
                    <a:pt x="105145" y="105145"/>
                  </a:lnTo>
                  <a:lnTo>
                    <a:pt x="105145" y="68419"/>
                  </a:lnTo>
                  <a:cubicBezTo>
                    <a:pt x="106958" y="69088"/>
                    <a:pt x="108908" y="69476"/>
                    <a:pt x="110955" y="69476"/>
                  </a:cubicBezTo>
                  <a:cubicBezTo>
                    <a:pt x="111990" y="69476"/>
                    <a:pt x="113050" y="69377"/>
                    <a:pt x="114130" y="69164"/>
                  </a:cubicBezTo>
                  <a:cubicBezTo>
                    <a:pt x="121952" y="67632"/>
                    <a:pt x="127801" y="60687"/>
                    <a:pt x="127866" y="52715"/>
                  </a:cubicBezTo>
                  <a:cubicBezTo>
                    <a:pt x="127950" y="43313"/>
                    <a:pt x="120348" y="35664"/>
                    <a:pt x="110964" y="35664"/>
                  </a:cubicBezTo>
                  <a:cubicBezTo>
                    <a:pt x="108979" y="35670"/>
                    <a:pt x="107005" y="36028"/>
                    <a:pt x="105145" y="36720"/>
                  </a:cubicBezTo>
                  <a:lnTo>
                    <a:pt x="10514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73"/>
            <p:cNvSpPr/>
            <p:nvPr/>
          </p:nvSpPr>
          <p:spPr>
            <a:xfrm>
              <a:off x="1186975" y="2279750"/>
              <a:ext cx="2628625" cy="3196700"/>
            </a:xfrm>
            <a:custGeom>
              <a:avLst/>
              <a:gdLst/>
              <a:ahLst/>
              <a:cxnLst/>
              <a:rect l="l" t="t" r="r" b="b"/>
              <a:pathLst>
                <a:path w="105145" h="127868" extrusionOk="0">
                  <a:moveTo>
                    <a:pt x="52573" y="1"/>
                  </a:moveTo>
                  <a:cubicBezTo>
                    <a:pt x="43236" y="1"/>
                    <a:pt x="35664" y="7567"/>
                    <a:pt x="35664" y="16910"/>
                  </a:cubicBezTo>
                  <a:cubicBezTo>
                    <a:pt x="35670" y="18895"/>
                    <a:pt x="36028" y="20862"/>
                    <a:pt x="36720" y="22722"/>
                  </a:cubicBezTo>
                  <a:lnTo>
                    <a:pt x="0" y="22722"/>
                  </a:lnTo>
                  <a:lnTo>
                    <a:pt x="0" y="110011"/>
                  </a:lnTo>
                  <a:cubicBezTo>
                    <a:pt x="0" y="119872"/>
                    <a:pt x="7995" y="127867"/>
                    <a:pt x="17862" y="127867"/>
                  </a:cubicBezTo>
                  <a:lnTo>
                    <a:pt x="105145" y="127867"/>
                  </a:lnTo>
                  <a:lnTo>
                    <a:pt x="105145" y="91010"/>
                  </a:lnTo>
                  <a:cubicBezTo>
                    <a:pt x="103158" y="91801"/>
                    <a:pt x="101044" y="92206"/>
                    <a:pt x="98916" y="92206"/>
                  </a:cubicBezTo>
                  <a:cubicBezTo>
                    <a:pt x="98350" y="92206"/>
                    <a:pt x="97782" y="92177"/>
                    <a:pt x="97215" y="92119"/>
                  </a:cubicBezTo>
                  <a:cubicBezTo>
                    <a:pt x="88869" y="91267"/>
                    <a:pt x="82269" y="84184"/>
                    <a:pt x="82024" y="75802"/>
                  </a:cubicBezTo>
                  <a:cubicBezTo>
                    <a:pt x="81744" y="66233"/>
                    <a:pt x="89417" y="58393"/>
                    <a:pt x="98920" y="58393"/>
                  </a:cubicBezTo>
                  <a:cubicBezTo>
                    <a:pt x="101055" y="58393"/>
                    <a:pt x="103159" y="58792"/>
                    <a:pt x="105139" y="59585"/>
                  </a:cubicBezTo>
                  <a:lnTo>
                    <a:pt x="105139" y="22728"/>
                  </a:lnTo>
                  <a:lnTo>
                    <a:pt x="68419" y="22728"/>
                  </a:lnTo>
                  <a:cubicBezTo>
                    <a:pt x="69427" y="19992"/>
                    <a:pt x="69796" y="16951"/>
                    <a:pt x="69164" y="13738"/>
                  </a:cubicBezTo>
                  <a:cubicBezTo>
                    <a:pt x="67632" y="5922"/>
                    <a:pt x="60686" y="73"/>
                    <a:pt x="52715" y="2"/>
                  </a:cubicBezTo>
                  <a:cubicBezTo>
                    <a:pt x="52668" y="1"/>
                    <a:pt x="52620" y="1"/>
                    <a:pt x="52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4" name="Google Shape;4844;p73"/>
            <p:cNvSpPr/>
            <p:nvPr/>
          </p:nvSpPr>
          <p:spPr>
            <a:xfrm>
              <a:off x="3802600" y="239450"/>
              <a:ext cx="2628650" cy="3196825"/>
            </a:xfrm>
            <a:custGeom>
              <a:avLst/>
              <a:gdLst/>
              <a:ahLst/>
              <a:cxnLst/>
              <a:rect l="l" t="t" r="r" b="b"/>
              <a:pathLst>
                <a:path w="105146" h="127873" extrusionOk="0">
                  <a:moveTo>
                    <a:pt x="1" y="1"/>
                  </a:moveTo>
                  <a:lnTo>
                    <a:pt x="1" y="36857"/>
                  </a:lnTo>
                  <a:cubicBezTo>
                    <a:pt x="1988" y="36066"/>
                    <a:pt x="4101" y="35662"/>
                    <a:pt x="6229" y="35662"/>
                  </a:cubicBezTo>
                  <a:cubicBezTo>
                    <a:pt x="6796" y="35662"/>
                    <a:pt x="7364" y="35691"/>
                    <a:pt x="7930" y="35748"/>
                  </a:cubicBezTo>
                  <a:cubicBezTo>
                    <a:pt x="16277" y="36595"/>
                    <a:pt x="22877" y="43684"/>
                    <a:pt x="23121" y="52066"/>
                  </a:cubicBezTo>
                  <a:cubicBezTo>
                    <a:pt x="23396" y="61635"/>
                    <a:pt x="15722" y="69481"/>
                    <a:pt x="6219" y="69481"/>
                  </a:cubicBezTo>
                  <a:cubicBezTo>
                    <a:pt x="4091" y="69475"/>
                    <a:pt x="1980" y="69076"/>
                    <a:pt x="1" y="68289"/>
                  </a:cubicBezTo>
                  <a:lnTo>
                    <a:pt x="1" y="105145"/>
                  </a:lnTo>
                  <a:lnTo>
                    <a:pt x="36720" y="105145"/>
                  </a:lnTo>
                  <a:cubicBezTo>
                    <a:pt x="35719" y="107882"/>
                    <a:pt x="35343" y="110916"/>
                    <a:pt x="35975" y="114130"/>
                  </a:cubicBezTo>
                  <a:cubicBezTo>
                    <a:pt x="37513" y="121952"/>
                    <a:pt x="44459" y="127801"/>
                    <a:pt x="52424" y="127872"/>
                  </a:cubicBezTo>
                  <a:cubicBezTo>
                    <a:pt x="52472" y="127873"/>
                    <a:pt x="52519" y="127873"/>
                    <a:pt x="52567" y="127873"/>
                  </a:cubicBezTo>
                  <a:cubicBezTo>
                    <a:pt x="61909" y="127873"/>
                    <a:pt x="69481" y="120301"/>
                    <a:pt x="69481" y="110964"/>
                  </a:cubicBezTo>
                  <a:cubicBezTo>
                    <a:pt x="69475" y="108979"/>
                    <a:pt x="69118" y="107005"/>
                    <a:pt x="68426" y="105145"/>
                  </a:cubicBezTo>
                  <a:lnTo>
                    <a:pt x="105145" y="105145"/>
                  </a:lnTo>
                  <a:lnTo>
                    <a:pt x="105145" y="16354"/>
                  </a:lnTo>
                  <a:cubicBezTo>
                    <a:pt x="105140" y="7328"/>
                    <a:pt x="97818" y="1"/>
                    <a:pt x="887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5" name="Google Shape;4845;p73"/>
            <p:cNvSpPr/>
            <p:nvPr/>
          </p:nvSpPr>
          <p:spPr>
            <a:xfrm>
              <a:off x="3232500" y="2847950"/>
              <a:ext cx="3198600" cy="2628500"/>
            </a:xfrm>
            <a:custGeom>
              <a:avLst/>
              <a:gdLst/>
              <a:ahLst/>
              <a:cxnLst/>
              <a:rect l="l" t="t" r="r" b="b"/>
              <a:pathLst>
                <a:path w="127944" h="105140" extrusionOk="0">
                  <a:moveTo>
                    <a:pt x="22805" y="0"/>
                  </a:moveTo>
                  <a:lnTo>
                    <a:pt x="22805" y="36720"/>
                  </a:lnTo>
                  <a:cubicBezTo>
                    <a:pt x="20992" y="36051"/>
                    <a:pt x="19042" y="35663"/>
                    <a:pt x="16995" y="35663"/>
                  </a:cubicBezTo>
                  <a:cubicBezTo>
                    <a:pt x="15960" y="35663"/>
                    <a:pt x="14900" y="35762"/>
                    <a:pt x="13820" y="35975"/>
                  </a:cubicBezTo>
                  <a:cubicBezTo>
                    <a:pt x="5998" y="37513"/>
                    <a:pt x="150" y="44453"/>
                    <a:pt x="78" y="52424"/>
                  </a:cubicBezTo>
                  <a:cubicBezTo>
                    <a:pt x="1" y="61826"/>
                    <a:pt x="7602" y="69481"/>
                    <a:pt x="16986" y="69481"/>
                  </a:cubicBezTo>
                  <a:cubicBezTo>
                    <a:pt x="18971" y="69475"/>
                    <a:pt x="20945" y="69117"/>
                    <a:pt x="22805" y="68420"/>
                  </a:cubicBezTo>
                  <a:lnTo>
                    <a:pt x="22805" y="105139"/>
                  </a:lnTo>
                  <a:lnTo>
                    <a:pt x="108943" y="105139"/>
                  </a:lnTo>
                  <a:cubicBezTo>
                    <a:pt x="119436" y="105139"/>
                    <a:pt x="127944" y="96631"/>
                    <a:pt x="127944" y="86138"/>
                  </a:cubicBezTo>
                  <a:lnTo>
                    <a:pt x="127944" y="0"/>
                  </a:lnTo>
                  <a:lnTo>
                    <a:pt x="91087" y="0"/>
                  </a:lnTo>
                  <a:cubicBezTo>
                    <a:pt x="92088" y="2510"/>
                    <a:pt x="92470" y="5235"/>
                    <a:pt x="92196" y="7924"/>
                  </a:cubicBezTo>
                  <a:cubicBezTo>
                    <a:pt x="91343" y="16271"/>
                    <a:pt x="84260" y="22870"/>
                    <a:pt x="75878" y="23115"/>
                  </a:cubicBezTo>
                  <a:cubicBezTo>
                    <a:pt x="75708" y="23120"/>
                    <a:pt x="75539" y="23122"/>
                    <a:pt x="75370" y="23122"/>
                  </a:cubicBezTo>
                  <a:cubicBezTo>
                    <a:pt x="66033" y="23122"/>
                    <a:pt x="58469" y="15553"/>
                    <a:pt x="58469" y="6219"/>
                  </a:cubicBezTo>
                  <a:cubicBezTo>
                    <a:pt x="58469" y="4084"/>
                    <a:pt x="58869" y="1980"/>
                    <a:pt x="5966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46" name="Google Shape;4846;p73"/>
          <p:cNvGrpSpPr/>
          <p:nvPr/>
        </p:nvGrpSpPr>
        <p:grpSpPr>
          <a:xfrm>
            <a:off x="4352284" y="2474932"/>
            <a:ext cx="869131" cy="916451"/>
            <a:chOff x="3400515" y="2056248"/>
            <a:chExt cx="698134" cy="735987"/>
          </a:xfrm>
        </p:grpSpPr>
        <p:grpSp>
          <p:nvGrpSpPr>
            <p:cNvPr id="4847" name="Google Shape;4847;p73"/>
            <p:cNvGrpSpPr/>
            <p:nvPr/>
          </p:nvGrpSpPr>
          <p:grpSpPr>
            <a:xfrm>
              <a:off x="3400515" y="2283913"/>
              <a:ext cx="312919" cy="219900"/>
              <a:chOff x="3400515" y="2283913"/>
              <a:chExt cx="312919" cy="219900"/>
            </a:xfrm>
          </p:grpSpPr>
          <p:sp>
            <p:nvSpPr>
              <p:cNvPr id="4848" name="Google Shape;4848;p73"/>
              <p:cNvSpPr/>
              <p:nvPr/>
            </p:nvSpPr>
            <p:spPr>
              <a:xfrm>
                <a:off x="3493534" y="2283913"/>
                <a:ext cx="219900" cy="2199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49" name="Google Shape;4849;p73"/>
              <p:cNvCxnSpPr/>
              <p:nvPr/>
            </p:nvCxnSpPr>
            <p:spPr>
              <a:xfrm rot="10800000">
                <a:off x="3400515" y="2393804"/>
                <a:ext cx="95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0" name="Google Shape;4850;p73"/>
            <p:cNvGrpSpPr/>
            <p:nvPr/>
          </p:nvGrpSpPr>
          <p:grpSpPr>
            <a:xfrm>
              <a:off x="3547823" y="2461089"/>
              <a:ext cx="219900" cy="331146"/>
              <a:chOff x="3547823" y="2461089"/>
              <a:chExt cx="219900" cy="331146"/>
            </a:xfrm>
          </p:grpSpPr>
          <p:sp>
            <p:nvSpPr>
              <p:cNvPr id="4851" name="Google Shape;4851;p73"/>
              <p:cNvSpPr/>
              <p:nvPr/>
            </p:nvSpPr>
            <p:spPr>
              <a:xfrm>
                <a:off x="3547823" y="2461089"/>
                <a:ext cx="219900" cy="2199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52" name="Google Shape;4852;p73"/>
              <p:cNvCxnSpPr/>
              <p:nvPr/>
            </p:nvCxnSpPr>
            <p:spPr>
              <a:xfrm rot="10800000">
                <a:off x="3657701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3" name="Google Shape;4853;p73"/>
            <p:cNvGrpSpPr/>
            <p:nvPr/>
          </p:nvGrpSpPr>
          <p:grpSpPr>
            <a:xfrm>
              <a:off x="3734138" y="2461089"/>
              <a:ext cx="219900" cy="331146"/>
              <a:chOff x="3734138" y="2461089"/>
              <a:chExt cx="219900" cy="331146"/>
            </a:xfrm>
          </p:grpSpPr>
          <p:sp>
            <p:nvSpPr>
              <p:cNvPr id="4854" name="Google Shape;4854;p73"/>
              <p:cNvSpPr/>
              <p:nvPr/>
            </p:nvSpPr>
            <p:spPr>
              <a:xfrm>
                <a:off x="3734138" y="2461089"/>
                <a:ext cx="219900" cy="2199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55" name="Google Shape;4855;p73"/>
              <p:cNvCxnSpPr/>
              <p:nvPr/>
            </p:nvCxnSpPr>
            <p:spPr>
              <a:xfrm rot="10800000">
                <a:off x="3844020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6" name="Google Shape;4856;p73"/>
            <p:cNvGrpSpPr/>
            <p:nvPr/>
          </p:nvGrpSpPr>
          <p:grpSpPr>
            <a:xfrm>
              <a:off x="3787560" y="2281742"/>
              <a:ext cx="311089" cy="219900"/>
              <a:chOff x="3787560" y="2281742"/>
              <a:chExt cx="311089" cy="219900"/>
            </a:xfrm>
          </p:grpSpPr>
          <p:sp>
            <p:nvSpPr>
              <p:cNvPr id="4857" name="Google Shape;4857;p73"/>
              <p:cNvSpPr/>
              <p:nvPr/>
            </p:nvSpPr>
            <p:spPr>
              <a:xfrm>
                <a:off x="3787560" y="2281742"/>
                <a:ext cx="219900" cy="219900"/>
              </a:xfrm>
              <a:prstGeom prst="ellipse">
                <a:avLst/>
              </a:pr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58" name="Google Shape;4858;p73"/>
              <p:cNvCxnSpPr/>
              <p:nvPr/>
            </p:nvCxnSpPr>
            <p:spPr>
              <a:xfrm rot="10800000">
                <a:off x="4003849" y="2393795"/>
                <a:ext cx="94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9" name="Google Shape;4859;p73"/>
            <p:cNvGrpSpPr/>
            <p:nvPr/>
          </p:nvGrpSpPr>
          <p:grpSpPr>
            <a:xfrm>
              <a:off x="3637290" y="2056248"/>
              <a:ext cx="219900" cy="330736"/>
              <a:chOff x="3637290" y="2056248"/>
              <a:chExt cx="219900" cy="330736"/>
            </a:xfrm>
          </p:grpSpPr>
          <p:sp>
            <p:nvSpPr>
              <p:cNvPr id="4860" name="Google Shape;4860;p73"/>
              <p:cNvSpPr/>
              <p:nvPr/>
            </p:nvSpPr>
            <p:spPr>
              <a:xfrm>
                <a:off x="3637290" y="2167085"/>
                <a:ext cx="219900" cy="219900"/>
              </a:xfrm>
              <a:prstGeom prst="ellipse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61" name="Google Shape;4861;p73"/>
              <p:cNvCxnSpPr/>
              <p:nvPr/>
            </p:nvCxnSpPr>
            <p:spPr>
              <a:xfrm rot="10800000">
                <a:off x="3747169" y="2056248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862" name="Google Shape;4862;p73"/>
          <p:cNvGrpSpPr/>
          <p:nvPr/>
        </p:nvGrpSpPr>
        <p:grpSpPr>
          <a:xfrm>
            <a:off x="3407892" y="3634940"/>
            <a:ext cx="1690859" cy="789859"/>
            <a:chOff x="238125" y="1188750"/>
            <a:chExt cx="7140450" cy="3335550"/>
          </a:xfrm>
        </p:grpSpPr>
        <p:sp>
          <p:nvSpPr>
            <p:cNvPr id="4863" name="Google Shape;4863;p73"/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73"/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73"/>
            <p:cNvSpPr/>
            <p:nvPr/>
          </p:nvSpPr>
          <p:spPr>
            <a:xfrm>
              <a:off x="3871550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73"/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73"/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68" name="Google Shape;4868;p73"/>
          <p:cNvGrpSpPr/>
          <p:nvPr/>
        </p:nvGrpSpPr>
        <p:grpSpPr>
          <a:xfrm>
            <a:off x="8885092" y="3637814"/>
            <a:ext cx="1405259" cy="786863"/>
            <a:chOff x="238125" y="1335475"/>
            <a:chExt cx="5418735" cy="3034175"/>
          </a:xfrm>
        </p:grpSpPr>
        <p:sp>
          <p:nvSpPr>
            <p:cNvPr id="4869" name="Google Shape;4869;p73"/>
            <p:cNvSpPr/>
            <p:nvPr/>
          </p:nvSpPr>
          <p:spPr>
            <a:xfrm>
              <a:off x="3669985" y="1335475"/>
              <a:ext cx="1986875" cy="3034175"/>
            </a:xfrm>
            <a:custGeom>
              <a:avLst/>
              <a:gdLst/>
              <a:ahLst/>
              <a:cxnLst/>
              <a:rect l="l" t="t" r="r" b="b"/>
              <a:pathLst>
                <a:path w="79475" h="121367" extrusionOk="0">
                  <a:moveTo>
                    <a:pt x="1" y="0"/>
                  </a:moveTo>
                  <a:lnTo>
                    <a:pt x="1" y="38997"/>
                  </a:lnTo>
                  <a:cubicBezTo>
                    <a:pt x="588" y="44011"/>
                    <a:pt x="2425" y="48797"/>
                    <a:pt x="5360" y="52918"/>
                  </a:cubicBezTo>
                  <a:lnTo>
                    <a:pt x="9329" y="58469"/>
                  </a:lnTo>
                  <a:cubicBezTo>
                    <a:pt x="10541" y="59694"/>
                    <a:pt x="10541" y="61672"/>
                    <a:pt x="9329" y="62897"/>
                  </a:cubicBezTo>
                  <a:lnTo>
                    <a:pt x="5360" y="68448"/>
                  </a:lnTo>
                  <a:cubicBezTo>
                    <a:pt x="2425" y="72557"/>
                    <a:pt x="588" y="77355"/>
                    <a:pt x="1" y="82370"/>
                  </a:cubicBezTo>
                  <a:lnTo>
                    <a:pt x="1" y="121366"/>
                  </a:lnTo>
                  <a:lnTo>
                    <a:pt x="68743" y="121366"/>
                  </a:lnTo>
                  <a:lnTo>
                    <a:pt x="68743" y="85815"/>
                  </a:lnTo>
                  <a:cubicBezTo>
                    <a:pt x="68743" y="79588"/>
                    <a:pt x="70682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30" y="41778"/>
                    <a:pt x="68730" y="35551"/>
                  </a:cubicBezTo>
                  <a:lnTo>
                    <a:pt x="6873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70" name="Google Shape;4870;p73"/>
            <p:cNvSpPr/>
            <p:nvPr/>
          </p:nvSpPr>
          <p:spPr>
            <a:xfrm>
              <a:off x="1956350" y="1335475"/>
              <a:ext cx="1984950" cy="3034175"/>
            </a:xfrm>
            <a:custGeom>
              <a:avLst/>
              <a:gdLst/>
              <a:ahLst/>
              <a:cxnLst/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73"/>
            <p:cNvSpPr/>
            <p:nvPr/>
          </p:nvSpPr>
          <p:spPr>
            <a:xfrm>
              <a:off x="238125" y="1335475"/>
              <a:ext cx="1986850" cy="3034175"/>
            </a:xfrm>
            <a:custGeom>
              <a:avLst/>
              <a:gdLst/>
              <a:ahLst/>
              <a:cxnLst/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72" name="Google Shape;4872;p73"/>
          <p:cNvGrpSpPr/>
          <p:nvPr/>
        </p:nvGrpSpPr>
        <p:grpSpPr>
          <a:xfrm>
            <a:off x="5459505" y="4711013"/>
            <a:ext cx="1690943" cy="851919"/>
            <a:chOff x="3967651" y="3645904"/>
            <a:chExt cx="1479304" cy="745292"/>
          </a:xfrm>
        </p:grpSpPr>
        <p:grpSp>
          <p:nvGrpSpPr>
            <p:cNvPr id="4873" name="Google Shape;4873;p73"/>
            <p:cNvGrpSpPr/>
            <p:nvPr/>
          </p:nvGrpSpPr>
          <p:grpSpPr>
            <a:xfrm>
              <a:off x="3967651" y="4009026"/>
              <a:ext cx="1479304" cy="382170"/>
              <a:chOff x="3967651" y="4009026"/>
              <a:chExt cx="1479304" cy="382170"/>
            </a:xfrm>
          </p:grpSpPr>
          <p:grpSp>
            <p:nvGrpSpPr>
              <p:cNvPr id="4874" name="Google Shape;4874;p73"/>
              <p:cNvGrpSpPr/>
              <p:nvPr/>
            </p:nvGrpSpPr>
            <p:grpSpPr>
              <a:xfrm>
                <a:off x="4892216" y="4195630"/>
                <a:ext cx="554739" cy="195566"/>
                <a:chOff x="3604375" y="4892160"/>
                <a:chExt cx="1651500" cy="582215"/>
              </a:xfrm>
            </p:grpSpPr>
            <p:sp>
              <p:nvSpPr>
                <p:cNvPr id="4875" name="Google Shape;4875;p73"/>
                <p:cNvSpPr/>
                <p:nvPr/>
              </p:nvSpPr>
              <p:spPr>
                <a:xfrm>
                  <a:off x="3604375" y="4892160"/>
                  <a:ext cx="1651500" cy="1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0" h="5873" extrusionOk="0">
                      <a:moveTo>
                        <a:pt x="1" y="0"/>
                      </a:moveTo>
                      <a:lnTo>
                        <a:pt x="7340" y="5872"/>
                      </a:lnTo>
                      <a:lnTo>
                        <a:pt x="66060" y="5872"/>
                      </a:lnTo>
                      <a:lnTo>
                        <a:pt x="5138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6" name="Google Shape;4876;p73"/>
                <p:cNvSpPr/>
                <p:nvPr/>
              </p:nvSpPr>
              <p:spPr>
                <a:xfrm>
                  <a:off x="3787875" y="5033975"/>
                  <a:ext cx="1468000" cy="44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0" h="17616" extrusionOk="0">
                      <a:moveTo>
                        <a:pt x="0" y="0"/>
                      </a:moveTo>
                      <a:lnTo>
                        <a:pt x="0" y="17615"/>
                      </a:lnTo>
                      <a:lnTo>
                        <a:pt x="58720" y="17615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77" name="Google Shape;4877;p73"/>
              <p:cNvGrpSpPr/>
              <p:nvPr/>
            </p:nvGrpSpPr>
            <p:grpSpPr>
              <a:xfrm>
                <a:off x="3967651" y="4146303"/>
                <a:ext cx="579402" cy="244893"/>
                <a:chOff x="851875" y="4745310"/>
                <a:chExt cx="1724925" cy="729065"/>
              </a:xfrm>
            </p:grpSpPr>
            <p:sp>
              <p:nvSpPr>
                <p:cNvPr id="4878" name="Google Shape;4878;p73"/>
                <p:cNvSpPr/>
                <p:nvPr/>
              </p:nvSpPr>
              <p:spPr>
                <a:xfrm>
                  <a:off x="851925" y="4745310"/>
                  <a:ext cx="172487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95" h="5875" extrusionOk="0">
                      <a:moveTo>
                        <a:pt x="14679" y="0"/>
                      </a:moveTo>
                      <a:lnTo>
                        <a:pt x="1" y="5874"/>
                      </a:lnTo>
                      <a:lnTo>
                        <a:pt x="58718" y="5874"/>
                      </a:lnTo>
                      <a:lnTo>
                        <a:pt x="68994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9" name="Google Shape;4879;p73"/>
                <p:cNvSpPr/>
                <p:nvPr/>
              </p:nvSpPr>
              <p:spPr>
                <a:xfrm>
                  <a:off x="851875" y="4887175"/>
                  <a:ext cx="1468025" cy="58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23488" extrusionOk="0">
                      <a:moveTo>
                        <a:pt x="0" y="0"/>
                      </a:moveTo>
                      <a:lnTo>
                        <a:pt x="0" y="23487"/>
                      </a:lnTo>
                      <a:lnTo>
                        <a:pt x="58720" y="2348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80" name="Google Shape;4880;p73"/>
              <p:cNvGrpSpPr/>
              <p:nvPr/>
            </p:nvGrpSpPr>
            <p:grpSpPr>
              <a:xfrm>
                <a:off x="4460753" y="4009026"/>
                <a:ext cx="493110" cy="382170"/>
                <a:chOff x="2319875" y="4336625"/>
                <a:chExt cx="1468025" cy="1137750"/>
              </a:xfrm>
            </p:grpSpPr>
            <p:sp>
              <p:nvSpPr>
                <p:cNvPr id="4881" name="Google Shape;4881;p73"/>
                <p:cNvSpPr/>
                <p:nvPr/>
              </p:nvSpPr>
              <p:spPr>
                <a:xfrm>
                  <a:off x="2319875" y="4336625"/>
                  <a:ext cx="146802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5875" extrusionOk="0">
                      <a:moveTo>
                        <a:pt x="14681" y="0"/>
                      </a:moveTo>
                      <a:lnTo>
                        <a:pt x="0" y="5874"/>
                      </a:lnTo>
                      <a:lnTo>
                        <a:pt x="58720" y="5874"/>
                      </a:lnTo>
                      <a:lnTo>
                        <a:pt x="4404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2" name="Google Shape;4882;p73"/>
                <p:cNvSpPr/>
                <p:nvPr/>
              </p:nvSpPr>
              <p:spPr>
                <a:xfrm>
                  <a:off x="2319875" y="4483425"/>
                  <a:ext cx="1468025" cy="9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39638" extrusionOk="0">
                      <a:moveTo>
                        <a:pt x="0" y="0"/>
                      </a:moveTo>
                      <a:lnTo>
                        <a:pt x="0" y="39637"/>
                      </a:lnTo>
                      <a:lnTo>
                        <a:pt x="58720" y="3963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83" name="Google Shape;4883;p73"/>
            <p:cNvGrpSpPr/>
            <p:nvPr/>
          </p:nvGrpSpPr>
          <p:grpSpPr>
            <a:xfrm>
              <a:off x="4479443" y="3645904"/>
              <a:ext cx="455965" cy="388789"/>
              <a:chOff x="2957425" y="238100"/>
              <a:chExt cx="1910200" cy="1628775"/>
            </a:xfrm>
          </p:grpSpPr>
          <p:sp>
            <p:nvSpPr>
              <p:cNvPr id="4884" name="Google Shape;4884;p73"/>
              <p:cNvSpPr/>
              <p:nvPr/>
            </p:nvSpPr>
            <p:spPr>
              <a:xfrm>
                <a:off x="4035900" y="239600"/>
                <a:ext cx="831725" cy="906350"/>
              </a:xfrm>
              <a:custGeom>
                <a:avLst/>
                <a:gdLst/>
                <a:ahLst/>
                <a:cxnLst/>
                <a:rect l="l" t="t" r="r" b="b"/>
                <a:pathLst>
                  <a:path w="33269" h="36254" extrusionOk="0">
                    <a:moveTo>
                      <a:pt x="22705" y="0"/>
                    </a:moveTo>
                    <a:cubicBezTo>
                      <a:pt x="21111" y="0"/>
                      <a:pt x="19679" y="297"/>
                      <a:pt x="18461" y="685"/>
                    </a:cubicBezTo>
                    <a:cubicBezTo>
                      <a:pt x="17166" y="1102"/>
                      <a:pt x="15926" y="1669"/>
                      <a:pt x="14763" y="2373"/>
                    </a:cubicBezTo>
                    <a:cubicBezTo>
                      <a:pt x="13810" y="2945"/>
                      <a:pt x="13109" y="3505"/>
                      <a:pt x="12609" y="3900"/>
                    </a:cubicBezTo>
                    <a:lnTo>
                      <a:pt x="11977" y="4448"/>
                    </a:lnTo>
                    <a:lnTo>
                      <a:pt x="14023" y="6907"/>
                    </a:lnTo>
                    <a:lnTo>
                      <a:pt x="14679" y="6385"/>
                    </a:lnTo>
                    <a:cubicBezTo>
                      <a:pt x="15052" y="6124"/>
                      <a:pt x="15622" y="5698"/>
                      <a:pt x="16443" y="5255"/>
                    </a:cubicBezTo>
                    <a:cubicBezTo>
                      <a:pt x="17250" y="4815"/>
                      <a:pt x="18260" y="4326"/>
                      <a:pt x="19466" y="3977"/>
                    </a:cubicBezTo>
                    <a:cubicBezTo>
                      <a:pt x="20363" y="3713"/>
                      <a:pt x="21373" y="3535"/>
                      <a:pt x="22421" y="3535"/>
                    </a:cubicBezTo>
                    <a:cubicBezTo>
                      <a:pt x="22772" y="3535"/>
                      <a:pt x="23127" y="3555"/>
                      <a:pt x="23483" y="3599"/>
                    </a:cubicBezTo>
                    <a:cubicBezTo>
                      <a:pt x="24177" y="3661"/>
                      <a:pt x="24938" y="3905"/>
                      <a:pt x="25537" y="4168"/>
                    </a:cubicBezTo>
                    <a:cubicBezTo>
                      <a:pt x="25740" y="4271"/>
                      <a:pt x="25982" y="4377"/>
                      <a:pt x="26159" y="4475"/>
                    </a:cubicBezTo>
                    <a:cubicBezTo>
                      <a:pt x="26289" y="4568"/>
                      <a:pt x="26415" y="4659"/>
                      <a:pt x="26552" y="4740"/>
                    </a:cubicBezTo>
                    <a:cubicBezTo>
                      <a:pt x="26818" y="4941"/>
                      <a:pt x="27160" y="5171"/>
                      <a:pt x="27411" y="5458"/>
                    </a:cubicBezTo>
                    <a:cubicBezTo>
                      <a:pt x="28529" y="6528"/>
                      <a:pt x="29264" y="8171"/>
                      <a:pt x="29427" y="9930"/>
                    </a:cubicBezTo>
                    <a:cubicBezTo>
                      <a:pt x="29508" y="10808"/>
                      <a:pt x="29448" y="11723"/>
                      <a:pt x="29211" y="12589"/>
                    </a:cubicBezTo>
                    <a:cubicBezTo>
                      <a:pt x="29087" y="13020"/>
                      <a:pt x="28946" y="13451"/>
                      <a:pt x="28747" y="13853"/>
                    </a:cubicBezTo>
                    <a:lnTo>
                      <a:pt x="28677" y="14006"/>
                    </a:lnTo>
                    <a:cubicBezTo>
                      <a:pt x="28677" y="14006"/>
                      <a:pt x="28651" y="14062"/>
                      <a:pt x="28653" y="14062"/>
                    </a:cubicBezTo>
                    <a:cubicBezTo>
                      <a:pt x="28654" y="14062"/>
                      <a:pt x="28658" y="14055"/>
                      <a:pt x="28668" y="14038"/>
                    </a:cubicBezTo>
                    <a:lnTo>
                      <a:pt x="28668" y="14038"/>
                    </a:lnTo>
                    <a:lnTo>
                      <a:pt x="28618" y="14131"/>
                    </a:lnTo>
                    <a:lnTo>
                      <a:pt x="28409" y="14504"/>
                    </a:lnTo>
                    <a:cubicBezTo>
                      <a:pt x="28270" y="14744"/>
                      <a:pt x="28177" y="14878"/>
                      <a:pt x="28045" y="15084"/>
                    </a:cubicBezTo>
                    <a:cubicBezTo>
                      <a:pt x="26952" y="16678"/>
                      <a:pt x="25336" y="18021"/>
                      <a:pt x="23512" y="19098"/>
                    </a:cubicBezTo>
                    <a:cubicBezTo>
                      <a:pt x="21688" y="20170"/>
                      <a:pt x="19591" y="20984"/>
                      <a:pt x="17487" y="21695"/>
                    </a:cubicBezTo>
                    <a:cubicBezTo>
                      <a:pt x="15371" y="22408"/>
                      <a:pt x="13207" y="23019"/>
                      <a:pt x="11089" y="23679"/>
                    </a:cubicBezTo>
                    <a:cubicBezTo>
                      <a:pt x="9119" y="24319"/>
                      <a:pt x="6955" y="24728"/>
                      <a:pt x="4860" y="25736"/>
                    </a:cubicBezTo>
                    <a:cubicBezTo>
                      <a:pt x="3800" y="26233"/>
                      <a:pt x="2785" y="26940"/>
                      <a:pt x="1988" y="27763"/>
                    </a:cubicBezTo>
                    <a:cubicBezTo>
                      <a:pt x="1179" y="28589"/>
                      <a:pt x="468" y="29604"/>
                      <a:pt x="180" y="30868"/>
                    </a:cubicBezTo>
                    <a:cubicBezTo>
                      <a:pt x="32" y="31488"/>
                      <a:pt x="1" y="32165"/>
                      <a:pt x="135" y="32795"/>
                    </a:cubicBezTo>
                    <a:cubicBezTo>
                      <a:pt x="259" y="33436"/>
                      <a:pt x="470" y="33968"/>
                      <a:pt x="882" y="34540"/>
                    </a:cubicBezTo>
                    <a:cubicBezTo>
                      <a:pt x="1657" y="35540"/>
                      <a:pt x="2675" y="36002"/>
                      <a:pt x="3620" y="36184"/>
                    </a:cubicBezTo>
                    <a:cubicBezTo>
                      <a:pt x="3889" y="36231"/>
                      <a:pt x="4153" y="36254"/>
                      <a:pt x="4411" y="36254"/>
                    </a:cubicBezTo>
                    <a:cubicBezTo>
                      <a:pt x="5087" y="36254"/>
                      <a:pt x="5719" y="36098"/>
                      <a:pt x="6270" y="35808"/>
                    </a:cubicBezTo>
                    <a:cubicBezTo>
                      <a:pt x="6643" y="35617"/>
                      <a:pt x="6971" y="35351"/>
                      <a:pt x="7235" y="35026"/>
                    </a:cubicBezTo>
                    <a:cubicBezTo>
                      <a:pt x="7500" y="34722"/>
                      <a:pt x="7682" y="34200"/>
                      <a:pt x="7701" y="33901"/>
                    </a:cubicBezTo>
                    <a:cubicBezTo>
                      <a:pt x="7768" y="33237"/>
                      <a:pt x="7644" y="32706"/>
                      <a:pt x="7441" y="32268"/>
                    </a:cubicBezTo>
                    <a:cubicBezTo>
                      <a:pt x="7247" y="31835"/>
                      <a:pt x="6962" y="31483"/>
                      <a:pt x="6636" y="31342"/>
                    </a:cubicBezTo>
                    <a:cubicBezTo>
                      <a:pt x="6470" y="31265"/>
                      <a:pt x="6319" y="31239"/>
                      <a:pt x="6193" y="31239"/>
                    </a:cubicBezTo>
                    <a:cubicBezTo>
                      <a:pt x="6075" y="31239"/>
                      <a:pt x="5979" y="31261"/>
                      <a:pt x="5911" y="31284"/>
                    </a:cubicBezTo>
                    <a:lnTo>
                      <a:pt x="5700" y="31378"/>
                    </a:lnTo>
                    <a:cubicBezTo>
                      <a:pt x="5674" y="31404"/>
                      <a:pt x="6095" y="31342"/>
                      <a:pt x="6354" y="31717"/>
                    </a:cubicBezTo>
                    <a:cubicBezTo>
                      <a:pt x="6598" y="32045"/>
                      <a:pt x="6634" y="32854"/>
                      <a:pt x="6301" y="33558"/>
                    </a:cubicBezTo>
                    <a:cubicBezTo>
                      <a:pt x="6212" y="33840"/>
                      <a:pt x="5743" y="34057"/>
                      <a:pt x="5206" y="34057"/>
                    </a:cubicBezTo>
                    <a:cubicBezTo>
                      <a:pt x="4902" y="34057"/>
                      <a:pt x="4577" y="33987"/>
                      <a:pt x="4286" y="33822"/>
                    </a:cubicBezTo>
                    <a:cubicBezTo>
                      <a:pt x="3874" y="33620"/>
                      <a:pt x="3520" y="33237"/>
                      <a:pt x="3414" y="32898"/>
                    </a:cubicBezTo>
                    <a:cubicBezTo>
                      <a:pt x="3366" y="32720"/>
                      <a:pt x="3345" y="32536"/>
                      <a:pt x="3350" y="32352"/>
                    </a:cubicBezTo>
                    <a:cubicBezTo>
                      <a:pt x="3347" y="32156"/>
                      <a:pt x="3400" y="31959"/>
                      <a:pt x="3474" y="31739"/>
                    </a:cubicBezTo>
                    <a:cubicBezTo>
                      <a:pt x="3778" y="30851"/>
                      <a:pt x="4927" y="29589"/>
                      <a:pt x="6390" y="28955"/>
                    </a:cubicBezTo>
                    <a:cubicBezTo>
                      <a:pt x="7922" y="28220"/>
                      <a:pt x="9954" y="27823"/>
                      <a:pt x="12149" y="27157"/>
                    </a:cubicBezTo>
                    <a:cubicBezTo>
                      <a:pt x="14212" y="26537"/>
                      <a:pt x="16407" y="25946"/>
                      <a:pt x="18650" y="25219"/>
                    </a:cubicBezTo>
                    <a:cubicBezTo>
                      <a:pt x="20896" y="24481"/>
                      <a:pt x="23193" y="23644"/>
                      <a:pt x="25412" y="22377"/>
                    </a:cubicBezTo>
                    <a:cubicBezTo>
                      <a:pt x="27617" y="21130"/>
                      <a:pt x="29683" y="19416"/>
                      <a:pt x="31179" y="17202"/>
                    </a:cubicBezTo>
                    <a:cubicBezTo>
                      <a:pt x="31361" y="16927"/>
                      <a:pt x="31576" y="16577"/>
                      <a:pt x="31720" y="16321"/>
                    </a:cubicBezTo>
                    <a:lnTo>
                      <a:pt x="31926" y="15945"/>
                    </a:lnTo>
                    <a:lnTo>
                      <a:pt x="31976" y="15852"/>
                    </a:lnTo>
                    <a:lnTo>
                      <a:pt x="32055" y="15687"/>
                    </a:lnTo>
                    <a:lnTo>
                      <a:pt x="32160" y="15450"/>
                    </a:lnTo>
                    <a:cubicBezTo>
                      <a:pt x="32459" y="14827"/>
                      <a:pt x="32673" y="14179"/>
                      <a:pt x="32850" y="13528"/>
                    </a:cubicBezTo>
                    <a:cubicBezTo>
                      <a:pt x="33192" y="12218"/>
                      <a:pt x="33269" y="10875"/>
                      <a:pt x="33142" y="9583"/>
                    </a:cubicBezTo>
                    <a:cubicBezTo>
                      <a:pt x="32883" y="7000"/>
                      <a:pt x="31780" y="4549"/>
                      <a:pt x="29994" y="2837"/>
                    </a:cubicBezTo>
                    <a:cubicBezTo>
                      <a:pt x="29783" y="2615"/>
                      <a:pt x="29556" y="2411"/>
                      <a:pt x="29309" y="2227"/>
                    </a:cubicBezTo>
                    <a:cubicBezTo>
                      <a:pt x="29060" y="2040"/>
                      <a:pt x="28862" y="1846"/>
                      <a:pt x="28570" y="1676"/>
                    </a:cubicBezTo>
                    <a:cubicBezTo>
                      <a:pt x="28292" y="1502"/>
                      <a:pt x="28010" y="1337"/>
                      <a:pt x="27732" y="1176"/>
                    </a:cubicBezTo>
                    <a:cubicBezTo>
                      <a:pt x="27488" y="1054"/>
                      <a:pt x="27289" y="975"/>
                      <a:pt x="27066" y="872"/>
                    </a:cubicBezTo>
                    <a:cubicBezTo>
                      <a:pt x="25934" y="398"/>
                      <a:pt x="24917" y="147"/>
                      <a:pt x="23871" y="54"/>
                    </a:cubicBezTo>
                    <a:cubicBezTo>
                      <a:pt x="23474" y="17"/>
                      <a:pt x="23085" y="0"/>
                      <a:pt x="22705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5" name="Google Shape;4885;p73"/>
              <p:cNvSpPr/>
              <p:nvPr/>
            </p:nvSpPr>
            <p:spPr>
              <a:xfrm>
                <a:off x="4062725" y="270525"/>
                <a:ext cx="7754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31016" h="34225" extrusionOk="0">
                    <a:moveTo>
                      <a:pt x="4627" y="30141"/>
                    </a:moveTo>
                    <a:cubicBezTo>
                      <a:pt x="4626" y="30143"/>
                      <a:pt x="4626" y="30145"/>
                      <a:pt x="4628" y="30145"/>
                    </a:cubicBezTo>
                    <a:lnTo>
                      <a:pt x="4628" y="30145"/>
                    </a:lnTo>
                    <a:cubicBezTo>
                      <a:pt x="4627" y="30144"/>
                      <a:pt x="4627" y="30143"/>
                      <a:pt x="4627" y="30141"/>
                    </a:cubicBezTo>
                    <a:close/>
                    <a:moveTo>
                      <a:pt x="4628" y="30145"/>
                    </a:moveTo>
                    <a:cubicBezTo>
                      <a:pt x="4629" y="30146"/>
                      <a:pt x="4631" y="30147"/>
                      <a:pt x="4633" y="30147"/>
                    </a:cubicBezTo>
                    <a:cubicBezTo>
                      <a:pt x="4634" y="30147"/>
                      <a:pt x="4634" y="30147"/>
                      <a:pt x="4636" y="30147"/>
                    </a:cubicBezTo>
                    <a:lnTo>
                      <a:pt x="4636" y="30147"/>
                    </a:lnTo>
                    <a:cubicBezTo>
                      <a:pt x="4635" y="30147"/>
                      <a:pt x="4635" y="30147"/>
                      <a:pt x="4635" y="30147"/>
                    </a:cubicBezTo>
                    <a:cubicBezTo>
                      <a:pt x="4632" y="30147"/>
                      <a:pt x="4630" y="30146"/>
                      <a:pt x="4628" y="30145"/>
                    </a:cubicBezTo>
                    <a:close/>
                    <a:moveTo>
                      <a:pt x="21530" y="0"/>
                    </a:moveTo>
                    <a:cubicBezTo>
                      <a:pt x="20130" y="0"/>
                      <a:pt x="18844" y="256"/>
                      <a:pt x="17738" y="602"/>
                    </a:cubicBezTo>
                    <a:cubicBezTo>
                      <a:pt x="16529" y="983"/>
                      <a:pt x="15368" y="1502"/>
                      <a:pt x="14279" y="2146"/>
                    </a:cubicBezTo>
                    <a:cubicBezTo>
                      <a:pt x="13369" y="2670"/>
                      <a:pt x="12713" y="3183"/>
                      <a:pt x="12258" y="3530"/>
                    </a:cubicBezTo>
                    <a:lnTo>
                      <a:pt x="11617" y="4068"/>
                    </a:lnTo>
                    <a:lnTo>
                      <a:pt x="12234" y="4813"/>
                    </a:lnTo>
                    <a:lnTo>
                      <a:pt x="12881" y="4279"/>
                    </a:lnTo>
                    <a:cubicBezTo>
                      <a:pt x="13297" y="3973"/>
                      <a:pt x="13912" y="3496"/>
                      <a:pt x="14779" y="3008"/>
                    </a:cubicBezTo>
                    <a:cubicBezTo>
                      <a:pt x="15808" y="2412"/>
                      <a:pt x="16902" y="1936"/>
                      <a:pt x="18039" y="1588"/>
                    </a:cubicBezTo>
                    <a:cubicBezTo>
                      <a:pt x="19049" y="1281"/>
                      <a:pt x="20205" y="1064"/>
                      <a:pt x="21437" y="1064"/>
                    </a:cubicBezTo>
                    <a:cubicBezTo>
                      <a:pt x="21800" y="1064"/>
                      <a:pt x="22170" y="1083"/>
                      <a:pt x="22544" y="1124"/>
                    </a:cubicBezTo>
                    <a:cubicBezTo>
                      <a:pt x="23363" y="1198"/>
                      <a:pt x="24213" y="1442"/>
                      <a:pt x="24998" y="1782"/>
                    </a:cubicBezTo>
                    <a:cubicBezTo>
                      <a:pt x="25206" y="1883"/>
                      <a:pt x="25433" y="1981"/>
                      <a:pt x="25634" y="2089"/>
                    </a:cubicBezTo>
                    <a:lnTo>
                      <a:pt x="26183" y="2433"/>
                    </a:lnTo>
                    <a:cubicBezTo>
                      <a:pt x="26537" y="2694"/>
                      <a:pt x="26927" y="2962"/>
                      <a:pt x="27241" y="3305"/>
                    </a:cubicBezTo>
                    <a:cubicBezTo>
                      <a:pt x="28593" y="4597"/>
                      <a:pt x="29462" y="6522"/>
                      <a:pt x="29663" y="8571"/>
                    </a:cubicBezTo>
                    <a:cubicBezTo>
                      <a:pt x="29888" y="10637"/>
                      <a:pt x="29323" y="12791"/>
                      <a:pt x="28083" y="14598"/>
                    </a:cubicBezTo>
                    <a:cubicBezTo>
                      <a:pt x="26853" y="16415"/>
                      <a:pt x="25081" y="17897"/>
                      <a:pt x="23116" y="19029"/>
                    </a:cubicBezTo>
                    <a:cubicBezTo>
                      <a:pt x="21151" y="20168"/>
                      <a:pt x="18980" y="20987"/>
                      <a:pt x="16826" y="21708"/>
                    </a:cubicBezTo>
                    <a:cubicBezTo>
                      <a:pt x="14664" y="22423"/>
                      <a:pt x="12488" y="23024"/>
                      <a:pt x="10389" y="23666"/>
                    </a:cubicBezTo>
                    <a:cubicBezTo>
                      <a:pt x="8338" y="24314"/>
                      <a:pt x="6224" y="24716"/>
                      <a:pt x="4321" y="25624"/>
                    </a:cubicBezTo>
                    <a:cubicBezTo>
                      <a:pt x="3368" y="26069"/>
                      <a:pt x="2495" y="26677"/>
                      <a:pt x="1791" y="27395"/>
                    </a:cubicBezTo>
                    <a:cubicBezTo>
                      <a:pt x="1082" y="28106"/>
                      <a:pt x="508" y="28965"/>
                      <a:pt x="259" y="29935"/>
                    </a:cubicBezTo>
                    <a:cubicBezTo>
                      <a:pt x="0" y="30909"/>
                      <a:pt x="170" y="31941"/>
                      <a:pt x="694" y="32731"/>
                    </a:cubicBezTo>
                    <a:cubicBezTo>
                      <a:pt x="1235" y="33501"/>
                      <a:pt x="2023" y="33935"/>
                      <a:pt x="2782" y="34121"/>
                    </a:cubicBezTo>
                    <a:cubicBezTo>
                      <a:pt x="3070" y="34191"/>
                      <a:pt x="3358" y="34225"/>
                      <a:pt x="3638" y="34225"/>
                    </a:cubicBezTo>
                    <a:cubicBezTo>
                      <a:pt x="4106" y="34225"/>
                      <a:pt x="4553" y="34131"/>
                      <a:pt x="4946" y="33954"/>
                    </a:cubicBezTo>
                    <a:cubicBezTo>
                      <a:pt x="5250" y="33820"/>
                      <a:pt x="5523" y="33623"/>
                      <a:pt x="5748" y="33379"/>
                    </a:cubicBezTo>
                    <a:cubicBezTo>
                      <a:pt x="5965" y="33145"/>
                      <a:pt x="6087" y="32805"/>
                      <a:pt x="6138" y="32544"/>
                    </a:cubicBezTo>
                    <a:cubicBezTo>
                      <a:pt x="6332" y="31462"/>
                      <a:pt x="5963" y="30567"/>
                      <a:pt x="5465" y="30236"/>
                    </a:cubicBezTo>
                    <a:cubicBezTo>
                      <a:pt x="5261" y="30119"/>
                      <a:pt x="5087" y="30085"/>
                      <a:pt x="4953" y="30085"/>
                    </a:cubicBezTo>
                    <a:cubicBezTo>
                      <a:pt x="4777" y="30085"/>
                      <a:pt x="4666" y="30143"/>
                      <a:pt x="4636" y="30147"/>
                    </a:cubicBezTo>
                    <a:lnTo>
                      <a:pt x="4636" y="30147"/>
                    </a:lnTo>
                    <a:cubicBezTo>
                      <a:pt x="4659" y="30146"/>
                      <a:pt x="4725" y="30130"/>
                      <a:pt x="4819" y="30130"/>
                    </a:cubicBezTo>
                    <a:cubicBezTo>
                      <a:pt x="4961" y="30130"/>
                      <a:pt x="5166" y="30167"/>
                      <a:pt x="5381" y="30349"/>
                    </a:cubicBezTo>
                    <a:cubicBezTo>
                      <a:pt x="5760" y="30682"/>
                      <a:pt x="5968" y="31534"/>
                      <a:pt x="5719" y="32443"/>
                    </a:cubicBezTo>
                    <a:cubicBezTo>
                      <a:pt x="5587" y="33111"/>
                      <a:pt x="4764" y="33560"/>
                      <a:pt x="3860" y="33560"/>
                    </a:cubicBezTo>
                    <a:cubicBezTo>
                      <a:pt x="3569" y="33560"/>
                      <a:pt x="3269" y="33514"/>
                      <a:pt x="2980" y="33413"/>
                    </a:cubicBezTo>
                    <a:cubicBezTo>
                      <a:pt x="2382" y="33216"/>
                      <a:pt x="1798" y="32805"/>
                      <a:pt x="1458" y="32235"/>
                    </a:cubicBezTo>
                    <a:cubicBezTo>
                      <a:pt x="1125" y="31682"/>
                      <a:pt x="1044" y="30904"/>
                      <a:pt x="1252" y="30198"/>
                    </a:cubicBezTo>
                    <a:cubicBezTo>
                      <a:pt x="1688" y="28745"/>
                      <a:pt x="3091" y="27381"/>
                      <a:pt x="4783" y="26591"/>
                    </a:cubicBezTo>
                    <a:cubicBezTo>
                      <a:pt x="6511" y="25758"/>
                      <a:pt x="8589" y="25356"/>
                      <a:pt x="10703" y="24695"/>
                    </a:cubicBezTo>
                    <a:cubicBezTo>
                      <a:pt x="12785" y="24061"/>
                      <a:pt x="14968" y="23460"/>
                      <a:pt x="17166" y="22734"/>
                    </a:cubicBezTo>
                    <a:cubicBezTo>
                      <a:pt x="19361" y="22002"/>
                      <a:pt x="21587" y="21171"/>
                      <a:pt x="23662" y="19972"/>
                    </a:cubicBezTo>
                    <a:cubicBezTo>
                      <a:pt x="25730" y="18782"/>
                      <a:pt x="27636" y="17205"/>
                      <a:pt x="28990" y="15211"/>
                    </a:cubicBezTo>
                    <a:cubicBezTo>
                      <a:pt x="30357" y="13236"/>
                      <a:pt x="31015" y="10761"/>
                      <a:pt x="30757" y="8468"/>
                    </a:cubicBezTo>
                    <a:cubicBezTo>
                      <a:pt x="30537" y="6175"/>
                      <a:pt x="29567" y="4006"/>
                      <a:pt x="28016" y="2517"/>
                    </a:cubicBezTo>
                    <a:cubicBezTo>
                      <a:pt x="27652" y="2122"/>
                      <a:pt x="27221" y="1818"/>
                      <a:pt x="26791" y="1507"/>
                    </a:cubicBezTo>
                    <a:lnTo>
                      <a:pt x="26108" y="1091"/>
                    </a:lnTo>
                    <a:cubicBezTo>
                      <a:pt x="25888" y="976"/>
                      <a:pt x="25673" y="887"/>
                      <a:pt x="25457" y="787"/>
                    </a:cubicBezTo>
                    <a:cubicBezTo>
                      <a:pt x="24512" y="384"/>
                      <a:pt x="23585" y="138"/>
                      <a:pt x="22659" y="56"/>
                    </a:cubicBezTo>
                    <a:cubicBezTo>
                      <a:pt x="22276" y="18"/>
                      <a:pt x="21899" y="0"/>
                      <a:pt x="21530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6" name="Google Shape;4886;p73"/>
              <p:cNvSpPr/>
              <p:nvPr/>
            </p:nvSpPr>
            <p:spPr>
              <a:xfrm>
                <a:off x="2957425" y="254350"/>
                <a:ext cx="842900" cy="896500"/>
              </a:xfrm>
              <a:custGeom>
                <a:avLst/>
                <a:gdLst/>
                <a:ahLst/>
                <a:cxnLst/>
                <a:rect l="l" t="t" r="r" b="b"/>
                <a:pathLst>
                  <a:path w="33716" h="35860" extrusionOk="0">
                    <a:moveTo>
                      <a:pt x="10613" y="1"/>
                    </a:moveTo>
                    <a:cubicBezTo>
                      <a:pt x="10145" y="1"/>
                      <a:pt x="9663" y="27"/>
                      <a:pt x="9169" y="83"/>
                    </a:cubicBezTo>
                    <a:cubicBezTo>
                      <a:pt x="8120" y="196"/>
                      <a:pt x="7110" y="471"/>
                      <a:pt x="5987" y="969"/>
                    </a:cubicBezTo>
                    <a:cubicBezTo>
                      <a:pt x="5769" y="1077"/>
                      <a:pt x="5573" y="1158"/>
                      <a:pt x="5329" y="1288"/>
                    </a:cubicBezTo>
                    <a:cubicBezTo>
                      <a:pt x="5054" y="1453"/>
                      <a:pt x="4776" y="1623"/>
                      <a:pt x="4501" y="1805"/>
                    </a:cubicBezTo>
                    <a:cubicBezTo>
                      <a:pt x="4211" y="1982"/>
                      <a:pt x="4020" y="2180"/>
                      <a:pt x="3773" y="2374"/>
                    </a:cubicBezTo>
                    <a:cubicBezTo>
                      <a:pt x="3531" y="2561"/>
                      <a:pt x="3306" y="2769"/>
                      <a:pt x="3103" y="2997"/>
                    </a:cubicBezTo>
                    <a:cubicBezTo>
                      <a:pt x="1353" y="4746"/>
                      <a:pt x="305" y="7222"/>
                      <a:pt x="101" y="9807"/>
                    </a:cubicBezTo>
                    <a:cubicBezTo>
                      <a:pt x="1" y="11104"/>
                      <a:pt x="108" y="12445"/>
                      <a:pt x="477" y="13744"/>
                    </a:cubicBezTo>
                    <a:cubicBezTo>
                      <a:pt x="669" y="14393"/>
                      <a:pt x="896" y="15037"/>
                      <a:pt x="1207" y="15655"/>
                    </a:cubicBezTo>
                    <a:lnTo>
                      <a:pt x="1317" y="15887"/>
                    </a:lnTo>
                    <a:lnTo>
                      <a:pt x="1399" y="16050"/>
                    </a:lnTo>
                    <a:lnTo>
                      <a:pt x="1454" y="16143"/>
                    </a:lnTo>
                    <a:lnTo>
                      <a:pt x="1664" y="16514"/>
                    </a:lnTo>
                    <a:cubicBezTo>
                      <a:pt x="1815" y="16768"/>
                      <a:pt x="2038" y="17112"/>
                      <a:pt x="2227" y="17383"/>
                    </a:cubicBezTo>
                    <a:cubicBezTo>
                      <a:pt x="3768" y="19563"/>
                      <a:pt x="5870" y="21234"/>
                      <a:pt x="8101" y="22431"/>
                    </a:cubicBezTo>
                    <a:cubicBezTo>
                      <a:pt x="10346" y="23652"/>
                      <a:pt x="12661" y="24439"/>
                      <a:pt x="14923" y="25131"/>
                    </a:cubicBezTo>
                    <a:cubicBezTo>
                      <a:pt x="17183" y="25811"/>
                      <a:pt x="19387" y="26354"/>
                      <a:pt x="21465" y="26929"/>
                    </a:cubicBezTo>
                    <a:cubicBezTo>
                      <a:pt x="23674" y="27549"/>
                      <a:pt x="25714" y="27901"/>
                      <a:pt x="27263" y="28605"/>
                    </a:cubicBezTo>
                    <a:cubicBezTo>
                      <a:pt x="28737" y="29208"/>
                      <a:pt x="29912" y="30443"/>
                      <a:pt x="30235" y="31324"/>
                    </a:cubicBezTo>
                    <a:cubicBezTo>
                      <a:pt x="30314" y="31544"/>
                      <a:pt x="30372" y="31738"/>
                      <a:pt x="30372" y="31934"/>
                    </a:cubicBezTo>
                    <a:cubicBezTo>
                      <a:pt x="30382" y="32118"/>
                      <a:pt x="30362" y="32303"/>
                      <a:pt x="30319" y="32482"/>
                    </a:cubicBezTo>
                    <a:cubicBezTo>
                      <a:pt x="30221" y="32825"/>
                      <a:pt x="29876" y="33215"/>
                      <a:pt x="29470" y="33423"/>
                    </a:cubicBezTo>
                    <a:cubicBezTo>
                      <a:pt x="29168" y="33604"/>
                      <a:pt x="28826" y="33680"/>
                      <a:pt x="28510" y="33680"/>
                    </a:cubicBezTo>
                    <a:cubicBezTo>
                      <a:pt x="27991" y="33680"/>
                      <a:pt x="27541" y="33476"/>
                      <a:pt x="27447" y="33203"/>
                    </a:cubicBezTo>
                    <a:cubicBezTo>
                      <a:pt x="27102" y="32509"/>
                      <a:pt x="27119" y="31700"/>
                      <a:pt x="27356" y="31364"/>
                    </a:cubicBezTo>
                    <a:cubicBezTo>
                      <a:pt x="27607" y="30981"/>
                      <a:pt x="28028" y="31037"/>
                      <a:pt x="28000" y="31010"/>
                    </a:cubicBezTo>
                    <a:lnTo>
                      <a:pt x="27789" y="30922"/>
                    </a:lnTo>
                    <a:cubicBezTo>
                      <a:pt x="27724" y="30901"/>
                      <a:pt x="27634" y="30882"/>
                      <a:pt x="27526" y="30882"/>
                    </a:cubicBezTo>
                    <a:cubicBezTo>
                      <a:pt x="27395" y="30882"/>
                      <a:pt x="27238" y="30910"/>
                      <a:pt x="27064" y="30996"/>
                    </a:cubicBezTo>
                    <a:cubicBezTo>
                      <a:pt x="26741" y="31144"/>
                      <a:pt x="26465" y="31501"/>
                      <a:pt x="26279" y="31937"/>
                    </a:cubicBezTo>
                    <a:cubicBezTo>
                      <a:pt x="26087" y="32379"/>
                      <a:pt x="25975" y="32913"/>
                      <a:pt x="26056" y="33576"/>
                    </a:cubicBezTo>
                    <a:cubicBezTo>
                      <a:pt x="26082" y="33875"/>
                      <a:pt x="26274" y="34392"/>
                      <a:pt x="26544" y="34692"/>
                    </a:cubicBezTo>
                    <a:cubicBezTo>
                      <a:pt x="26815" y="35010"/>
                      <a:pt x="27150" y="35269"/>
                      <a:pt x="27526" y="35453"/>
                    </a:cubicBezTo>
                    <a:cubicBezTo>
                      <a:pt x="28058" y="35717"/>
                      <a:pt x="28661" y="35859"/>
                      <a:pt x="29301" y="35859"/>
                    </a:cubicBezTo>
                    <a:cubicBezTo>
                      <a:pt x="29589" y="35859"/>
                      <a:pt x="29884" y="35831"/>
                      <a:pt x="30183" y="35771"/>
                    </a:cubicBezTo>
                    <a:cubicBezTo>
                      <a:pt x="31126" y="35568"/>
                      <a:pt x="32134" y="35087"/>
                      <a:pt x="32885" y="34067"/>
                    </a:cubicBezTo>
                    <a:cubicBezTo>
                      <a:pt x="33287" y="33485"/>
                      <a:pt x="33484" y="32951"/>
                      <a:pt x="33596" y="32308"/>
                    </a:cubicBezTo>
                    <a:cubicBezTo>
                      <a:pt x="33716" y="31673"/>
                      <a:pt x="33670" y="30998"/>
                      <a:pt x="33510" y="30381"/>
                    </a:cubicBezTo>
                    <a:cubicBezTo>
                      <a:pt x="33194" y="29124"/>
                      <a:pt x="32462" y="28123"/>
                      <a:pt x="31638" y="27317"/>
                    </a:cubicBezTo>
                    <a:cubicBezTo>
                      <a:pt x="30822" y="26508"/>
                      <a:pt x="29793" y="25825"/>
                      <a:pt x="28723" y="25349"/>
                    </a:cubicBezTo>
                    <a:cubicBezTo>
                      <a:pt x="26604" y="24389"/>
                      <a:pt x="24436" y="24025"/>
                      <a:pt x="22451" y="23427"/>
                    </a:cubicBezTo>
                    <a:cubicBezTo>
                      <a:pt x="20318" y="22812"/>
                      <a:pt x="18143" y="22249"/>
                      <a:pt x="16012" y="21581"/>
                    </a:cubicBezTo>
                    <a:cubicBezTo>
                      <a:pt x="13894" y="20914"/>
                      <a:pt x="11778" y="20148"/>
                      <a:pt x="9935" y="19113"/>
                    </a:cubicBezTo>
                    <a:cubicBezTo>
                      <a:pt x="8084" y="18075"/>
                      <a:pt x="6442" y="16765"/>
                      <a:pt x="5315" y="15193"/>
                    </a:cubicBezTo>
                    <a:cubicBezTo>
                      <a:pt x="5178" y="14991"/>
                      <a:pt x="5082" y="14862"/>
                      <a:pt x="4939" y="14625"/>
                    </a:cubicBezTo>
                    <a:lnTo>
                      <a:pt x="4723" y="14254"/>
                    </a:lnTo>
                    <a:lnTo>
                      <a:pt x="4679" y="14181"/>
                    </a:lnTo>
                    <a:lnTo>
                      <a:pt x="4679" y="14181"/>
                    </a:lnTo>
                    <a:cubicBezTo>
                      <a:pt x="4682" y="14186"/>
                      <a:pt x="4684" y="14188"/>
                      <a:pt x="4684" y="14188"/>
                    </a:cubicBezTo>
                    <a:cubicBezTo>
                      <a:pt x="4687" y="14188"/>
                      <a:pt x="4659" y="14132"/>
                      <a:pt x="4659" y="14132"/>
                    </a:cubicBezTo>
                    <a:lnTo>
                      <a:pt x="4587" y="13979"/>
                    </a:lnTo>
                    <a:cubicBezTo>
                      <a:pt x="4379" y="13582"/>
                      <a:pt x="4228" y="13156"/>
                      <a:pt x="4096" y="12727"/>
                    </a:cubicBezTo>
                    <a:cubicBezTo>
                      <a:pt x="3838" y="11865"/>
                      <a:pt x="3761" y="10953"/>
                      <a:pt x="3823" y="10072"/>
                    </a:cubicBezTo>
                    <a:cubicBezTo>
                      <a:pt x="3948" y="8311"/>
                      <a:pt x="4649" y="6654"/>
                      <a:pt x="5743" y="5558"/>
                    </a:cubicBezTo>
                    <a:cubicBezTo>
                      <a:pt x="5987" y="5268"/>
                      <a:pt x="6325" y="5029"/>
                      <a:pt x="6586" y="4823"/>
                    </a:cubicBezTo>
                    <a:cubicBezTo>
                      <a:pt x="6720" y="4737"/>
                      <a:pt x="6847" y="4646"/>
                      <a:pt x="6971" y="4550"/>
                    </a:cubicBezTo>
                    <a:cubicBezTo>
                      <a:pt x="7148" y="4447"/>
                      <a:pt x="7388" y="4335"/>
                      <a:pt x="7589" y="4229"/>
                    </a:cubicBezTo>
                    <a:cubicBezTo>
                      <a:pt x="8180" y="3952"/>
                      <a:pt x="8936" y="3693"/>
                      <a:pt x="9631" y="3614"/>
                    </a:cubicBezTo>
                    <a:cubicBezTo>
                      <a:pt x="10052" y="3554"/>
                      <a:pt x="10473" y="3527"/>
                      <a:pt x="10888" y="3527"/>
                    </a:cubicBezTo>
                    <a:cubicBezTo>
                      <a:pt x="11865" y="3527"/>
                      <a:pt x="12809" y="3678"/>
                      <a:pt x="13654" y="3909"/>
                    </a:cubicBezTo>
                    <a:cubicBezTo>
                      <a:pt x="14866" y="4232"/>
                      <a:pt x="15888" y="4699"/>
                      <a:pt x="16704" y="5120"/>
                    </a:cubicBezTo>
                    <a:cubicBezTo>
                      <a:pt x="17532" y="5546"/>
                      <a:pt x="18111" y="5960"/>
                      <a:pt x="18492" y="6214"/>
                    </a:cubicBezTo>
                    <a:lnTo>
                      <a:pt x="19157" y="6721"/>
                    </a:lnTo>
                    <a:lnTo>
                      <a:pt x="21151" y="4222"/>
                    </a:lnTo>
                    <a:lnTo>
                      <a:pt x="20507" y="3686"/>
                    </a:lnTo>
                    <a:cubicBezTo>
                      <a:pt x="19998" y="3303"/>
                      <a:pt x="19287" y="2757"/>
                      <a:pt x="18322" y="2207"/>
                    </a:cubicBezTo>
                    <a:cubicBezTo>
                      <a:pt x="17144" y="1527"/>
                      <a:pt x="15892" y="986"/>
                      <a:pt x="14590" y="598"/>
                    </a:cubicBezTo>
                    <a:cubicBezTo>
                      <a:pt x="13435" y="258"/>
                      <a:pt x="12094" y="1"/>
                      <a:pt x="1061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7" name="Google Shape;4887;p73"/>
              <p:cNvSpPr/>
              <p:nvPr/>
            </p:nvSpPr>
            <p:spPr>
              <a:xfrm>
                <a:off x="2987525" y="285250"/>
                <a:ext cx="786050" cy="84595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33838" extrusionOk="0">
                    <a:moveTo>
                      <a:pt x="26798" y="29774"/>
                    </a:moveTo>
                    <a:cubicBezTo>
                      <a:pt x="26799" y="29776"/>
                      <a:pt x="26799" y="29778"/>
                      <a:pt x="26798" y="29779"/>
                    </a:cubicBezTo>
                    <a:lnTo>
                      <a:pt x="26798" y="29779"/>
                    </a:lnTo>
                    <a:cubicBezTo>
                      <a:pt x="26799" y="29778"/>
                      <a:pt x="26799" y="29776"/>
                      <a:pt x="26798" y="29774"/>
                    </a:cubicBezTo>
                    <a:close/>
                    <a:moveTo>
                      <a:pt x="26798" y="29779"/>
                    </a:moveTo>
                    <a:cubicBezTo>
                      <a:pt x="26797" y="29780"/>
                      <a:pt x="26795" y="29780"/>
                      <a:pt x="26791" y="29780"/>
                    </a:cubicBezTo>
                    <a:lnTo>
                      <a:pt x="26791" y="29780"/>
                    </a:lnTo>
                    <a:cubicBezTo>
                      <a:pt x="26792" y="29780"/>
                      <a:pt x="26793" y="29781"/>
                      <a:pt x="26793" y="29781"/>
                    </a:cubicBezTo>
                    <a:cubicBezTo>
                      <a:pt x="26796" y="29781"/>
                      <a:pt x="26797" y="29780"/>
                      <a:pt x="26798" y="29779"/>
                    </a:cubicBezTo>
                    <a:close/>
                    <a:moveTo>
                      <a:pt x="9497" y="0"/>
                    </a:moveTo>
                    <a:cubicBezTo>
                      <a:pt x="9051" y="0"/>
                      <a:pt x="8593" y="26"/>
                      <a:pt x="8125" y="83"/>
                    </a:cubicBezTo>
                    <a:cubicBezTo>
                      <a:pt x="7203" y="183"/>
                      <a:pt x="6279" y="451"/>
                      <a:pt x="5343" y="873"/>
                    </a:cubicBezTo>
                    <a:cubicBezTo>
                      <a:pt x="5130" y="978"/>
                      <a:pt x="4920" y="1071"/>
                      <a:pt x="4700" y="1191"/>
                    </a:cubicBezTo>
                    <a:lnTo>
                      <a:pt x="4025" y="1622"/>
                    </a:lnTo>
                    <a:cubicBezTo>
                      <a:pt x="3603" y="1940"/>
                      <a:pt x="3180" y="2256"/>
                      <a:pt x="2823" y="2658"/>
                    </a:cubicBezTo>
                    <a:cubicBezTo>
                      <a:pt x="1305" y="4178"/>
                      <a:pt x="381" y="6369"/>
                      <a:pt x="209" y="8664"/>
                    </a:cubicBezTo>
                    <a:cubicBezTo>
                      <a:pt x="1" y="10964"/>
                      <a:pt x="712" y="13423"/>
                      <a:pt x="2122" y="15371"/>
                    </a:cubicBezTo>
                    <a:cubicBezTo>
                      <a:pt x="3517" y="17334"/>
                      <a:pt x="5458" y="18868"/>
                      <a:pt x="7550" y="20015"/>
                    </a:cubicBezTo>
                    <a:cubicBezTo>
                      <a:pt x="9652" y="21171"/>
                      <a:pt x="11895" y="21954"/>
                      <a:pt x="14104" y="22639"/>
                    </a:cubicBezTo>
                    <a:cubicBezTo>
                      <a:pt x="16319" y="23316"/>
                      <a:pt x="18511" y="23869"/>
                      <a:pt x="20608" y="24460"/>
                    </a:cubicBezTo>
                    <a:cubicBezTo>
                      <a:pt x="22736" y="25075"/>
                      <a:pt x="24821" y="25434"/>
                      <a:pt x="26568" y="26229"/>
                    </a:cubicBezTo>
                    <a:cubicBezTo>
                      <a:pt x="28277" y="26981"/>
                      <a:pt x="29709" y="28316"/>
                      <a:pt x="30176" y="29760"/>
                    </a:cubicBezTo>
                    <a:cubicBezTo>
                      <a:pt x="30396" y="30464"/>
                      <a:pt x="30331" y="31242"/>
                      <a:pt x="30011" y="31802"/>
                    </a:cubicBezTo>
                    <a:cubicBezTo>
                      <a:pt x="29683" y="32379"/>
                      <a:pt x="29110" y="32802"/>
                      <a:pt x="28514" y="33010"/>
                    </a:cubicBezTo>
                    <a:cubicBezTo>
                      <a:pt x="28209" y="33125"/>
                      <a:pt x="27890" y="33178"/>
                      <a:pt x="27580" y="33178"/>
                    </a:cubicBezTo>
                    <a:cubicBezTo>
                      <a:pt x="26699" y="33178"/>
                      <a:pt x="25900" y="32750"/>
                      <a:pt x="25757" y="32098"/>
                    </a:cubicBezTo>
                    <a:cubicBezTo>
                      <a:pt x="25486" y="31196"/>
                      <a:pt x="25678" y="30341"/>
                      <a:pt x="26051" y="29999"/>
                    </a:cubicBezTo>
                    <a:cubicBezTo>
                      <a:pt x="26270" y="29804"/>
                      <a:pt x="26483" y="29768"/>
                      <a:pt x="26625" y="29768"/>
                    </a:cubicBezTo>
                    <a:cubicBezTo>
                      <a:pt x="26708" y="29768"/>
                      <a:pt x="26768" y="29780"/>
                      <a:pt x="26790" y="29780"/>
                    </a:cubicBezTo>
                    <a:cubicBezTo>
                      <a:pt x="26790" y="29780"/>
                      <a:pt x="26791" y="29780"/>
                      <a:pt x="26791" y="29780"/>
                    </a:cubicBezTo>
                    <a:lnTo>
                      <a:pt x="26791" y="29780"/>
                    </a:lnTo>
                    <a:cubicBezTo>
                      <a:pt x="26764" y="29777"/>
                      <a:pt x="26659" y="29726"/>
                      <a:pt x="26493" y="29726"/>
                    </a:cubicBezTo>
                    <a:cubicBezTo>
                      <a:pt x="26356" y="29726"/>
                      <a:pt x="26177" y="29761"/>
                      <a:pt x="25965" y="29889"/>
                    </a:cubicBezTo>
                    <a:cubicBezTo>
                      <a:pt x="25477" y="30229"/>
                      <a:pt x="25127" y="31131"/>
                      <a:pt x="25343" y="32211"/>
                    </a:cubicBezTo>
                    <a:cubicBezTo>
                      <a:pt x="25398" y="32470"/>
                      <a:pt x="25527" y="32807"/>
                      <a:pt x="25750" y="33037"/>
                    </a:cubicBezTo>
                    <a:cubicBezTo>
                      <a:pt x="25980" y="33276"/>
                      <a:pt x="26257" y="33465"/>
                      <a:pt x="26564" y="33592"/>
                    </a:cubicBezTo>
                    <a:cubicBezTo>
                      <a:pt x="26941" y="33753"/>
                      <a:pt x="27364" y="33838"/>
                      <a:pt x="27807" y="33838"/>
                    </a:cubicBezTo>
                    <a:cubicBezTo>
                      <a:pt x="28109" y="33838"/>
                      <a:pt x="28419" y="33798"/>
                      <a:pt x="28730" y="33717"/>
                    </a:cubicBezTo>
                    <a:cubicBezTo>
                      <a:pt x="29486" y="33511"/>
                      <a:pt x="30264" y="33063"/>
                      <a:pt x="30788" y="32280"/>
                    </a:cubicBezTo>
                    <a:cubicBezTo>
                      <a:pt x="31296" y="31481"/>
                      <a:pt x="31442" y="30442"/>
                      <a:pt x="31162" y="29475"/>
                    </a:cubicBezTo>
                    <a:cubicBezTo>
                      <a:pt x="30894" y="28510"/>
                      <a:pt x="30303" y="27665"/>
                      <a:pt x="29577" y="26969"/>
                    </a:cubicBezTo>
                    <a:cubicBezTo>
                      <a:pt x="28859" y="26267"/>
                      <a:pt x="27971" y="25679"/>
                      <a:pt x="27009" y="25255"/>
                    </a:cubicBezTo>
                    <a:cubicBezTo>
                      <a:pt x="25089" y="24386"/>
                      <a:pt x="22966" y="24029"/>
                      <a:pt x="20900" y="23426"/>
                    </a:cubicBezTo>
                    <a:cubicBezTo>
                      <a:pt x="18789" y="22828"/>
                      <a:pt x="16601" y="22272"/>
                      <a:pt x="14423" y="21604"/>
                    </a:cubicBezTo>
                    <a:cubicBezTo>
                      <a:pt x="12254" y="20932"/>
                      <a:pt x="10066" y="20159"/>
                      <a:pt x="8077" y="19060"/>
                    </a:cubicBezTo>
                    <a:cubicBezTo>
                      <a:pt x="6090" y="17971"/>
                      <a:pt x="4285" y="16527"/>
                      <a:pt x="3014" y="14737"/>
                    </a:cubicBezTo>
                    <a:cubicBezTo>
                      <a:pt x="1739" y="12956"/>
                      <a:pt x="1128" y="10816"/>
                      <a:pt x="1310" y="8743"/>
                    </a:cubicBezTo>
                    <a:cubicBezTo>
                      <a:pt x="1466" y="6692"/>
                      <a:pt x="2291" y="4750"/>
                      <a:pt x="3618" y="3429"/>
                    </a:cubicBezTo>
                    <a:cubicBezTo>
                      <a:pt x="3924" y="3080"/>
                      <a:pt x="4309" y="2802"/>
                      <a:pt x="4656" y="2536"/>
                    </a:cubicBezTo>
                    <a:lnTo>
                      <a:pt x="5197" y="2177"/>
                    </a:lnTo>
                    <a:cubicBezTo>
                      <a:pt x="5396" y="2065"/>
                      <a:pt x="5621" y="1962"/>
                      <a:pt x="5829" y="1856"/>
                    </a:cubicBezTo>
                    <a:cubicBezTo>
                      <a:pt x="6605" y="1502"/>
                      <a:pt x="7450" y="1236"/>
                      <a:pt x="8266" y="1145"/>
                    </a:cubicBezTo>
                    <a:cubicBezTo>
                      <a:pt x="8716" y="1086"/>
                      <a:pt x="9160" y="1060"/>
                      <a:pt x="9594" y="1060"/>
                    </a:cubicBezTo>
                    <a:cubicBezTo>
                      <a:pt x="10744" y="1060"/>
                      <a:pt x="11825" y="1247"/>
                      <a:pt x="12781" y="1514"/>
                    </a:cubicBezTo>
                    <a:cubicBezTo>
                      <a:pt x="13922" y="1837"/>
                      <a:pt x="15026" y="2290"/>
                      <a:pt x="16067" y="2864"/>
                    </a:cubicBezTo>
                    <a:cubicBezTo>
                      <a:pt x="16943" y="3333"/>
                      <a:pt x="17570" y="3795"/>
                      <a:pt x="17992" y="4094"/>
                    </a:cubicBezTo>
                    <a:lnTo>
                      <a:pt x="18650" y="4614"/>
                    </a:lnTo>
                    <a:lnTo>
                      <a:pt x="19253" y="3858"/>
                    </a:lnTo>
                    <a:lnTo>
                      <a:pt x="18600" y="3333"/>
                    </a:lnTo>
                    <a:cubicBezTo>
                      <a:pt x="18135" y="2996"/>
                      <a:pt x="17470" y="2498"/>
                      <a:pt x="16551" y="1993"/>
                    </a:cubicBezTo>
                    <a:cubicBezTo>
                      <a:pt x="15445" y="1373"/>
                      <a:pt x="14274" y="880"/>
                      <a:pt x="13058" y="523"/>
                    </a:cubicBezTo>
                    <a:cubicBezTo>
                      <a:pt x="12009" y="220"/>
                      <a:pt x="10803" y="0"/>
                      <a:pt x="9497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8" name="Google Shape;4888;p73"/>
              <p:cNvSpPr/>
              <p:nvPr/>
            </p:nvSpPr>
            <p:spPr>
              <a:xfrm>
                <a:off x="3368550" y="238100"/>
                <a:ext cx="1089150" cy="1354050"/>
              </a:xfrm>
              <a:custGeom>
                <a:avLst/>
                <a:gdLst/>
                <a:ahLst/>
                <a:cxnLst/>
                <a:rect l="l" t="t" r="r" b="b"/>
                <a:pathLst>
                  <a:path w="43566" h="54162" extrusionOk="0">
                    <a:moveTo>
                      <a:pt x="40538" y="1"/>
                    </a:moveTo>
                    <a:cubicBezTo>
                      <a:pt x="40536" y="1"/>
                      <a:pt x="40535" y="1"/>
                      <a:pt x="40533" y="1"/>
                    </a:cubicBezTo>
                    <a:lnTo>
                      <a:pt x="23581" y="183"/>
                    </a:lnTo>
                    <a:lnTo>
                      <a:pt x="19703" y="224"/>
                    </a:lnTo>
                    <a:lnTo>
                      <a:pt x="2751" y="406"/>
                    </a:lnTo>
                    <a:cubicBezTo>
                      <a:pt x="2416" y="408"/>
                      <a:pt x="2128" y="645"/>
                      <a:pt x="2061" y="973"/>
                    </a:cubicBezTo>
                    <a:cubicBezTo>
                      <a:pt x="1530" y="3469"/>
                      <a:pt x="0" y="13846"/>
                      <a:pt x="8783" y="22600"/>
                    </a:cubicBezTo>
                    <a:cubicBezTo>
                      <a:pt x="18846" y="32630"/>
                      <a:pt x="19789" y="34399"/>
                      <a:pt x="18887" y="42942"/>
                    </a:cubicBezTo>
                    <a:cubicBezTo>
                      <a:pt x="17982" y="51485"/>
                      <a:pt x="13855" y="54161"/>
                      <a:pt x="13855" y="54161"/>
                    </a:cubicBezTo>
                    <a:lnTo>
                      <a:pt x="22106" y="54072"/>
                    </a:lnTo>
                    <a:lnTo>
                      <a:pt x="22326" y="54070"/>
                    </a:lnTo>
                    <a:lnTo>
                      <a:pt x="30577" y="53982"/>
                    </a:lnTo>
                    <a:cubicBezTo>
                      <a:pt x="30577" y="53982"/>
                      <a:pt x="26396" y="51394"/>
                      <a:pt x="25309" y="42870"/>
                    </a:cubicBezTo>
                    <a:cubicBezTo>
                      <a:pt x="24222" y="34348"/>
                      <a:pt x="25127" y="32560"/>
                      <a:pt x="34972" y="22320"/>
                    </a:cubicBezTo>
                    <a:cubicBezTo>
                      <a:pt x="43566" y="13379"/>
                      <a:pt x="41816" y="3039"/>
                      <a:pt x="41232" y="554"/>
                    </a:cubicBezTo>
                    <a:cubicBezTo>
                      <a:pt x="41158" y="228"/>
                      <a:pt x="40869" y="1"/>
                      <a:pt x="40538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9" name="Google Shape;4889;p73"/>
              <p:cNvSpPr/>
              <p:nvPr/>
            </p:nvSpPr>
            <p:spPr>
              <a:xfrm>
                <a:off x="3588225" y="1559325"/>
                <a:ext cx="6738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26952" h="10605" extrusionOk="0">
                    <a:moveTo>
                      <a:pt x="26784" y="0"/>
                    </a:moveTo>
                    <a:lnTo>
                      <a:pt x="58" y="285"/>
                    </a:lnTo>
                    <a:cubicBezTo>
                      <a:pt x="27" y="285"/>
                      <a:pt x="1" y="311"/>
                      <a:pt x="1" y="343"/>
                    </a:cubicBezTo>
                    <a:lnTo>
                      <a:pt x="111" y="10604"/>
                    </a:lnTo>
                    <a:lnTo>
                      <a:pt x="26951" y="10320"/>
                    </a:lnTo>
                    <a:lnTo>
                      <a:pt x="26841" y="58"/>
                    </a:lnTo>
                    <a:cubicBezTo>
                      <a:pt x="26841" y="27"/>
                      <a:pt x="26815" y="0"/>
                      <a:pt x="2678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0" name="Google Shape;4890;p73"/>
              <p:cNvSpPr/>
              <p:nvPr/>
            </p:nvSpPr>
            <p:spPr>
              <a:xfrm>
                <a:off x="3513850" y="1774875"/>
                <a:ext cx="825300" cy="92000"/>
              </a:xfrm>
              <a:custGeom>
                <a:avLst/>
                <a:gdLst/>
                <a:ahLst/>
                <a:cxnLst/>
                <a:rect l="l" t="t" r="r" b="b"/>
                <a:pathLst>
                  <a:path w="33012" h="3680" extrusionOk="0">
                    <a:moveTo>
                      <a:pt x="32921" y="0"/>
                    </a:moveTo>
                    <a:lnTo>
                      <a:pt x="58" y="350"/>
                    </a:lnTo>
                    <a:cubicBezTo>
                      <a:pt x="27" y="350"/>
                      <a:pt x="0" y="376"/>
                      <a:pt x="0" y="410"/>
                    </a:cubicBezTo>
                    <a:lnTo>
                      <a:pt x="36" y="3680"/>
                    </a:lnTo>
                    <a:lnTo>
                      <a:pt x="33012" y="3328"/>
                    </a:lnTo>
                    <a:lnTo>
                      <a:pt x="32978" y="58"/>
                    </a:lnTo>
                    <a:cubicBezTo>
                      <a:pt x="32978" y="27"/>
                      <a:pt x="32952" y="0"/>
                      <a:pt x="32921" y="0"/>
                    </a:cubicBezTo>
                    <a:close/>
                  </a:path>
                </a:pathLst>
              </a:custGeom>
              <a:solidFill>
                <a:srgbClr val="E7EC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1" name="Google Shape;4891;p73"/>
              <p:cNvSpPr/>
              <p:nvPr/>
            </p:nvSpPr>
            <p:spPr>
              <a:xfrm>
                <a:off x="3466550" y="322000"/>
                <a:ext cx="893500" cy="458025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18321" extrusionOk="0">
                    <a:moveTo>
                      <a:pt x="34103" y="1"/>
                    </a:moveTo>
                    <a:cubicBezTo>
                      <a:pt x="34097" y="1"/>
                      <a:pt x="34091" y="1"/>
                      <a:pt x="34085" y="1"/>
                    </a:cubicBezTo>
                    <a:lnTo>
                      <a:pt x="18162" y="171"/>
                    </a:lnTo>
                    <a:lnTo>
                      <a:pt x="17351" y="181"/>
                    </a:lnTo>
                    <a:lnTo>
                      <a:pt x="1428" y="350"/>
                    </a:lnTo>
                    <a:cubicBezTo>
                      <a:pt x="834" y="353"/>
                      <a:pt x="348" y="820"/>
                      <a:pt x="320" y="1413"/>
                    </a:cubicBezTo>
                    <a:cubicBezTo>
                      <a:pt x="315" y="1492"/>
                      <a:pt x="312" y="1578"/>
                      <a:pt x="310" y="1667"/>
                    </a:cubicBezTo>
                    <a:cubicBezTo>
                      <a:pt x="1" y="10807"/>
                      <a:pt x="7459" y="18321"/>
                      <a:pt x="16585" y="18321"/>
                    </a:cubicBezTo>
                    <a:cubicBezTo>
                      <a:pt x="16644" y="18321"/>
                      <a:pt x="16703" y="18321"/>
                      <a:pt x="16762" y="18320"/>
                    </a:cubicBezTo>
                    <a:lnTo>
                      <a:pt x="17545" y="18310"/>
                    </a:lnTo>
                    <a:lnTo>
                      <a:pt x="18354" y="18303"/>
                    </a:lnTo>
                    <a:lnTo>
                      <a:pt x="19136" y="18294"/>
                    </a:lnTo>
                    <a:cubicBezTo>
                      <a:pt x="28343" y="18196"/>
                      <a:pt x="35739" y="10485"/>
                      <a:pt x="35229" y="1294"/>
                    </a:cubicBezTo>
                    <a:cubicBezTo>
                      <a:pt x="35225" y="1203"/>
                      <a:pt x="35220" y="1119"/>
                      <a:pt x="35215" y="1040"/>
                    </a:cubicBezTo>
                    <a:cubicBezTo>
                      <a:pt x="35175" y="455"/>
                      <a:pt x="34689" y="1"/>
                      <a:pt x="34103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2" name="Google Shape;4892;p73"/>
              <p:cNvSpPr/>
              <p:nvPr/>
            </p:nvSpPr>
            <p:spPr>
              <a:xfrm>
                <a:off x="3472850" y="260850"/>
                <a:ext cx="8743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34975" h="2266" extrusionOk="0">
                    <a:moveTo>
                      <a:pt x="34014" y="1"/>
                    </a:moveTo>
                    <a:cubicBezTo>
                      <a:pt x="34011" y="1"/>
                      <a:pt x="34008" y="1"/>
                      <a:pt x="34005" y="1"/>
                    </a:cubicBezTo>
                    <a:lnTo>
                      <a:pt x="953" y="355"/>
                    </a:lnTo>
                    <a:cubicBezTo>
                      <a:pt x="424" y="360"/>
                      <a:pt x="1" y="791"/>
                      <a:pt x="8" y="1320"/>
                    </a:cubicBezTo>
                    <a:cubicBezTo>
                      <a:pt x="13" y="1843"/>
                      <a:pt x="441" y="2265"/>
                      <a:pt x="964" y="2265"/>
                    </a:cubicBezTo>
                    <a:cubicBezTo>
                      <a:pt x="967" y="2265"/>
                      <a:pt x="969" y="2265"/>
                      <a:pt x="972" y="2265"/>
                    </a:cubicBezTo>
                    <a:lnTo>
                      <a:pt x="34022" y="1913"/>
                    </a:lnTo>
                    <a:cubicBezTo>
                      <a:pt x="34551" y="1906"/>
                      <a:pt x="34975" y="1473"/>
                      <a:pt x="34968" y="946"/>
                    </a:cubicBezTo>
                    <a:cubicBezTo>
                      <a:pt x="34963" y="422"/>
                      <a:pt x="34537" y="1"/>
                      <a:pt x="34014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3" name="Google Shape;4893;p73"/>
              <p:cNvSpPr/>
              <p:nvPr/>
            </p:nvSpPr>
            <p:spPr>
              <a:xfrm>
                <a:off x="3746150" y="421050"/>
                <a:ext cx="332625" cy="316350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2654" extrusionOk="0">
                    <a:moveTo>
                      <a:pt x="6653" y="1"/>
                    </a:moveTo>
                    <a:lnTo>
                      <a:pt x="4597" y="4166"/>
                    </a:lnTo>
                    <a:lnTo>
                      <a:pt x="1" y="4833"/>
                    </a:lnTo>
                    <a:lnTo>
                      <a:pt x="3325" y="8075"/>
                    </a:lnTo>
                    <a:lnTo>
                      <a:pt x="2540" y="12654"/>
                    </a:lnTo>
                    <a:lnTo>
                      <a:pt x="6653" y="10492"/>
                    </a:lnTo>
                    <a:lnTo>
                      <a:pt x="10765" y="12654"/>
                    </a:lnTo>
                    <a:lnTo>
                      <a:pt x="9978" y="8075"/>
                    </a:lnTo>
                    <a:lnTo>
                      <a:pt x="13305" y="4833"/>
                    </a:lnTo>
                    <a:lnTo>
                      <a:pt x="8709" y="4166"/>
                    </a:lnTo>
                    <a:lnTo>
                      <a:pt x="6653" y="1"/>
                    </a:lnTo>
                    <a:close/>
                    <a:moveTo>
                      <a:pt x="2540" y="12654"/>
                    </a:moveTo>
                    <a:lnTo>
                      <a:pt x="2540" y="12654"/>
                    </a:lnTo>
                    <a:lnTo>
                      <a:pt x="2540" y="126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94" name="Google Shape;4894;p73"/>
          <p:cNvGrpSpPr/>
          <p:nvPr/>
        </p:nvGrpSpPr>
        <p:grpSpPr>
          <a:xfrm>
            <a:off x="3307656" y="4712614"/>
            <a:ext cx="1657504" cy="850319"/>
            <a:chOff x="2496310" y="3693351"/>
            <a:chExt cx="1342906" cy="688926"/>
          </a:xfrm>
        </p:grpSpPr>
        <p:grpSp>
          <p:nvGrpSpPr>
            <p:cNvPr id="4895" name="Google Shape;4895;p73"/>
            <p:cNvGrpSpPr/>
            <p:nvPr/>
          </p:nvGrpSpPr>
          <p:grpSpPr>
            <a:xfrm>
              <a:off x="2496310" y="3693351"/>
              <a:ext cx="1342906" cy="688875"/>
              <a:chOff x="2496310" y="3693351"/>
              <a:chExt cx="1342906" cy="688875"/>
            </a:xfrm>
          </p:grpSpPr>
          <p:sp>
            <p:nvSpPr>
              <p:cNvPr id="4896" name="Google Shape;4896;p73"/>
              <p:cNvSpPr/>
              <p:nvPr/>
            </p:nvSpPr>
            <p:spPr>
              <a:xfrm>
                <a:off x="2567815" y="3809577"/>
                <a:ext cx="1200140" cy="572649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7" name="Google Shape;4897;p73"/>
              <p:cNvSpPr/>
              <p:nvPr/>
            </p:nvSpPr>
            <p:spPr>
              <a:xfrm>
                <a:off x="342068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8" name="Google Shape;4898;p73"/>
              <p:cNvSpPr/>
              <p:nvPr/>
            </p:nvSpPr>
            <p:spPr>
              <a:xfrm>
                <a:off x="3135700" y="3791751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9" name="Google Shape;4899;p73"/>
              <p:cNvSpPr/>
              <p:nvPr/>
            </p:nvSpPr>
            <p:spPr>
              <a:xfrm>
                <a:off x="3620515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00" name="Google Shape;4900;p73"/>
              <p:cNvSpPr/>
              <p:nvPr/>
            </p:nvSpPr>
            <p:spPr>
              <a:xfrm>
                <a:off x="284380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01" name="Google Shape;4901;p73"/>
              <p:cNvSpPr/>
              <p:nvPr/>
            </p:nvSpPr>
            <p:spPr>
              <a:xfrm>
                <a:off x="2652010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4902" name="Google Shape;4902;p73"/>
              <p:cNvCxnSpPr>
                <a:stCxn id="4900" idx="0"/>
              </p:cNvCxnSpPr>
              <p:nvPr/>
            </p:nvCxnSpPr>
            <p:spPr>
              <a:xfrm rot="5400000" flipH="1">
                <a:off x="2741958" y="3724116"/>
                <a:ext cx="68700" cy="200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3" name="Google Shape;4903;p73"/>
              <p:cNvCxnSpPr>
                <a:stCxn id="4897" idx="0"/>
              </p:cNvCxnSpPr>
              <p:nvPr/>
            </p:nvCxnSpPr>
            <p:spPr>
              <a:xfrm rot="-5400000">
                <a:off x="3512338" y="3723516"/>
                <a:ext cx="75900" cy="194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4" name="Google Shape;4904;p73"/>
              <p:cNvCxnSpPr>
                <a:stCxn id="4898" idx="0"/>
              </p:cNvCxnSpPr>
              <p:nvPr/>
            </p:nvCxnSpPr>
            <p:spPr>
              <a:xfrm rot="-5400000">
                <a:off x="3119350" y="3742251"/>
                <a:ext cx="984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5" name="Google Shape;4905;p73"/>
              <p:cNvCxnSpPr>
                <a:stCxn id="4901" idx="2"/>
              </p:cNvCxnSpPr>
              <p:nvPr/>
            </p:nvCxnSpPr>
            <p:spPr>
              <a:xfrm flipH="1">
                <a:off x="2496310" y="4065467"/>
                <a:ext cx="1557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6" name="Google Shape;4906;p73"/>
              <p:cNvCxnSpPr>
                <a:stCxn id="4899" idx="6"/>
              </p:cNvCxnSpPr>
              <p:nvPr/>
            </p:nvCxnSpPr>
            <p:spPr>
              <a:xfrm>
                <a:off x="3685615" y="4065467"/>
                <a:ext cx="1536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907" name="Google Shape;4907;p73"/>
            <p:cNvGrpSpPr/>
            <p:nvPr/>
          </p:nvGrpSpPr>
          <p:grpSpPr>
            <a:xfrm>
              <a:off x="2675275" y="3930557"/>
              <a:ext cx="1003306" cy="451719"/>
              <a:chOff x="2675275" y="4174282"/>
              <a:chExt cx="1003306" cy="451719"/>
            </a:xfrm>
          </p:grpSpPr>
          <p:sp>
            <p:nvSpPr>
              <p:cNvPr id="4908" name="Google Shape;4908;p73"/>
              <p:cNvSpPr/>
              <p:nvPr/>
            </p:nvSpPr>
            <p:spPr>
              <a:xfrm>
                <a:off x="2675275" y="4174282"/>
                <a:ext cx="1003306" cy="451719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09" name="Google Shape;4909;p73"/>
              <p:cNvSpPr/>
              <p:nvPr/>
            </p:nvSpPr>
            <p:spPr>
              <a:xfrm>
                <a:off x="2716046" y="4210984"/>
                <a:ext cx="921789" cy="415018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10" name="Google Shape;4910;p73"/>
              <p:cNvSpPr/>
              <p:nvPr/>
            </p:nvSpPr>
            <p:spPr>
              <a:xfrm>
                <a:off x="2762606" y="4252906"/>
                <a:ext cx="828676" cy="373095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11" name="Google Shape;4911;p73"/>
          <p:cNvGrpSpPr/>
          <p:nvPr/>
        </p:nvGrpSpPr>
        <p:grpSpPr>
          <a:xfrm>
            <a:off x="2205883" y="1295075"/>
            <a:ext cx="766015" cy="1166279"/>
            <a:chOff x="1715404" y="1112080"/>
            <a:chExt cx="642270" cy="977984"/>
          </a:xfrm>
        </p:grpSpPr>
        <p:grpSp>
          <p:nvGrpSpPr>
            <p:cNvPr id="4912" name="Google Shape;4912;p73"/>
            <p:cNvGrpSpPr/>
            <p:nvPr/>
          </p:nvGrpSpPr>
          <p:grpSpPr>
            <a:xfrm>
              <a:off x="1715404" y="1112080"/>
              <a:ext cx="642270" cy="977984"/>
              <a:chOff x="1715404" y="1112080"/>
              <a:chExt cx="642270" cy="977984"/>
            </a:xfrm>
          </p:grpSpPr>
          <p:sp>
            <p:nvSpPr>
              <p:cNvPr id="4913" name="Google Shape;4913;p73"/>
              <p:cNvSpPr/>
              <p:nvPr/>
            </p:nvSpPr>
            <p:spPr>
              <a:xfrm>
                <a:off x="1715404" y="1112080"/>
                <a:ext cx="642270" cy="642270"/>
              </a:xfrm>
              <a:custGeom>
                <a:avLst/>
                <a:gdLst/>
                <a:ahLst/>
                <a:cxnLst/>
                <a:rect l="l" t="t" r="r" b="b"/>
                <a:pathLst>
                  <a:path w="41544" h="41544" extrusionOk="0">
                    <a:moveTo>
                      <a:pt x="20773" y="3462"/>
                    </a:moveTo>
                    <a:cubicBezTo>
                      <a:pt x="30333" y="3462"/>
                      <a:pt x="38081" y="11211"/>
                      <a:pt x="38081" y="20771"/>
                    </a:cubicBezTo>
                    <a:cubicBezTo>
                      <a:pt x="38081" y="30331"/>
                      <a:pt x="30333" y="38081"/>
                      <a:pt x="20773" y="38081"/>
                    </a:cubicBezTo>
                    <a:cubicBezTo>
                      <a:pt x="11213" y="38081"/>
                      <a:pt x="3462" y="30331"/>
                      <a:pt x="3462" y="20771"/>
                    </a:cubicBezTo>
                    <a:cubicBezTo>
                      <a:pt x="3462" y="11211"/>
                      <a:pt x="11213" y="3462"/>
                      <a:pt x="20773" y="3462"/>
                    </a:cubicBezTo>
                    <a:close/>
                    <a:moveTo>
                      <a:pt x="20773" y="0"/>
                    </a:moveTo>
                    <a:cubicBezTo>
                      <a:pt x="9301" y="0"/>
                      <a:pt x="0" y="9299"/>
                      <a:pt x="0" y="20771"/>
                    </a:cubicBezTo>
                    <a:cubicBezTo>
                      <a:pt x="0" y="32243"/>
                      <a:pt x="9301" y="41543"/>
                      <a:pt x="20773" y="41543"/>
                    </a:cubicBezTo>
                    <a:cubicBezTo>
                      <a:pt x="32245" y="41543"/>
                      <a:pt x="41543" y="32243"/>
                      <a:pt x="41543" y="20771"/>
                    </a:cubicBezTo>
                    <a:cubicBezTo>
                      <a:pt x="41543" y="9299"/>
                      <a:pt x="32245" y="0"/>
                      <a:pt x="20773" y="0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14" name="Google Shape;4914;p73"/>
              <p:cNvSpPr/>
              <p:nvPr/>
            </p:nvSpPr>
            <p:spPr>
              <a:xfrm>
                <a:off x="1956781" y="1714402"/>
                <a:ext cx="9121" cy="3756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4299" extrusionOk="0">
                    <a:moveTo>
                      <a:pt x="0" y="0"/>
                    </a:moveTo>
                    <a:lnTo>
                      <a:pt x="0" y="24299"/>
                    </a:lnTo>
                    <a:lnTo>
                      <a:pt x="589" y="24299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5" name="Google Shape;4915;p73"/>
            <p:cNvGrpSpPr/>
            <p:nvPr/>
          </p:nvGrpSpPr>
          <p:grpSpPr>
            <a:xfrm>
              <a:off x="1768927" y="1165603"/>
              <a:ext cx="535225" cy="851367"/>
              <a:chOff x="1768927" y="1165603"/>
              <a:chExt cx="535225" cy="851367"/>
            </a:xfrm>
          </p:grpSpPr>
          <p:sp>
            <p:nvSpPr>
              <p:cNvPr id="4916" name="Google Shape;4916;p73"/>
              <p:cNvSpPr/>
              <p:nvPr/>
            </p:nvSpPr>
            <p:spPr>
              <a:xfrm>
                <a:off x="1768927" y="1165603"/>
                <a:ext cx="535225" cy="535225"/>
              </a:xfrm>
              <a:custGeom>
                <a:avLst/>
                <a:gdLst/>
                <a:ahLst/>
                <a:cxnLst/>
                <a:rect l="l" t="t" r="r" b="b"/>
                <a:pathLst>
                  <a:path w="34620" h="34620" extrusionOk="0">
                    <a:moveTo>
                      <a:pt x="17311" y="3462"/>
                    </a:moveTo>
                    <a:cubicBezTo>
                      <a:pt x="24959" y="3462"/>
                      <a:pt x="31157" y="9661"/>
                      <a:pt x="31157" y="17309"/>
                    </a:cubicBezTo>
                    <a:cubicBezTo>
                      <a:pt x="31157" y="24957"/>
                      <a:pt x="24959" y="31157"/>
                      <a:pt x="17311" y="31157"/>
                    </a:cubicBezTo>
                    <a:cubicBezTo>
                      <a:pt x="9663" y="31157"/>
                      <a:pt x="3462" y="24957"/>
                      <a:pt x="3462" y="17309"/>
                    </a:cubicBezTo>
                    <a:cubicBezTo>
                      <a:pt x="3462" y="9661"/>
                      <a:pt x="9663" y="3462"/>
                      <a:pt x="17311" y="3462"/>
                    </a:cubicBezTo>
                    <a:close/>
                    <a:moveTo>
                      <a:pt x="17311" y="0"/>
                    </a:moveTo>
                    <a:cubicBezTo>
                      <a:pt x="7751" y="0"/>
                      <a:pt x="0" y="7749"/>
                      <a:pt x="0" y="17309"/>
                    </a:cubicBezTo>
                    <a:cubicBezTo>
                      <a:pt x="0" y="26869"/>
                      <a:pt x="7751" y="34619"/>
                      <a:pt x="17311" y="34619"/>
                    </a:cubicBezTo>
                    <a:cubicBezTo>
                      <a:pt x="26871" y="34619"/>
                      <a:pt x="34619" y="26869"/>
                      <a:pt x="34619" y="17309"/>
                    </a:cubicBezTo>
                    <a:cubicBezTo>
                      <a:pt x="34619" y="7749"/>
                      <a:pt x="26871" y="0"/>
                      <a:pt x="1731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17" name="Google Shape;4917;p73"/>
              <p:cNvSpPr/>
              <p:nvPr/>
            </p:nvSpPr>
            <p:spPr>
              <a:xfrm>
                <a:off x="2006902" y="1668949"/>
                <a:ext cx="9137" cy="34802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22511" extrusionOk="0">
                    <a:moveTo>
                      <a:pt x="1" y="0"/>
                    </a:moveTo>
                    <a:lnTo>
                      <a:pt x="1" y="22510"/>
                    </a:lnTo>
                    <a:lnTo>
                      <a:pt x="590" y="22510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8" name="Google Shape;4918;p73"/>
            <p:cNvGrpSpPr/>
            <p:nvPr/>
          </p:nvGrpSpPr>
          <p:grpSpPr>
            <a:xfrm>
              <a:off x="1822449" y="1219125"/>
              <a:ext cx="428180" cy="718859"/>
              <a:chOff x="1822449" y="1219125"/>
              <a:chExt cx="428180" cy="718859"/>
            </a:xfrm>
          </p:grpSpPr>
          <p:sp>
            <p:nvSpPr>
              <p:cNvPr id="4919" name="Google Shape;4919;p73"/>
              <p:cNvSpPr/>
              <p:nvPr/>
            </p:nvSpPr>
            <p:spPr>
              <a:xfrm>
                <a:off x="1822449" y="1219125"/>
                <a:ext cx="428180" cy="428180"/>
              </a:xfrm>
              <a:custGeom>
                <a:avLst/>
                <a:gdLst/>
                <a:ahLst/>
                <a:cxnLst/>
                <a:rect l="l" t="t" r="r" b="b"/>
                <a:pathLst>
                  <a:path w="27696" h="27696" extrusionOk="0">
                    <a:moveTo>
                      <a:pt x="13849" y="3462"/>
                    </a:moveTo>
                    <a:cubicBezTo>
                      <a:pt x="19585" y="3462"/>
                      <a:pt x="24233" y="8111"/>
                      <a:pt x="24233" y="13847"/>
                    </a:cubicBezTo>
                    <a:cubicBezTo>
                      <a:pt x="24233" y="19583"/>
                      <a:pt x="19585" y="24233"/>
                      <a:pt x="13849" y="24233"/>
                    </a:cubicBezTo>
                    <a:cubicBezTo>
                      <a:pt x="8113" y="24233"/>
                      <a:pt x="3462" y="19583"/>
                      <a:pt x="3462" y="13847"/>
                    </a:cubicBezTo>
                    <a:cubicBezTo>
                      <a:pt x="3462" y="8111"/>
                      <a:pt x="8113" y="3462"/>
                      <a:pt x="13849" y="3462"/>
                    </a:cubicBezTo>
                    <a:close/>
                    <a:moveTo>
                      <a:pt x="13849" y="0"/>
                    </a:moveTo>
                    <a:cubicBezTo>
                      <a:pt x="6201" y="0"/>
                      <a:pt x="0" y="6199"/>
                      <a:pt x="0" y="13847"/>
                    </a:cubicBezTo>
                    <a:cubicBezTo>
                      <a:pt x="0" y="21495"/>
                      <a:pt x="6201" y="27695"/>
                      <a:pt x="13849" y="27695"/>
                    </a:cubicBezTo>
                    <a:cubicBezTo>
                      <a:pt x="21497" y="27695"/>
                      <a:pt x="27695" y="21495"/>
                      <a:pt x="27695" y="13847"/>
                    </a:cubicBezTo>
                    <a:cubicBezTo>
                      <a:pt x="27695" y="6199"/>
                      <a:pt x="21497" y="0"/>
                      <a:pt x="1384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20" name="Google Shape;4920;p73"/>
              <p:cNvSpPr/>
              <p:nvPr/>
            </p:nvSpPr>
            <p:spPr>
              <a:xfrm>
                <a:off x="2057039" y="1605996"/>
                <a:ext cx="9121" cy="331988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474" extrusionOk="0">
                    <a:moveTo>
                      <a:pt x="0" y="0"/>
                    </a:moveTo>
                    <a:lnTo>
                      <a:pt x="0" y="21474"/>
                    </a:lnTo>
                    <a:lnTo>
                      <a:pt x="590" y="21474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1" name="Google Shape;4921;p73"/>
            <p:cNvGrpSpPr/>
            <p:nvPr/>
          </p:nvGrpSpPr>
          <p:grpSpPr>
            <a:xfrm>
              <a:off x="1875972" y="1272648"/>
              <a:ext cx="321135" cy="586939"/>
              <a:chOff x="1875972" y="1272648"/>
              <a:chExt cx="321135" cy="586939"/>
            </a:xfrm>
          </p:grpSpPr>
          <p:sp>
            <p:nvSpPr>
              <p:cNvPr id="4922" name="Google Shape;4922;p73"/>
              <p:cNvSpPr/>
              <p:nvPr/>
            </p:nvSpPr>
            <p:spPr>
              <a:xfrm>
                <a:off x="1875972" y="1272648"/>
                <a:ext cx="321135" cy="321120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20771" extrusionOk="0">
                    <a:moveTo>
                      <a:pt x="10387" y="3461"/>
                    </a:moveTo>
                    <a:cubicBezTo>
                      <a:pt x="14211" y="3461"/>
                      <a:pt x="17309" y="6561"/>
                      <a:pt x="17309" y="10385"/>
                    </a:cubicBezTo>
                    <a:cubicBezTo>
                      <a:pt x="17309" y="14209"/>
                      <a:pt x="14211" y="17309"/>
                      <a:pt x="10387" y="17309"/>
                    </a:cubicBezTo>
                    <a:cubicBezTo>
                      <a:pt x="6563" y="17309"/>
                      <a:pt x="3462" y="14209"/>
                      <a:pt x="3462" y="10385"/>
                    </a:cubicBezTo>
                    <a:cubicBezTo>
                      <a:pt x="3462" y="6561"/>
                      <a:pt x="6563" y="3461"/>
                      <a:pt x="10387" y="3461"/>
                    </a:cubicBezTo>
                    <a:close/>
                    <a:moveTo>
                      <a:pt x="10387" y="0"/>
                    </a:moveTo>
                    <a:cubicBezTo>
                      <a:pt x="4651" y="0"/>
                      <a:pt x="0" y="4649"/>
                      <a:pt x="0" y="10385"/>
                    </a:cubicBezTo>
                    <a:cubicBezTo>
                      <a:pt x="0" y="16121"/>
                      <a:pt x="4651" y="20771"/>
                      <a:pt x="10387" y="20771"/>
                    </a:cubicBezTo>
                    <a:cubicBezTo>
                      <a:pt x="16123" y="20771"/>
                      <a:pt x="20771" y="16121"/>
                      <a:pt x="20771" y="10385"/>
                    </a:cubicBezTo>
                    <a:cubicBezTo>
                      <a:pt x="20771" y="4649"/>
                      <a:pt x="16123" y="0"/>
                      <a:pt x="1038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73"/>
              <p:cNvSpPr/>
              <p:nvPr/>
            </p:nvSpPr>
            <p:spPr>
              <a:xfrm>
                <a:off x="2107176" y="1533705"/>
                <a:ext cx="9121" cy="3258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079" extrusionOk="0">
                    <a:moveTo>
                      <a:pt x="0" y="0"/>
                    </a:moveTo>
                    <a:lnTo>
                      <a:pt x="0" y="21078"/>
                    </a:lnTo>
                    <a:lnTo>
                      <a:pt x="589" y="21078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24" name="Google Shape;4924;p73"/>
          <p:cNvGrpSpPr/>
          <p:nvPr/>
        </p:nvGrpSpPr>
        <p:grpSpPr>
          <a:xfrm>
            <a:off x="10348765" y="4704038"/>
            <a:ext cx="391807" cy="858893"/>
            <a:chOff x="241025" y="3151575"/>
            <a:chExt cx="293855" cy="644170"/>
          </a:xfrm>
        </p:grpSpPr>
        <p:sp>
          <p:nvSpPr>
            <p:cNvPr id="4925" name="Google Shape;4925;p73"/>
            <p:cNvSpPr/>
            <p:nvPr/>
          </p:nvSpPr>
          <p:spPr>
            <a:xfrm>
              <a:off x="241025" y="3151575"/>
              <a:ext cx="293303" cy="644170"/>
            </a:xfrm>
            <a:custGeom>
              <a:avLst/>
              <a:gdLst/>
              <a:ahLst/>
              <a:cxnLst/>
              <a:rect l="l" t="t" r="r" b="b"/>
              <a:pathLst>
                <a:path w="19117" h="41986" extrusionOk="0">
                  <a:moveTo>
                    <a:pt x="1155" y="1"/>
                  </a:moveTo>
                  <a:cubicBezTo>
                    <a:pt x="516" y="1"/>
                    <a:pt x="1" y="516"/>
                    <a:pt x="1" y="1152"/>
                  </a:cubicBezTo>
                  <a:lnTo>
                    <a:pt x="1" y="35706"/>
                  </a:lnTo>
                  <a:cubicBezTo>
                    <a:pt x="1" y="36344"/>
                    <a:pt x="9559" y="41985"/>
                    <a:pt x="9559" y="41985"/>
                  </a:cubicBezTo>
                  <a:cubicBezTo>
                    <a:pt x="9559" y="41985"/>
                    <a:pt x="19117" y="36344"/>
                    <a:pt x="19117" y="35706"/>
                  </a:cubicBezTo>
                  <a:lnTo>
                    <a:pt x="19117" y="1152"/>
                  </a:lnTo>
                  <a:cubicBezTo>
                    <a:pt x="19117" y="516"/>
                    <a:pt x="18601" y="1"/>
                    <a:pt x="1796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73"/>
            <p:cNvSpPr/>
            <p:nvPr/>
          </p:nvSpPr>
          <p:spPr>
            <a:xfrm>
              <a:off x="241347" y="3252796"/>
              <a:ext cx="293533" cy="164134"/>
            </a:xfrm>
            <a:custGeom>
              <a:avLst/>
              <a:gdLst/>
              <a:ahLst/>
              <a:cxnLst/>
              <a:rect l="l" t="t" r="r" b="b"/>
              <a:pathLst>
                <a:path w="19132" h="10698" extrusionOk="0">
                  <a:moveTo>
                    <a:pt x="1" y="1"/>
                  </a:moveTo>
                  <a:lnTo>
                    <a:pt x="1" y="10698"/>
                  </a:lnTo>
                  <a:lnTo>
                    <a:pt x="19132" y="10698"/>
                  </a:lnTo>
                  <a:lnTo>
                    <a:pt x="19132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27" name="Google Shape;4927;p73"/>
          <p:cNvGrpSpPr/>
          <p:nvPr/>
        </p:nvGrpSpPr>
        <p:grpSpPr>
          <a:xfrm>
            <a:off x="946077" y="3637371"/>
            <a:ext cx="2372865" cy="788827"/>
            <a:chOff x="246070" y="1983375"/>
            <a:chExt cx="1855347" cy="616849"/>
          </a:xfrm>
        </p:grpSpPr>
        <p:sp>
          <p:nvSpPr>
            <p:cNvPr id="4928" name="Google Shape;4928;p73"/>
            <p:cNvSpPr/>
            <p:nvPr/>
          </p:nvSpPr>
          <p:spPr>
            <a:xfrm>
              <a:off x="1072131" y="1983872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73"/>
            <p:cNvSpPr/>
            <p:nvPr/>
          </p:nvSpPr>
          <p:spPr>
            <a:xfrm>
              <a:off x="1430530" y="2193486"/>
              <a:ext cx="46960" cy="46948"/>
            </a:xfrm>
            <a:custGeom>
              <a:avLst/>
              <a:gdLst/>
              <a:ahLst/>
              <a:cxnLst/>
              <a:rect l="l" t="t" r="r" b="b"/>
              <a:pathLst>
                <a:path w="3915" h="3914" extrusionOk="0">
                  <a:moveTo>
                    <a:pt x="3914" y="1"/>
                  </a:moveTo>
                  <a:lnTo>
                    <a:pt x="3914" y="1"/>
                  </a:lnTo>
                  <a:cubicBezTo>
                    <a:pt x="3909" y="6"/>
                    <a:pt x="3902" y="8"/>
                    <a:pt x="3897" y="13"/>
                  </a:cubicBezTo>
                  <a:lnTo>
                    <a:pt x="1" y="3909"/>
                  </a:lnTo>
                  <a:lnTo>
                    <a:pt x="1" y="3914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73"/>
            <p:cNvSpPr/>
            <p:nvPr/>
          </p:nvSpPr>
          <p:spPr>
            <a:xfrm>
              <a:off x="1277847" y="2191554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73"/>
            <p:cNvSpPr/>
            <p:nvPr/>
          </p:nvSpPr>
          <p:spPr>
            <a:xfrm>
              <a:off x="1690156" y="2190379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73"/>
            <p:cNvSpPr/>
            <p:nvPr/>
          </p:nvSpPr>
          <p:spPr>
            <a:xfrm>
              <a:off x="1484068" y="1984268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73"/>
            <p:cNvSpPr/>
            <p:nvPr/>
          </p:nvSpPr>
          <p:spPr>
            <a:xfrm flipH="1">
              <a:off x="865779" y="2190662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73"/>
            <p:cNvSpPr/>
            <p:nvPr/>
          </p:nvSpPr>
          <p:spPr>
            <a:xfrm>
              <a:off x="246070" y="1983826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5" name="Google Shape;4935;p73"/>
            <p:cNvSpPr/>
            <p:nvPr/>
          </p:nvSpPr>
          <p:spPr>
            <a:xfrm flipH="1">
              <a:off x="659595" y="1983375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6" name="Google Shape;4936;p73"/>
            <p:cNvSpPr/>
            <p:nvPr/>
          </p:nvSpPr>
          <p:spPr>
            <a:xfrm flipH="1">
              <a:off x="451107" y="2189486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37" name="Google Shape;4937;p73"/>
          <p:cNvGrpSpPr/>
          <p:nvPr/>
        </p:nvGrpSpPr>
        <p:grpSpPr>
          <a:xfrm>
            <a:off x="3093900" y="1295076"/>
            <a:ext cx="948073" cy="994657"/>
            <a:chOff x="2496269" y="1171698"/>
            <a:chExt cx="761953" cy="799392"/>
          </a:xfrm>
        </p:grpSpPr>
        <p:grpSp>
          <p:nvGrpSpPr>
            <p:cNvPr id="4938" name="Google Shape;4938;p73"/>
            <p:cNvGrpSpPr/>
            <p:nvPr/>
          </p:nvGrpSpPr>
          <p:grpSpPr>
            <a:xfrm>
              <a:off x="2496269" y="1171698"/>
              <a:ext cx="761953" cy="723022"/>
              <a:chOff x="2496269" y="1171698"/>
              <a:chExt cx="761953" cy="723022"/>
            </a:xfrm>
          </p:grpSpPr>
          <p:sp>
            <p:nvSpPr>
              <p:cNvPr id="4939" name="Google Shape;4939;p73"/>
              <p:cNvSpPr/>
              <p:nvPr/>
            </p:nvSpPr>
            <p:spPr>
              <a:xfrm>
                <a:off x="2727495" y="1360642"/>
                <a:ext cx="175877" cy="207414"/>
              </a:xfrm>
              <a:custGeom>
                <a:avLst/>
                <a:gdLst/>
                <a:ahLst/>
                <a:cxnLst/>
                <a:rect l="l" t="t" r="r" b="b"/>
                <a:pathLst>
                  <a:path w="27928" h="32936" extrusionOk="0">
                    <a:moveTo>
                      <a:pt x="23" y="1"/>
                    </a:moveTo>
                    <a:cubicBezTo>
                      <a:pt x="8" y="305"/>
                      <a:pt x="0" y="607"/>
                      <a:pt x="0" y="910"/>
                    </a:cubicBezTo>
                    <a:cubicBezTo>
                      <a:pt x="0" y="18582"/>
                      <a:pt x="10658" y="32913"/>
                      <a:pt x="23811" y="32936"/>
                    </a:cubicBezTo>
                    <a:cubicBezTo>
                      <a:pt x="23827" y="32889"/>
                      <a:pt x="23841" y="32840"/>
                      <a:pt x="23857" y="32793"/>
                    </a:cubicBezTo>
                    <a:cubicBezTo>
                      <a:pt x="27927" y="20274"/>
                      <a:pt x="17588" y="5690"/>
                      <a:pt x="767" y="228"/>
                    </a:cubicBezTo>
                    <a:cubicBezTo>
                      <a:pt x="522" y="146"/>
                      <a:pt x="273" y="70"/>
                      <a:pt x="2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40" name="Google Shape;4940;p73"/>
              <p:cNvSpPr/>
              <p:nvPr/>
            </p:nvSpPr>
            <p:spPr>
              <a:xfrm>
                <a:off x="2730750" y="1408371"/>
                <a:ext cx="108720" cy="144761"/>
              </a:xfrm>
              <a:custGeom>
                <a:avLst/>
                <a:gdLst/>
                <a:ahLst/>
                <a:cxnLst/>
                <a:rect l="l" t="t" r="r" b="b"/>
                <a:pathLst>
                  <a:path w="17264" h="229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51" y="10456"/>
                      <a:pt x="7099" y="19031"/>
                      <a:pt x="14312" y="22986"/>
                    </a:cubicBezTo>
                    <a:cubicBezTo>
                      <a:pt x="14397" y="22780"/>
                      <a:pt x="14469" y="22572"/>
                      <a:pt x="14539" y="22357"/>
                    </a:cubicBezTo>
                    <a:cubicBezTo>
                      <a:pt x="17263" y="13961"/>
                      <a:pt x="10821" y="4262"/>
                      <a:pt x="0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941" name="Google Shape;4941;p73"/>
              <p:cNvGrpSpPr/>
              <p:nvPr/>
            </p:nvGrpSpPr>
            <p:grpSpPr>
              <a:xfrm>
                <a:off x="2496269" y="1171698"/>
                <a:ext cx="761953" cy="723022"/>
                <a:chOff x="2496269" y="1120652"/>
                <a:chExt cx="761953" cy="723022"/>
              </a:xfrm>
            </p:grpSpPr>
            <p:grpSp>
              <p:nvGrpSpPr>
                <p:cNvPr id="4942" name="Google Shape;4942;p73"/>
                <p:cNvGrpSpPr/>
                <p:nvPr/>
              </p:nvGrpSpPr>
              <p:grpSpPr>
                <a:xfrm>
                  <a:off x="2496269" y="1120652"/>
                  <a:ext cx="761953" cy="723022"/>
                  <a:chOff x="2496269" y="1120652"/>
                  <a:chExt cx="761953" cy="723022"/>
                </a:xfrm>
              </p:grpSpPr>
              <p:grpSp>
                <p:nvGrpSpPr>
                  <p:cNvPr id="4943" name="Google Shape;4943;p73"/>
                  <p:cNvGrpSpPr/>
                  <p:nvPr/>
                </p:nvGrpSpPr>
                <p:grpSpPr>
                  <a:xfrm>
                    <a:off x="2496269" y="1304589"/>
                    <a:ext cx="407089" cy="305057"/>
                    <a:chOff x="2496269" y="1304589"/>
                    <a:chExt cx="407089" cy="305057"/>
                  </a:xfrm>
                </p:grpSpPr>
                <p:sp>
                  <p:nvSpPr>
                    <p:cNvPr id="4944" name="Google Shape;4944;p73"/>
                    <p:cNvSpPr/>
                    <p:nvPr/>
                  </p:nvSpPr>
                  <p:spPr>
                    <a:xfrm>
                      <a:off x="2496269" y="1304589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0753" y="1"/>
                          </a:moveTo>
                          <a:cubicBezTo>
                            <a:pt x="19553" y="1"/>
                            <a:pt x="7984" y="7486"/>
                            <a:pt x="2667" y="11431"/>
                          </a:cubicBezTo>
                          <a:cubicBezTo>
                            <a:pt x="790" y="12823"/>
                            <a:pt x="1" y="15251"/>
                            <a:pt x="700" y="17481"/>
                          </a:cubicBezTo>
                          <a:cubicBezTo>
                            <a:pt x="3088" y="25083"/>
                            <a:pt x="9784" y="42156"/>
                            <a:pt x="22752" y="46368"/>
                          </a:cubicBezTo>
                          <a:cubicBezTo>
                            <a:pt x="27079" y="47774"/>
                            <a:pt x="31415" y="48440"/>
                            <a:pt x="35536" y="48440"/>
                          </a:cubicBezTo>
                          <a:cubicBezTo>
                            <a:pt x="47434" y="48440"/>
                            <a:pt x="57553" y="42892"/>
                            <a:pt x="60574" y="33591"/>
                          </a:cubicBezTo>
                          <a:cubicBezTo>
                            <a:pt x="64643" y="21069"/>
                            <a:pt x="54305" y="6487"/>
                            <a:pt x="37486" y="1023"/>
                          </a:cubicBezTo>
                          <a:cubicBezTo>
                            <a:pt x="35294" y="311"/>
                            <a:pt x="33031" y="1"/>
                            <a:pt x="30753" y="1"/>
                          </a:cubicBez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45" name="Google Shape;4945;p73"/>
                    <p:cNvSpPr/>
                    <p:nvPr/>
                  </p:nvSpPr>
                  <p:spPr>
                    <a:xfrm>
                      <a:off x="2553035" y="1348798"/>
                      <a:ext cx="287349" cy="2153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1" extrusionOk="0">
                          <a:moveTo>
                            <a:pt x="21708" y="1"/>
                          </a:moveTo>
                          <a:cubicBezTo>
                            <a:pt x="13802" y="1"/>
                            <a:pt x="5636" y="5284"/>
                            <a:pt x="1883" y="8068"/>
                          </a:cubicBezTo>
                          <a:cubicBezTo>
                            <a:pt x="558" y="9051"/>
                            <a:pt x="1" y="10765"/>
                            <a:pt x="495" y="12338"/>
                          </a:cubicBezTo>
                          <a:cubicBezTo>
                            <a:pt x="2180" y="17705"/>
                            <a:pt x="6907" y="29755"/>
                            <a:pt x="16060" y="32728"/>
                          </a:cubicBezTo>
                          <a:cubicBezTo>
                            <a:pt x="19114" y="33721"/>
                            <a:pt x="22174" y="34191"/>
                            <a:pt x="25083" y="34191"/>
                          </a:cubicBezTo>
                          <a:cubicBezTo>
                            <a:pt x="33482" y="34191"/>
                            <a:pt x="40624" y="30275"/>
                            <a:pt x="42758" y="23710"/>
                          </a:cubicBezTo>
                          <a:cubicBezTo>
                            <a:pt x="45629" y="14872"/>
                            <a:pt x="38332" y="4579"/>
                            <a:pt x="26460" y="722"/>
                          </a:cubicBezTo>
                          <a:cubicBezTo>
                            <a:pt x="24913" y="219"/>
                            <a:pt x="23316" y="1"/>
                            <a:pt x="21708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46" name="Google Shape;4946;p73"/>
                  <p:cNvGrpSpPr/>
                  <p:nvPr/>
                </p:nvGrpSpPr>
                <p:grpSpPr>
                  <a:xfrm>
                    <a:off x="2586468" y="1493376"/>
                    <a:ext cx="358850" cy="349656"/>
                    <a:chOff x="2586468" y="1493376"/>
                    <a:chExt cx="358850" cy="349656"/>
                  </a:xfrm>
                </p:grpSpPr>
                <p:sp>
                  <p:nvSpPr>
                    <p:cNvPr id="4947" name="Google Shape;4947;p73"/>
                    <p:cNvSpPr/>
                    <p:nvPr/>
                  </p:nvSpPr>
                  <p:spPr>
                    <a:xfrm>
                      <a:off x="2586468" y="1493376"/>
                      <a:ext cx="358850" cy="349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3" h="55523" extrusionOk="0">
                          <a:moveTo>
                            <a:pt x="34707" y="1"/>
                          </a:moveTo>
                          <a:cubicBezTo>
                            <a:pt x="25495" y="1"/>
                            <a:pt x="15173" y="5595"/>
                            <a:pt x="8014" y="15449"/>
                          </a:cubicBezTo>
                          <a:cubicBezTo>
                            <a:pt x="0" y="26478"/>
                            <a:pt x="4618" y="44227"/>
                            <a:pt x="7155" y="51780"/>
                          </a:cubicBezTo>
                          <a:cubicBezTo>
                            <a:pt x="7899" y="53993"/>
                            <a:pt x="9963" y="55495"/>
                            <a:pt x="12300" y="55519"/>
                          </a:cubicBezTo>
                          <a:cubicBezTo>
                            <a:pt x="12540" y="55521"/>
                            <a:pt x="12789" y="55522"/>
                            <a:pt x="13047" y="55522"/>
                          </a:cubicBezTo>
                          <a:cubicBezTo>
                            <a:pt x="21360" y="55522"/>
                            <a:pt x="38815" y="54172"/>
                            <a:pt x="46588" y="43473"/>
                          </a:cubicBezTo>
                          <a:cubicBezTo>
                            <a:pt x="56983" y="29165"/>
                            <a:pt x="56776" y="11292"/>
                            <a:pt x="46123" y="3553"/>
                          </a:cubicBezTo>
                          <a:cubicBezTo>
                            <a:pt x="42808" y="1144"/>
                            <a:pt x="38871" y="1"/>
                            <a:pt x="34707" y="1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48" name="Google Shape;4948;p73"/>
                    <p:cNvSpPr/>
                    <p:nvPr/>
                  </p:nvSpPr>
                  <p:spPr>
                    <a:xfrm>
                      <a:off x="2637642" y="1547125"/>
                      <a:ext cx="253304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3" h="39191" extrusionOk="0">
                          <a:moveTo>
                            <a:pt x="24498" y="0"/>
                          </a:moveTo>
                          <a:cubicBezTo>
                            <a:pt x="17996" y="0"/>
                            <a:pt x="10711" y="3949"/>
                            <a:pt x="5658" y="10904"/>
                          </a:cubicBezTo>
                          <a:cubicBezTo>
                            <a:pt x="0" y="18689"/>
                            <a:pt x="3260" y="31216"/>
                            <a:pt x="5050" y="36549"/>
                          </a:cubicBezTo>
                          <a:cubicBezTo>
                            <a:pt x="5576" y="38112"/>
                            <a:pt x="7034" y="39172"/>
                            <a:pt x="8683" y="39188"/>
                          </a:cubicBezTo>
                          <a:cubicBezTo>
                            <a:pt x="8850" y="39189"/>
                            <a:pt x="9023" y="39190"/>
                            <a:pt x="9202" y="39190"/>
                          </a:cubicBezTo>
                          <a:cubicBezTo>
                            <a:pt x="15067" y="39190"/>
                            <a:pt x="27395" y="38240"/>
                            <a:pt x="32884" y="30686"/>
                          </a:cubicBezTo>
                          <a:cubicBezTo>
                            <a:pt x="40222" y="20587"/>
                            <a:pt x="40075" y="7970"/>
                            <a:pt x="32557" y="2508"/>
                          </a:cubicBezTo>
                          <a:cubicBezTo>
                            <a:pt x="30217" y="807"/>
                            <a:pt x="27437" y="0"/>
                            <a:pt x="2449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49" name="Google Shape;4949;p73"/>
                  <p:cNvGrpSpPr/>
                  <p:nvPr/>
                </p:nvGrpSpPr>
                <p:grpSpPr>
                  <a:xfrm>
                    <a:off x="2807939" y="1494024"/>
                    <a:ext cx="358857" cy="349650"/>
                    <a:chOff x="2807939" y="1494024"/>
                    <a:chExt cx="358857" cy="349650"/>
                  </a:xfrm>
                </p:grpSpPr>
                <p:sp>
                  <p:nvSpPr>
                    <p:cNvPr id="4950" name="Google Shape;4950;p73"/>
                    <p:cNvSpPr/>
                    <p:nvPr/>
                  </p:nvSpPr>
                  <p:spPr>
                    <a:xfrm>
                      <a:off x="2807939" y="1494024"/>
                      <a:ext cx="358857" cy="349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4" h="55522" extrusionOk="0">
                          <a:moveTo>
                            <a:pt x="22278" y="1"/>
                          </a:moveTo>
                          <a:cubicBezTo>
                            <a:pt x="18114" y="1"/>
                            <a:pt x="14176" y="1144"/>
                            <a:pt x="10859" y="3554"/>
                          </a:cubicBezTo>
                          <a:cubicBezTo>
                            <a:pt x="208" y="11292"/>
                            <a:pt x="0" y="29166"/>
                            <a:pt x="10397" y="43474"/>
                          </a:cubicBezTo>
                          <a:cubicBezTo>
                            <a:pt x="18169" y="54172"/>
                            <a:pt x="35625" y="55522"/>
                            <a:pt x="43938" y="55522"/>
                          </a:cubicBezTo>
                          <a:cubicBezTo>
                            <a:pt x="44195" y="55522"/>
                            <a:pt x="44444" y="55521"/>
                            <a:pt x="44684" y="55518"/>
                          </a:cubicBezTo>
                          <a:cubicBezTo>
                            <a:pt x="47019" y="55494"/>
                            <a:pt x="49085" y="53995"/>
                            <a:pt x="49830" y="51779"/>
                          </a:cubicBezTo>
                          <a:cubicBezTo>
                            <a:pt x="52366" y="44227"/>
                            <a:pt x="56984" y="26479"/>
                            <a:pt x="48970" y="15448"/>
                          </a:cubicBezTo>
                          <a:cubicBezTo>
                            <a:pt x="41810" y="5595"/>
                            <a:pt x="31490" y="1"/>
                            <a:pt x="22278" y="1"/>
                          </a:cubicBez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1" name="Google Shape;4951;p73"/>
                    <p:cNvSpPr/>
                    <p:nvPr/>
                  </p:nvSpPr>
                  <p:spPr>
                    <a:xfrm>
                      <a:off x="2862324" y="1547767"/>
                      <a:ext cx="253292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1" h="39191" extrusionOk="0">
                          <a:moveTo>
                            <a:pt x="15724" y="1"/>
                          </a:moveTo>
                          <a:cubicBezTo>
                            <a:pt x="12785" y="1"/>
                            <a:pt x="10006" y="808"/>
                            <a:pt x="7665" y="2508"/>
                          </a:cubicBezTo>
                          <a:cubicBezTo>
                            <a:pt x="146" y="7971"/>
                            <a:pt x="0" y="20586"/>
                            <a:pt x="7339" y="30686"/>
                          </a:cubicBezTo>
                          <a:cubicBezTo>
                            <a:pt x="12827" y="38240"/>
                            <a:pt x="25156" y="39191"/>
                            <a:pt x="31020" y="39191"/>
                          </a:cubicBezTo>
                          <a:cubicBezTo>
                            <a:pt x="31200" y="39191"/>
                            <a:pt x="31373" y="39190"/>
                            <a:pt x="31540" y="39188"/>
                          </a:cubicBezTo>
                          <a:cubicBezTo>
                            <a:pt x="33188" y="39171"/>
                            <a:pt x="34646" y="38111"/>
                            <a:pt x="35173" y="36549"/>
                          </a:cubicBezTo>
                          <a:cubicBezTo>
                            <a:pt x="36962" y="31218"/>
                            <a:pt x="40221" y="18689"/>
                            <a:pt x="34564" y="10904"/>
                          </a:cubicBezTo>
                          <a:cubicBezTo>
                            <a:pt x="29511" y="3949"/>
                            <a:pt x="22226" y="1"/>
                            <a:pt x="15724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52" name="Google Shape;4952;p73"/>
                  <p:cNvGrpSpPr/>
                  <p:nvPr/>
                </p:nvGrpSpPr>
                <p:grpSpPr>
                  <a:xfrm>
                    <a:off x="2851133" y="1305635"/>
                    <a:ext cx="407089" cy="305057"/>
                    <a:chOff x="2851133" y="1305635"/>
                    <a:chExt cx="407089" cy="305057"/>
                  </a:xfrm>
                </p:grpSpPr>
                <p:sp>
                  <p:nvSpPr>
                    <p:cNvPr id="4953" name="Google Shape;4953;p73"/>
                    <p:cNvSpPr/>
                    <p:nvPr/>
                  </p:nvSpPr>
                  <p:spPr>
                    <a:xfrm>
                      <a:off x="2851133" y="1305635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3890" y="0"/>
                          </a:moveTo>
                          <a:cubicBezTo>
                            <a:pt x="31613" y="0"/>
                            <a:pt x="29351" y="310"/>
                            <a:pt x="27159" y="1022"/>
                          </a:cubicBezTo>
                          <a:cubicBezTo>
                            <a:pt x="10340" y="6488"/>
                            <a:pt x="1" y="21070"/>
                            <a:pt x="4069" y="33592"/>
                          </a:cubicBezTo>
                          <a:cubicBezTo>
                            <a:pt x="7091" y="42892"/>
                            <a:pt x="17210" y="48440"/>
                            <a:pt x="29109" y="48440"/>
                          </a:cubicBezTo>
                          <a:cubicBezTo>
                            <a:pt x="33230" y="48440"/>
                            <a:pt x="37566" y="47775"/>
                            <a:pt x="41894" y="46368"/>
                          </a:cubicBezTo>
                          <a:cubicBezTo>
                            <a:pt x="54859" y="42156"/>
                            <a:pt x="61556" y="25084"/>
                            <a:pt x="63944" y="17481"/>
                          </a:cubicBezTo>
                          <a:cubicBezTo>
                            <a:pt x="64643" y="15252"/>
                            <a:pt x="63854" y="12824"/>
                            <a:pt x="61978" y="11431"/>
                          </a:cubicBezTo>
                          <a:cubicBezTo>
                            <a:pt x="56659" y="7487"/>
                            <a:pt x="45090" y="0"/>
                            <a:pt x="33890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4" name="Google Shape;4954;p73"/>
                    <p:cNvSpPr/>
                    <p:nvPr/>
                  </p:nvSpPr>
                  <p:spPr>
                    <a:xfrm>
                      <a:off x="2914108" y="1349849"/>
                      <a:ext cx="287349" cy="215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2" extrusionOk="0">
                          <a:moveTo>
                            <a:pt x="23922" y="0"/>
                          </a:moveTo>
                          <a:cubicBezTo>
                            <a:pt x="22315" y="0"/>
                            <a:pt x="20718" y="219"/>
                            <a:pt x="19171" y="721"/>
                          </a:cubicBezTo>
                          <a:cubicBezTo>
                            <a:pt x="7297" y="4578"/>
                            <a:pt x="1" y="14871"/>
                            <a:pt x="2873" y="23711"/>
                          </a:cubicBezTo>
                          <a:cubicBezTo>
                            <a:pt x="5006" y="30275"/>
                            <a:pt x="12149" y="34191"/>
                            <a:pt x="20548" y="34191"/>
                          </a:cubicBezTo>
                          <a:cubicBezTo>
                            <a:pt x="23457" y="34191"/>
                            <a:pt x="26517" y="33722"/>
                            <a:pt x="29571" y="32729"/>
                          </a:cubicBezTo>
                          <a:cubicBezTo>
                            <a:pt x="38723" y="29754"/>
                            <a:pt x="43449" y="17704"/>
                            <a:pt x="45134" y="12339"/>
                          </a:cubicBezTo>
                          <a:cubicBezTo>
                            <a:pt x="45629" y="10764"/>
                            <a:pt x="45072" y="9052"/>
                            <a:pt x="43747" y="8069"/>
                          </a:cubicBezTo>
                          <a:cubicBezTo>
                            <a:pt x="39994" y="5284"/>
                            <a:pt x="31827" y="0"/>
                            <a:pt x="23922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55" name="Google Shape;4955;p73"/>
                  <p:cNvGrpSpPr/>
                  <p:nvPr/>
                </p:nvGrpSpPr>
                <p:grpSpPr>
                  <a:xfrm>
                    <a:off x="2727495" y="1120652"/>
                    <a:ext cx="300271" cy="396358"/>
                    <a:chOff x="2727495" y="1120652"/>
                    <a:chExt cx="300271" cy="396358"/>
                  </a:xfrm>
                </p:grpSpPr>
                <p:sp>
                  <p:nvSpPr>
                    <p:cNvPr id="4956" name="Google Shape;4956;p73"/>
                    <p:cNvSpPr/>
                    <p:nvPr/>
                  </p:nvSpPr>
                  <p:spPr>
                    <a:xfrm>
                      <a:off x="2727495" y="1120652"/>
                      <a:ext cx="300271" cy="396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681" h="62939" extrusionOk="0">
                          <a:moveTo>
                            <a:pt x="23841" y="1"/>
                          </a:moveTo>
                          <a:cubicBezTo>
                            <a:pt x="22726" y="1"/>
                            <a:pt x="21612" y="340"/>
                            <a:pt x="20660" y="1017"/>
                          </a:cubicBezTo>
                          <a:cubicBezTo>
                            <a:pt x="14168" y="5636"/>
                            <a:pt x="0" y="17280"/>
                            <a:pt x="0" y="30914"/>
                          </a:cubicBezTo>
                          <a:cubicBezTo>
                            <a:pt x="0" y="48601"/>
                            <a:pt x="10674" y="62939"/>
                            <a:pt x="23841" y="62939"/>
                          </a:cubicBezTo>
                          <a:cubicBezTo>
                            <a:pt x="37007" y="62939"/>
                            <a:pt x="47681" y="48600"/>
                            <a:pt x="47681" y="30914"/>
                          </a:cubicBezTo>
                          <a:cubicBezTo>
                            <a:pt x="47681" y="17280"/>
                            <a:pt x="33513" y="5636"/>
                            <a:pt x="27022" y="1017"/>
                          </a:cubicBezTo>
                          <a:cubicBezTo>
                            <a:pt x="26069" y="340"/>
                            <a:pt x="24955" y="1"/>
                            <a:pt x="23841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7" name="Google Shape;4957;p73"/>
                    <p:cNvSpPr/>
                    <p:nvPr/>
                  </p:nvSpPr>
                  <p:spPr>
                    <a:xfrm>
                      <a:off x="2771659" y="1178948"/>
                      <a:ext cx="211942" cy="2797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655" h="44425" extrusionOk="0">
                          <a:moveTo>
                            <a:pt x="16828" y="0"/>
                          </a:moveTo>
                          <a:cubicBezTo>
                            <a:pt x="16042" y="0"/>
                            <a:pt x="15255" y="240"/>
                            <a:pt x="14583" y="718"/>
                          </a:cubicBezTo>
                          <a:cubicBezTo>
                            <a:pt x="10001" y="3978"/>
                            <a:pt x="1" y="12199"/>
                            <a:pt x="1" y="21821"/>
                          </a:cubicBezTo>
                          <a:cubicBezTo>
                            <a:pt x="1" y="34304"/>
                            <a:pt x="7534" y="44424"/>
                            <a:pt x="16828" y="44424"/>
                          </a:cubicBezTo>
                          <a:cubicBezTo>
                            <a:pt x="26121" y="44424"/>
                            <a:pt x="33654" y="34304"/>
                            <a:pt x="33654" y="21821"/>
                          </a:cubicBezTo>
                          <a:cubicBezTo>
                            <a:pt x="33654" y="12197"/>
                            <a:pt x="23654" y="3978"/>
                            <a:pt x="19072" y="718"/>
                          </a:cubicBezTo>
                          <a:cubicBezTo>
                            <a:pt x="18401" y="240"/>
                            <a:pt x="17615" y="0"/>
                            <a:pt x="1682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958" name="Google Shape;4958;p73"/>
                <p:cNvGrpSpPr/>
                <p:nvPr/>
              </p:nvGrpSpPr>
              <p:grpSpPr>
                <a:xfrm>
                  <a:off x="2722305" y="1350460"/>
                  <a:ext cx="308357" cy="308344"/>
                  <a:chOff x="2722305" y="1350460"/>
                  <a:chExt cx="308357" cy="308344"/>
                </a:xfrm>
              </p:grpSpPr>
              <p:sp>
                <p:nvSpPr>
                  <p:cNvPr id="4959" name="Google Shape;4959;p73"/>
                  <p:cNvSpPr/>
                  <p:nvPr/>
                </p:nvSpPr>
                <p:spPr>
                  <a:xfrm>
                    <a:off x="2722305" y="1350460"/>
                    <a:ext cx="308357" cy="308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65" h="48963" extrusionOk="0">
                        <a:moveTo>
                          <a:pt x="24483" y="0"/>
                        </a:moveTo>
                        <a:cubicBezTo>
                          <a:pt x="17990" y="0"/>
                          <a:pt x="11762" y="2578"/>
                          <a:pt x="7172" y="7170"/>
                        </a:cubicBezTo>
                        <a:cubicBezTo>
                          <a:pt x="2580" y="11762"/>
                          <a:pt x="0" y="17988"/>
                          <a:pt x="0" y="24481"/>
                        </a:cubicBezTo>
                        <a:cubicBezTo>
                          <a:pt x="0" y="30974"/>
                          <a:pt x="2580" y="37202"/>
                          <a:pt x="7172" y="41792"/>
                        </a:cubicBezTo>
                        <a:cubicBezTo>
                          <a:pt x="11762" y="46384"/>
                          <a:pt x="17990" y="48962"/>
                          <a:pt x="24483" y="48962"/>
                        </a:cubicBezTo>
                        <a:cubicBezTo>
                          <a:pt x="30976" y="48962"/>
                          <a:pt x="37202" y="46384"/>
                          <a:pt x="41794" y="41792"/>
                        </a:cubicBezTo>
                        <a:cubicBezTo>
                          <a:pt x="46386" y="37202"/>
                          <a:pt x="48964" y="30974"/>
                          <a:pt x="48964" y="24481"/>
                        </a:cubicBezTo>
                        <a:cubicBezTo>
                          <a:pt x="48964" y="17988"/>
                          <a:pt x="46386" y="11762"/>
                          <a:pt x="41794" y="7170"/>
                        </a:cubicBezTo>
                        <a:cubicBezTo>
                          <a:pt x="37202" y="2578"/>
                          <a:pt x="30976" y="0"/>
                          <a:pt x="2448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960" name="Google Shape;4960;p73"/>
                  <p:cNvGrpSpPr/>
                  <p:nvPr/>
                </p:nvGrpSpPr>
                <p:grpSpPr>
                  <a:xfrm>
                    <a:off x="2725064" y="1364529"/>
                    <a:ext cx="297954" cy="280182"/>
                    <a:chOff x="2725064" y="1364529"/>
                    <a:chExt cx="297954" cy="280182"/>
                  </a:xfrm>
                </p:grpSpPr>
                <p:sp>
                  <p:nvSpPr>
                    <p:cNvPr id="4961" name="Google Shape;4961;p73"/>
                    <p:cNvSpPr/>
                    <p:nvPr/>
                  </p:nvSpPr>
                  <p:spPr>
                    <a:xfrm>
                      <a:off x="2743100" y="1541306"/>
                      <a:ext cx="133551" cy="1034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07" h="16420" extrusionOk="0">
                          <a:moveTo>
                            <a:pt x="3036" y="0"/>
                          </a:moveTo>
                          <a:lnTo>
                            <a:pt x="0" y="986"/>
                          </a:lnTo>
                          <a:cubicBezTo>
                            <a:pt x="722" y="3230"/>
                            <a:pt x="1796" y="5346"/>
                            <a:pt x="3182" y="7254"/>
                          </a:cubicBezTo>
                          <a:cubicBezTo>
                            <a:pt x="7535" y="13245"/>
                            <a:pt x="14318" y="16420"/>
                            <a:pt x="21196" y="16420"/>
                          </a:cubicBezTo>
                          <a:cubicBezTo>
                            <a:pt x="21200" y="16420"/>
                            <a:pt x="21203" y="16420"/>
                            <a:pt x="21207" y="16420"/>
                          </a:cubicBezTo>
                          <a:lnTo>
                            <a:pt x="21207" y="13228"/>
                          </a:lnTo>
                          <a:cubicBezTo>
                            <a:pt x="21203" y="13228"/>
                            <a:pt x="21200" y="13228"/>
                            <a:pt x="21196" y="13228"/>
                          </a:cubicBezTo>
                          <a:cubicBezTo>
                            <a:pt x="15304" y="13228"/>
                            <a:pt x="9492" y="10509"/>
                            <a:pt x="5763" y="5378"/>
                          </a:cubicBezTo>
                          <a:cubicBezTo>
                            <a:pt x="4574" y="3741"/>
                            <a:pt x="3654" y="1926"/>
                            <a:pt x="3036" y="0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2" name="Google Shape;4962;p73"/>
                    <p:cNvSpPr/>
                    <p:nvPr/>
                  </p:nvSpPr>
                  <p:spPr>
                    <a:xfrm>
                      <a:off x="2946887" y="1391180"/>
                      <a:ext cx="76130" cy="1562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89" h="24810" extrusionOk="0">
                          <a:moveTo>
                            <a:pt x="1876" y="0"/>
                          </a:moveTo>
                          <a:lnTo>
                            <a:pt x="0" y="2583"/>
                          </a:lnTo>
                          <a:cubicBezTo>
                            <a:pt x="1626" y="3761"/>
                            <a:pt x="3057" y="5189"/>
                            <a:pt x="4237" y="6815"/>
                          </a:cubicBezTo>
                          <a:cubicBezTo>
                            <a:pt x="7945" y="11917"/>
                            <a:pt x="8749" y="18242"/>
                            <a:pt x="6967" y="23823"/>
                          </a:cubicBezTo>
                          <a:lnTo>
                            <a:pt x="10002" y="24809"/>
                          </a:lnTo>
                          <a:cubicBezTo>
                            <a:pt x="12089" y="18290"/>
                            <a:pt x="11151" y="10899"/>
                            <a:pt x="6820" y="4938"/>
                          </a:cubicBezTo>
                          <a:cubicBezTo>
                            <a:pt x="5442" y="3041"/>
                            <a:pt x="3774" y="1375"/>
                            <a:pt x="1876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3" name="Google Shape;4963;p73"/>
                    <p:cNvSpPr/>
                    <p:nvPr/>
                  </p:nvSpPr>
                  <p:spPr>
                    <a:xfrm>
                      <a:off x="2794481" y="1364529"/>
                      <a:ext cx="164226" cy="429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78" h="6816" extrusionOk="0">
                          <a:moveTo>
                            <a:pt x="12998" y="1"/>
                          </a:moveTo>
                          <a:cubicBezTo>
                            <a:pt x="8487" y="1"/>
                            <a:pt x="3935" y="1369"/>
                            <a:pt x="0" y="4210"/>
                          </a:cubicBezTo>
                          <a:lnTo>
                            <a:pt x="1876" y="6793"/>
                          </a:lnTo>
                          <a:cubicBezTo>
                            <a:pt x="5245" y="4363"/>
                            <a:pt x="9141" y="3193"/>
                            <a:pt x="13002" y="3193"/>
                          </a:cubicBezTo>
                          <a:cubicBezTo>
                            <a:pt x="16976" y="3193"/>
                            <a:pt x="20914" y="4433"/>
                            <a:pt x="24201" y="6815"/>
                          </a:cubicBezTo>
                          <a:lnTo>
                            <a:pt x="26077" y="4232"/>
                          </a:lnTo>
                          <a:cubicBezTo>
                            <a:pt x="22239" y="1449"/>
                            <a:pt x="17641" y="1"/>
                            <a:pt x="12998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4" name="Google Shape;4964;p73"/>
                    <p:cNvSpPr/>
                    <p:nvPr/>
                  </p:nvSpPr>
                  <p:spPr>
                    <a:xfrm>
                      <a:off x="2876645" y="1541193"/>
                      <a:ext cx="133243" cy="1035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158" h="16438" extrusionOk="0">
                          <a:moveTo>
                            <a:pt x="18123" y="1"/>
                          </a:moveTo>
                          <a:cubicBezTo>
                            <a:pt x="16894" y="3864"/>
                            <a:pt x="14459" y="7233"/>
                            <a:pt x="11175" y="9612"/>
                          </a:cubicBezTo>
                          <a:cubicBezTo>
                            <a:pt x="7931" y="11974"/>
                            <a:pt x="4021" y="13246"/>
                            <a:pt x="8" y="13246"/>
                          </a:cubicBezTo>
                          <a:cubicBezTo>
                            <a:pt x="6" y="13246"/>
                            <a:pt x="3" y="13246"/>
                            <a:pt x="1" y="13246"/>
                          </a:cubicBezTo>
                          <a:lnTo>
                            <a:pt x="1" y="16438"/>
                          </a:lnTo>
                          <a:cubicBezTo>
                            <a:pt x="4532" y="16436"/>
                            <a:pt x="9106" y="15060"/>
                            <a:pt x="13053" y="12192"/>
                          </a:cubicBezTo>
                          <a:cubicBezTo>
                            <a:pt x="17030" y="9301"/>
                            <a:pt x="19767" y="5338"/>
                            <a:pt x="21157" y="988"/>
                          </a:cubicBezTo>
                          <a:lnTo>
                            <a:pt x="18123" y="1"/>
                          </a:ln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5" name="Google Shape;4965;p73"/>
                    <p:cNvSpPr/>
                    <p:nvPr/>
                  </p:nvSpPr>
                  <p:spPr>
                    <a:xfrm>
                      <a:off x="2725064" y="1391035"/>
                      <a:ext cx="81238" cy="156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00" h="24849" extrusionOk="0">
                          <a:moveTo>
                            <a:pt x="11023" y="1"/>
                          </a:moveTo>
                          <a:cubicBezTo>
                            <a:pt x="11006" y="13"/>
                            <a:pt x="10987" y="26"/>
                            <a:pt x="10967" y="39"/>
                          </a:cubicBezTo>
                          <a:cubicBezTo>
                            <a:pt x="2989" y="5836"/>
                            <a:pt x="1" y="15945"/>
                            <a:pt x="2866" y="24848"/>
                          </a:cubicBezTo>
                          <a:lnTo>
                            <a:pt x="5900" y="23861"/>
                          </a:lnTo>
                          <a:cubicBezTo>
                            <a:pt x="3451" y="16238"/>
                            <a:pt x="6012" y="7585"/>
                            <a:pt x="12845" y="2622"/>
                          </a:cubicBezTo>
                          <a:cubicBezTo>
                            <a:pt x="12862" y="2608"/>
                            <a:pt x="12882" y="2597"/>
                            <a:pt x="12899" y="2584"/>
                          </a:cubicBezTo>
                          <a:lnTo>
                            <a:pt x="11023" y="1"/>
                          </a:ln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4966" name="Google Shape;4966;p73"/>
            <p:cNvSpPr/>
            <p:nvPr/>
          </p:nvSpPr>
          <p:spPr>
            <a:xfrm>
              <a:off x="2621966" y="1245876"/>
              <a:ext cx="114832" cy="86149"/>
            </a:xfrm>
            <a:custGeom>
              <a:avLst/>
              <a:gdLst/>
              <a:ahLst/>
              <a:cxnLst/>
              <a:rect l="l" t="t" r="r" b="b"/>
              <a:pathLst>
                <a:path w="10285" h="7716" extrusionOk="0">
                  <a:moveTo>
                    <a:pt x="10284" y="1"/>
                  </a:moveTo>
                  <a:lnTo>
                    <a:pt x="7413" y="282"/>
                  </a:lnTo>
                  <a:lnTo>
                    <a:pt x="7949" y="1144"/>
                  </a:lnTo>
                  <a:cubicBezTo>
                    <a:pt x="4966" y="2788"/>
                    <a:pt x="2280" y="4920"/>
                    <a:pt x="0" y="7451"/>
                  </a:cubicBezTo>
                  <a:lnTo>
                    <a:pt x="294" y="7716"/>
                  </a:lnTo>
                  <a:cubicBezTo>
                    <a:pt x="2547" y="5212"/>
                    <a:pt x="5206" y="3102"/>
                    <a:pt x="8156" y="1479"/>
                  </a:cubicBezTo>
                  <a:lnTo>
                    <a:pt x="8760" y="245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73"/>
            <p:cNvSpPr/>
            <p:nvPr/>
          </p:nvSpPr>
          <p:spPr>
            <a:xfrm>
              <a:off x="2517909" y="1600456"/>
              <a:ext cx="54396" cy="134951"/>
            </a:xfrm>
            <a:custGeom>
              <a:avLst/>
              <a:gdLst/>
              <a:ahLst/>
              <a:cxnLst/>
              <a:rect l="l" t="t" r="r" b="b"/>
              <a:pathLst>
                <a:path w="4872" h="12087" extrusionOk="0">
                  <a:moveTo>
                    <a:pt x="4871" y="11889"/>
                  </a:moveTo>
                  <a:cubicBezTo>
                    <a:pt x="3186" y="8971"/>
                    <a:pt x="2004" y="5793"/>
                    <a:pt x="1370" y="2482"/>
                  </a:cubicBezTo>
                  <a:lnTo>
                    <a:pt x="2481" y="2209"/>
                  </a:lnTo>
                  <a:lnTo>
                    <a:pt x="620" y="0"/>
                  </a:lnTo>
                  <a:lnTo>
                    <a:pt x="1" y="2820"/>
                  </a:lnTo>
                  <a:lnTo>
                    <a:pt x="987" y="2578"/>
                  </a:lnTo>
                  <a:cubicBezTo>
                    <a:pt x="1629" y="5923"/>
                    <a:pt x="2827" y="9136"/>
                    <a:pt x="4530" y="12087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8" name="Google Shape;4968;p73"/>
            <p:cNvSpPr/>
            <p:nvPr/>
          </p:nvSpPr>
          <p:spPr>
            <a:xfrm>
              <a:off x="3174265" y="1614044"/>
              <a:ext cx="46346" cy="135275"/>
            </a:xfrm>
            <a:custGeom>
              <a:avLst/>
              <a:gdLst/>
              <a:ahLst/>
              <a:cxnLst/>
              <a:rect l="l" t="t" r="r" b="b"/>
              <a:pathLst>
                <a:path w="4151" h="12116" extrusionOk="0">
                  <a:moveTo>
                    <a:pt x="4150" y="41"/>
                  </a:moveTo>
                  <a:lnTo>
                    <a:pt x="3759" y="0"/>
                  </a:lnTo>
                  <a:cubicBezTo>
                    <a:pt x="3405" y="3350"/>
                    <a:pt x="2494" y="6618"/>
                    <a:pt x="1059" y="9668"/>
                  </a:cubicBezTo>
                  <a:lnTo>
                    <a:pt x="0" y="9237"/>
                  </a:lnTo>
                  <a:lnTo>
                    <a:pt x="208" y="12116"/>
                  </a:lnTo>
                  <a:lnTo>
                    <a:pt x="2367" y="10200"/>
                  </a:lnTo>
                  <a:lnTo>
                    <a:pt x="1426" y="9817"/>
                  </a:lnTo>
                  <a:cubicBezTo>
                    <a:pt x="2873" y="6733"/>
                    <a:pt x="3793" y="3429"/>
                    <a:pt x="4150" y="4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9" name="Google Shape;4969;p73"/>
            <p:cNvSpPr/>
            <p:nvPr/>
          </p:nvSpPr>
          <p:spPr>
            <a:xfrm>
              <a:off x="3023194" y="1254350"/>
              <a:ext cx="116417" cy="83525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70" name="Google Shape;4970;p73"/>
            <p:cNvSpPr/>
            <p:nvPr/>
          </p:nvSpPr>
          <p:spPr>
            <a:xfrm rot="8660313">
              <a:off x="2818264" y="1861446"/>
              <a:ext cx="116433" cy="83536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71" name="Google Shape;4971;p73"/>
          <p:cNvGrpSpPr/>
          <p:nvPr/>
        </p:nvGrpSpPr>
        <p:grpSpPr>
          <a:xfrm>
            <a:off x="5212165" y="3636550"/>
            <a:ext cx="2092192" cy="788020"/>
            <a:chOff x="3820100" y="3023049"/>
            <a:chExt cx="1303926" cy="491162"/>
          </a:xfrm>
        </p:grpSpPr>
        <p:grpSp>
          <p:nvGrpSpPr>
            <p:cNvPr id="4972" name="Google Shape;4972;p73"/>
            <p:cNvGrpSpPr/>
            <p:nvPr/>
          </p:nvGrpSpPr>
          <p:grpSpPr>
            <a:xfrm>
              <a:off x="3820100" y="3023072"/>
              <a:ext cx="1303926" cy="491139"/>
              <a:chOff x="3820100" y="3023072"/>
              <a:chExt cx="1303926" cy="491139"/>
            </a:xfrm>
          </p:grpSpPr>
          <p:sp>
            <p:nvSpPr>
              <p:cNvPr id="4973" name="Google Shape;4973;p73"/>
              <p:cNvSpPr/>
              <p:nvPr/>
            </p:nvSpPr>
            <p:spPr>
              <a:xfrm>
                <a:off x="3820100" y="3023072"/>
                <a:ext cx="505424" cy="491139"/>
              </a:xfrm>
              <a:custGeom>
                <a:avLst/>
                <a:gdLst/>
                <a:ahLst/>
                <a:cxnLst/>
                <a:rect l="l" t="t" r="r" b="b"/>
                <a:pathLst>
                  <a:path w="45218" h="43940" extrusionOk="0">
                    <a:moveTo>
                      <a:pt x="0" y="0"/>
                    </a:moveTo>
                    <a:cubicBezTo>
                      <a:pt x="0" y="24200"/>
                      <a:pt x="19796" y="43939"/>
                      <a:pt x="44111" y="43939"/>
                    </a:cubicBezTo>
                    <a:lnTo>
                      <a:pt x="45218" y="43939"/>
                    </a:lnTo>
                    <a:lnTo>
                      <a:pt x="45218" y="34795"/>
                    </a:lnTo>
                    <a:lnTo>
                      <a:pt x="44111" y="34795"/>
                    </a:lnTo>
                    <a:cubicBezTo>
                      <a:pt x="24972" y="34795"/>
                      <a:pt x="9345" y="19439"/>
                      <a:pt x="9103" y="450"/>
                    </a:cubicBezTo>
                    <a:cubicBezTo>
                      <a:pt x="9103" y="301"/>
                      <a:pt x="9100" y="150"/>
                      <a:pt x="910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74" name="Google Shape;4974;p73"/>
              <p:cNvSpPr/>
              <p:nvPr/>
            </p:nvSpPr>
            <p:spPr>
              <a:xfrm>
                <a:off x="4323828" y="3411976"/>
                <a:ext cx="800197" cy="102229"/>
              </a:xfrm>
              <a:custGeom>
                <a:avLst/>
                <a:gdLst/>
                <a:ahLst/>
                <a:cxnLst/>
                <a:rect l="l" t="t" r="r" b="b"/>
                <a:pathLst>
                  <a:path w="71590" h="9146" extrusionOk="0">
                    <a:moveTo>
                      <a:pt x="1" y="1"/>
                    </a:moveTo>
                    <a:lnTo>
                      <a:pt x="1" y="9145"/>
                    </a:lnTo>
                    <a:lnTo>
                      <a:pt x="71589" y="9145"/>
                    </a:lnTo>
                    <a:lnTo>
                      <a:pt x="71589" y="1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5" name="Google Shape;4975;p73"/>
            <p:cNvGrpSpPr/>
            <p:nvPr/>
          </p:nvGrpSpPr>
          <p:grpSpPr>
            <a:xfrm>
              <a:off x="4132439" y="3023645"/>
              <a:ext cx="393633" cy="177096"/>
              <a:chOff x="4132439" y="3023645"/>
              <a:chExt cx="393633" cy="177096"/>
            </a:xfrm>
          </p:grpSpPr>
          <p:sp>
            <p:nvSpPr>
              <p:cNvPr id="4976" name="Google Shape;4976;p73"/>
              <p:cNvSpPr/>
              <p:nvPr/>
            </p:nvSpPr>
            <p:spPr>
              <a:xfrm>
                <a:off x="4132439" y="3023645"/>
                <a:ext cx="190085" cy="177096"/>
              </a:xfrm>
              <a:custGeom>
                <a:avLst/>
                <a:gdLst/>
                <a:ahLst/>
                <a:cxnLst/>
                <a:rect l="l" t="t" r="r" b="b"/>
                <a:pathLst>
                  <a:path w="17006" h="15844" extrusionOk="0">
                    <a:moveTo>
                      <a:pt x="0" y="1"/>
                    </a:moveTo>
                    <a:cubicBezTo>
                      <a:pt x="0" y="5035"/>
                      <a:pt x="2405" y="9521"/>
                      <a:pt x="6124" y="12423"/>
                    </a:cubicBezTo>
                    <a:cubicBezTo>
                      <a:pt x="8932" y="14639"/>
                      <a:pt x="12404" y="15844"/>
                      <a:pt x="15981" y="15844"/>
                    </a:cubicBezTo>
                    <a:lnTo>
                      <a:pt x="17005" y="15844"/>
                    </a:lnTo>
                    <a:lnTo>
                      <a:pt x="17005" y="6962"/>
                    </a:lnTo>
                    <a:lnTo>
                      <a:pt x="15905" y="6962"/>
                    </a:lnTo>
                    <a:cubicBezTo>
                      <a:pt x="12043" y="6962"/>
                      <a:pt x="8822" y="3862"/>
                      <a:pt x="882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77" name="Google Shape;4977;p73"/>
              <p:cNvSpPr/>
              <p:nvPr/>
            </p:nvSpPr>
            <p:spPr>
              <a:xfrm>
                <a:off x="4318649" y="3101461"/>
                <a:ext cx="207423" cy="99267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8881" extrusionOk="0">
                    <a:moveTo>
                      <a:pt x="0" y="0"/>
                    </a:moveTo>
                    <a:lnTo>
                      <a:pt x="0" y="8880"/>
                    </a:lnTo>
                    <a:lnTo>
                      <a:pt x="18210" y="8880"/>
                    </a:lnTo>
                    <a:lnTo>
                      <a:pt x="18210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8" name="Google Shape;4978;p73"/>
            <p:cNvGrpSpPr/>
            <p:nvPr/>
          </p:nvGrpSpPr>
          <p:grpSpPr>
            <a:xfrm>
              <a:off x="3921811" y="3023049"/>
              <a:ext cx="1002397" cy="388943"/>
              <a:chOff x="3921811" y="3023049"/>
              <a:chExt cx="1002397" cy="388943"/>
            </a:xfrm>
          </p:grpSpPr>
          <p:sp>
            <p:nvSpPr>
              <p:cNvPr id="4979" name="Google Shape;4979;p73"/>
              <p:cNvSpPr/>
              <p:nvPr/>
            </p:nvSpPr>
            <p:spPr>
              <a:xfrm>
                <a:off x="3921811" y="3023049"/>
                <a:ext cx="403709" cy="388943"/>
              </a:xfrm>
              <a:custGeom>
                <a:avLst/>
                <a:gdLst/>
                <a:ahLst/>
                <a:cxnLst/>
                <a:rect l="l" t="t" r="r" b="b"/>
                <a:pathLst>
                  <a:path w="36118" h="34797" extrusionOk="0">
                    <a:moveTo>
                      <a:pt x="0" y="1"/>
                    </a:moveTo>
                    <a:cubicBezTo>
                      <a:pt x="0" y="152"/>
                      <a:pt x="3" y="301"/>
                      <a:pt x="3" y="452"/>
                    </a:cubicBezTo>
                    <a:cubicBezTo>
                      <a:pt x="245" y="19441"/>
                      <a:pt x="15879" y="34797"/>
                      <a:pt x="35018" y="34797"/>
                    </a:cubicBezTo>
                    <a:lnTo>
                      <a:pt x="36118" y="34797"/>
                    </a:lnTo>
                    <a:lnTo>
                      <a:pt x="36118" y="25652"/>
                    </a:lnTo>
                    <a:lnTo>
                      <a:pt x="34843" y="25652"/>
                    </a:lnTo>
                    <a:lnTo>
                      <a:pt x="34798" y="25632"/>
                    </a:lnTo>
                    <a:cubicBezTo>
                      <a:pt x="20649" y="25575"/>
                      <a:pt x="9181" y="14193"/>
                      <a:pt x="9115" y="123"/>
                    </a:cubicBezTo>
                    <a:cubicBezTo>
                      <a:pt x="9115" y="81"/>
                      <a:pt x="9108" y="42"/>
                      <a:pt x="910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0" name="Google Shape;4980;p73"/>
              <p:cNvSpPr/>
              <p:nvPr/>
            </p:nvSpPr>
            <p:spPr>
              <a:xfrm>
                <a:off x="4322109" y="3309770"/>
                <a:ext cx="602098" cy="102218"/>
              </a:xfrm>
              <a:custGeom>
                <a:avLst/>
                <a:gdLst/>
                <a:ahLst/>
                <a:cxnLst/>
                <a:rect l="l" t="t" r="r" b="b"/>
                <a:pathLst>
                  <a:path w="53867" h="9145" extrusionOk="0">
                    <a:moveTo>
                      <a:pt x="1" y="0"/>
                    </a:moveTo>
                    <a:lnTo>
                      <a:pt x="1" y="9145"/>
                    </a:lnTo>
                    <a:lnTo>
                      <a:pt x="53867" y="9145"/>
                    </a:lnTo>
                    <a:lnTo>
                      <a:pt x="53867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1" name="Google Shape;4981;p73"/>
            <p:cNvGrpSpPr/>
            <p:nvPr/>
          </p:nvGrpSpPr>
          <p:grpSpPr>
            <a:xfrm>
              <a:off x="4023645" y="3023049"/>
              <a:ext cx="683032" cy="286722"/>
              <a:chOff x="4023645" y="3023049"/>
              <a:chExt cx="683032" cy="286722"/>
            </a:xfrm>
          </p:grpSpPr>
          <p:sp>
            <p:nvSpPr>
              <p:cNvPr id="4982" name="Google Shape;4982;p73"/>
              <p:cNvSpPr/>
              <p:nvPr/>
            </p:nvSpPr>
            <p:spPr>
              <a:xfrm>
                <a:off x="4023645" y="3023049"/>
                <a:ext cx="300664" cy="286524"/>
              </a:xfrm>
              <a:custGeom>
                <a:avLst/>
                <a:gdLst/>
                <a:ahLst/>
                <a:cxnLst/>
                <a:rect l="l" t="t" r="r" b="b"/>
                <a:pathLst>
                  <a:path w="26899" h="25634" extrusionOk="0">
                    <a:moveTo>
                      <a:pt x="1" y="1"/>
                    </a:moveTo>
                    <a:cubicBezTo>
                      <a:pt x="1" y="42"/>
                      <a:pt x="4" y="81"/>
                      <a:pt x="4" y="121"/>
                    </a:cubicBezTo>
                    <a:cubicBezTo>
                      <a:pt x="70" y="14193"/>
                      <a:pt x="11538" y="25575"/>
                      <a:pt x="25687" y="25630"/>
                    </a:cubicBezTo>
                    <a:cubicBezTo>
                      <a:pt x="25723" y="25630"/>
                      <a:pt x="25757" y="25634"/>
                      <a:pt x="25792" y="25634"/>
                    </a:cubicBezTo>
                    <a:lnTo>
                      <a:pt x="26899" y="25634"/>
                    </a:lnTo>
                    <a:lnTo>
                      <a:pt x="26899" y="15842"/>
                    </a:lnTo>
                    <a:lnTo>
                      <a:pt x="25768" y="15842"/>
                    </a:lnTo>
                    <a:cubicBezTo>
                      <a:pt x="22191" y="15842"/>
                      <a:pt x="18719" y="14637"/>
                      <a:pt x="15911" y="12423"/>
                    </a:cubicBezTo>
                    <a:cubicBezTo>
                      <a:pt x="12192" y="9521"/>
                      <a:pt x="9787" y="5035"/>
                      <a:pt x="9787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3" name="Google Shape;4983;p73"/>
              <p:cNvSpPr/>
              <p:nvPr/>
            </p:nvSpPr>
            <p:spPr>
              <a:xfrm>
                <a:off x="4314850" y="3200125"/>
                <a:ext cx="391827" cy="109646"/>
              </a:xfrm>
              <a:custGeom>
                <a:avLst/>
                <a:gdLst/>
                <a:ahLst/>
                <a:cxnLst/>
                <a:rect l="l" t="t" r="r" b="b"/>
                <a:pathLst>
                  <a:path w="35055" h="9792" extrusionOk="0">
                    <a:moveTo>
                      <a:pt x="1" y="0"/>
                    </a:moveTo>
                    <a:lnTo>
                      <a:pt x="1" y="88"/>
                    </a:lnTo>
                    <a:lnTo>
                      <a:pt x="1" y="9792"/>
                    </a:lnTo>
                    <a:lnTo>
                      <a:pt x="35054" y="9792"/>
                    </a:lnTo>
                    <a:lnTo>
                      <a:pt x="350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84" name="Google Shape;4984;p73"/>
          <p:cNvGrpSpPr/>
          <p:nvPr/>
        </p:nvGrpSpPr>
        <p:grpSpPr>
          <a:xfrm>
            <a:off x="2054995" y="2472343"/>
            <a:ext cx="951363" cy="917367"/>
            <a:chOff x="1706078" y="2092648"/>
            <a:chExt cx="660913" cy="637296"/>
          </a:xfrm>
        </p:grpSpPr>
        <p:sp>
          <p:nvSpPr>
            <p:cNvPr id="4985" name="Google Shape;4985;p73"/>
            <p:cNvSpPr/>
            <p:nvPr/>
          </p:nvSpPr>
          <p:spPr>
            <a:xfrm>
              <a:off x="1745332" y="2158066"/>
              <a:ext cx="571867" cy="571878"/>
            </a:xfrm>
            <a:custGeom>
              <a:avLst/>
              <a:gdLst/>
              <a:ahLst/>
              <a:cxnLst/>
              <a:rect l="l" t="t" r="r" b="b"/>
              <a:pathLst>
                <a:path w="107747" h="107749" extrusionOk="0">
                  <a:moveTo>
                    <a:pt x="53874" y="11565"/>
                  </a:moveTo>
                  <a:cubicBezTo>
                    <a:pt x="77238" y="11565"/>
                    <a:pt x="96182" y="30509"/>
                    <a:pt x="96182" y="53873"/>
                  </a:cubicBezTo>
                  <a:cubicBezTo>
                    <a:pt x="96182" y="77240"/>
                    <a:pt x="77240" y="96182"/>
                    <a:pt x="53874" y="96182"/>
                  </a:cubicBezTo>
                  <a:cubicBezTo>
                    <a:pt x="30507" y="96182"/>
                    <a:pt x="11565" y="77240"/>
                    <a:pt x="11565" y="53873"/>
                  </a:cubicBezTo>
                  <a:cubicBezTo>
                    <a:pt x="11565" y="30509"/>
                    <a:pt x="30507" y="11565"/>
                    <a:pt x="53874" y="11565"/>
                  </a:cubicBezTo>
                  <a:close/>
                  <a:moveTo>
                    <a:pt x="53874" y="1"/>
                  </a:moveTo>
                  <a:cubicBezTo>
                    <a:pt x="24120" y="1"/>
                    <a:pt x="1" y="24120"/>
                    <a:pt x="1" y="53873"/>
                  </a:cubicBezTo>
                  <a:cubicBezTo>
                    <a:pt x="1" y="83626"/>
                    <a:pt x="24120" y="107748"/>
                    <a:pt x="53874" y="107748"/>
                  </a:cubicBezTo>
                  <a:cubicBezTo>
                    <a:pt x="83625" y="107748"/>
                    <a:pt x="107746" y="83626"/>
                    <a:pt x="107746" y="53873"/>
                  </a:cubicBezTo>
                  <a:cubicBezTo>
                    <a:pt x="107746" y="24120"/>
                    <a:pt x="83627" y="1"/>
                    <a:pt x="5387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986" name="Google Shape;4986;p73"/>
            <p:cNvGrpSpPr/>
            <p:nvPr/>
          </p:nvGrpSpPr>
          <p:grpSpPr>
            <a:xfrm>
              <a:off x="1706078" y="2092648"/>
              <a:ext cx="660913" cy="575241"/>
              <a:chOff x="1706078" y="2092648"/>
              <a:chExt cx="660913" cy="575241"/>
            </a:xfrm>
          </p:grpSpPr>
          <p:sp>
            <p:nvSpPr>
              <p:cNvPr id="4987" name="Google Shape;4987;p73"/>
              <p:cNvSpPr/>
              <p:nvPr/>
            </p:nvSpPr>
            <p:spPr>
              <a:xfrm>
                <a:off x="1938891" y="2092648"/>
                <a:ext cx="192041" cy="353676"/>
              </a:xfrm>
              <a:custGeom>
                <a:avLst/>
                <a:gdLst/>
                <a:ahLst/>
                <a:cxnLst/>
                <a:rect l="l" t="t" r="r" b="b"/>
                <a:pathLst>
                  <a:path w="36183" h="66637" extrusionOk="0">
                    <a:moveTo>
                      <a:pt x="18094" y="1"/>
                    </a:moveTo>
                    <a:cubicBezTo>
                      <a:pt x="8801" y="1"/>
                      <a:pt x="1202" y="7552"/>
                      <a:pt x="1202" y="16877"/>
                    </a:cubicBezTo>
                    <a:cubicBezTo>
                      <a:pt x="1202" y="23723"/>
                      <a:pt x="5288" y="29491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3"/>
                      <a:pt x="2404" y="51972"/>
                      <a:pt x="1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79" y="51975"/>
                      <a:pt x="29930" y="48725"/>
                      <a:pt x="25479" y="47040"/>
                    </a:cubicBezTo>
                    <a:cubicBezTo>
                      <a:pt x="22352" y="45966"/>
                      <a:pt x="20316" y="42957"/>
                      <a:pt x="20316" y="39714"/>
                    </a:cubicBezTo>
                    <a:lnTo>
                      <a:pt x="20316" y="39474"/>
                    </a:lnTo>
                    <a:cubicBezTo>
                      <a:pt x="20316" y="36349"/>
                      <a:pt x="22239" y="33578"/>
                      <a:pt x="24998" y="32260"/>
                    </a:cubicBezTo>
                    <a:cubicBezTo>
                      <a:pt x="31250" y="29491"/>
                      <a:pt x="35461" y="22999"/>
                      <a:pt x="34980" y="15676"/>
                    </a:cubicBezTo>
                    <a:cubicBezTo>
                      <a:pt x="34375" y="7376"/>
                      <a:pt x="27644" y="646"/>
                      <a:pt x="19357" y="47"/>
                    </a:cubicBezTo>
                    <a:cubicBezTo>
                      <a:pt x="18933" y="18"/>
                      <a:pt x="18513" y="1"/>
                      <a:pt x="1809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8" name="Google Shape;4988;p73"/>
              <p:cNvSpPr/>
              <p:nvPr/>
            </p:nvSpPr>
            <p:spPr>
              <a:xfrm>
                <a:off x="1706078" y="2390779"/>
                <a:ext cx="329208" cy="277004"/>
              </a:xfrm>
              <a:custGeom>
                <a:avLst/>
                <a:gdLst/>
                <a:ahLst/>
                <a:cxnLst/>
                <a:rect l="l" t="t" r="r" b="b"/>
                <a:pathLst>
                  <a:path w="62027" h="52191" extrusionOk="0">
                    <a:moveTo>
                      <a:pt x="43872" y="1"/>
                    </a:moveTo>
                    <a:cubicBezTo>
                      <a:pt x="41468" y="4212"/>
                      <a:pt x="40629" y="9019"/>
                      <a:pt x="41353" y="13829"/>
                    </a:cubicBezTo>
                    <a:cubicBezTo>
                      <a:pt x="41946" y="17069"/>
                      <a:pt x="40389" y="20321"/>
                      <a:pt x="37504" y="21878"/>
                    </a:cubicBezTo>
                    <a:lnTo>
                      <a:pt x="37379" y="22004"/>
                    </a:lnTo>
                    <a:cubicBezTo>
                      <a:pt x="36131" y="22712"/>
                      <a:pt x="34723" y="23085"/>
                      <a:pt x="33288" y="23090"/>
                    </a:cubicBezTo>
                    <a:cubicBezTo>
                      <a:pt x="31652" y="23095"/>
                      <a:pt x="30056" y="22587"/>
                      <a:pt x="28724" y="21638"/>
                    </a:cubicBezTo>
                    <a:cubicBezTo>
                      <a:pt x="25815" y="19553"/>
                      <a:pt x="22344" y="18435"/>
                      <a:pt x="18815" y="18435"/>
                    </a:cubicBezTo>
                    <a:cubicBezTo>
                      <a:pt x="15632" y="18435"/>
                      <a:pt x="12399" y="19345"/>
                      <a:pt x="9490" y="21282"/>
                    </a:cubicBezTo>
                    <a:cubicBezTo>
                      <a:pt x="2520" y="25965"/>
                      <a:pt x="1" y="35101"/>
                      <a:pt x="3721" y="42677"/>
                    </a:cubicBezTo>
                    <a:cubicBezTo>
                      <a:pt x="6677" y="48755"/>
                      <a:pt x="12664" y="52191"/>
                      <a:pt x="18840" y="52191"/>
                    </a:cubicBezTo>
                    <a:cubicBezTo>
                      <a:pt x="21707" y="52191"/>
                      <a:pt x="24613" y="51450"/>
                      <a:pt x="27282" y="49890"/>
                    </a:cubicBezTo>
                    <a:cubicBezTo>
                      <a:pt x="33291" y="46525"/>
                      <a:pt x="36303" y="40151"/>
                      <a:pt x="35694" y="33659"/>
                    </a:cubicBezTo>
                    <a:cubicBezTo>
                      <a:pt x="35456" y="30534"/>
                      <a:pt x="37024" y="27407"/>
                      <a:pt x="39783" y="25852"/>
                    </a:cubicBezTo>
                    <a:cubicBezTo>
                      <a:pt x="41044" y="25114"/>
                      <a:pt x="42424" y="24748"/>
                      <a:pt x="43786" y="24748"/>
                    </a:cubicBezTo>
                    <a:cubicBezTo>
                      <a:pt x="45537" y="24748"/>
                      <a:pt x="47261" y="25356"/>
                      <a:pt x="48676" y="26573"/>
                    </a:cubicBezTo>
                    <a:cubicBezTo>
                      <a:pt x="52525" y="29572"/>
                      <a:pt x="57216" y="31255"/>
                      <a:pt x="62026" y="31255"/>
                    </a:cubicBezTo>
                    <a:lnTo>
                      <a:pt x="62026" y="1046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9" name="Google Shape;4989;p73"/>
              <p:cNvSpPr/>
              <p:nvPr/>
            </p:nvSpPr>
            <p:spPr>
              <a:xfrm>
                <a:off x="2035235" y="2390779"/>
                <a:ext cx="331756" cy="277110"/>
              </a:xfrm>
              <a:custGeom>
                <a:avLst/>
                <a:gdLst/>
                <a:ahLst/>
                <a:cxnLst/>
                <a:rect l="l" t="t" r="r" b="b"/>
                <a:pathLst>
                  <a:path w="62507" h="52211" extrusionOk="0">
                    <a:moveTo>
                      <a:pt x="18030" y="1"/>
                    </a:moveTo>
                    <a:lnTo>
                      <a:pt x="0" y="10461"/>
                    </a:lnTo>
                    <a:lnTo>
                      <a:pt x="0" y="31253"/>
                    </a:lnTo>
                    <a:cubicBezTo>
                      <a:pt x="4807" y="31253"/>
                      <a:pt x="9489" y="29570"/>
                      <a:pt x="13222" y="26570"/>
                    </a:cubicBezTo>
                    <a:cubicBezTo>
                      <a:pt x="15722" y="24434"/>
                      <a:pt x="19307" y="24145"/>
                      <a:pt x="22118" y="25849"/>
                    </a:cubicBezTo>
                    <a:lnTo>
                      <a:pt x="22359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599" y="40389"/>
                      <a:pt x="28964" y="47244"/>
                      <a:pt x="35578" y="50486"/>
                    </a:cubicBezTo>
                    <a:cubicBezTo>
                      <a:pt x="37877" y="51619"/>
                      <a:pt x="40405" y="52210"/>
                      <a:pt x="42968" y="52208"/>
                    </a:cubicBezTo>
                    <a:cubicBezTo>
                      <a:pt x="48435" y="52208"/>
                      <a:pt x="53755" y="49544"/>
                      <a:pt x="56978" y="44840"/>
                    </a:cubicBezTo>
                    <a:cubicBezTo>
                      <a:pt x="62506" y="36540"/>
                      <a:pt x="59862" y="25484"/>
                      <a:pt x="51447" y="20674"/>
                    </a:cubicBezTo>
                    <a:cubicBezTo>
                      <a:pt x="48774" y="19149"/>
                      <a:pt x="45855" y="18413"/>
                      <a:pt x="42983" y="18413"/>
                    </a:cubicBezTo>
                    <a:cubicBezTo>
                      <a:pt x="39520" y="18413"/>
                      <a:pt x="36121" y="19482"/>
                      <a:pt x="33290" y="21523"/>
                    </a:cubicBezTo>
                    <a:cubicBezTo>
                      <a:pt x="30671" y="23429"/>
                      <a:pt x="27161" y="23571"/>
                      <a:pt x="24397" y="21878"/>
                    </a:cubicBezTo>
                    <a:cubicBezTo>
                      <a:pt x="21510" y="20321"/>
                      <a:pt x="19955" y="17069"/>
                      <a:pt x="20549" y="13829"/>
                    </a:cubicBezTo>
                    <a:cubicBezTo>
                      <a:pt x="21272" y="9019"/>
                      <a:pt x="20433" y="4212"/>
                      <a:pt x="1803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90" name="Google Shape;4990;p73"/>
          <p:cNvGrpSpPr/>
          <p:nvPr/>
        </p:nvGrpSpPr>
        <p:grpSpPr>
          <a:xfrm>
            <a:off x="8404139" y="1295741"/>
            <a:ext cx="1756612" cy="912224"/>
            <a:chOff x="238125" y="999450"/>
            <a:chExt cx="7140700" cy="3708225"/>
          </a:xfrm>
        </p:grpSpPr>
        <p:sp>
          <p:nvSpPr>
            <p:cNvPr id="4991" name="Google Shape;4991;p73"/>
            <p:cNvSpPr/>
            <p:nvPr/>
          </p:nvSpPr>
          <p:spPr>
            <a:xfrm>
              <a:off x="2171975" y="3872925"/>
              <a:ext cx="7900" cy="25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2" name="Google Shape;4992;p73"/>
            <p:cNvSpPr/>
            <p:nvPr/>
          </p:nvSpPr>
          <p:spPr>
            <a:xfrm>
              <a:off x="2180300" y="999450"/>
              <a:ext cx="3256350" cy="3708225"/>
            </a:xfrm>
            <a:custGeom>
              <a:avLst/>
              <a:gdLst/>
              <a:ahLst/>
              <a:cxnLst/>
              <a:rect l="l" t="t" r="r" b="b"/>
              <a:pathLst>
                <a:path w="130254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3" name="Google Shape;4993;p73"/>
            <p:cNvSpPr/>
            <p:nvPr/>
          </p:nvSpPr>
          <p:spPr>
            <a:xfrm>
              <a:off x="238125" y="2853750"/>
              <a:ext cx="2358675" cy="1853475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4" name="Google Shape;4994;p73"/>
            <p:cNvSpPr/>
            <p:nvPr/>
          </p:nvSpPr>
          <p:spPr>
            <a:xfrm>
              <a:off x="238125" y="999450"/>
              <a:ext cx="1942200" cy="2270400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5" name="Google Shape;4995;p73"/>
            <p:cNvSpPr/>
            <p:nvPr/>
          </p:nvSpPr>
          <p:spPr>
            <a:xfrm>
              <a:off x="3808250" y="2852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6" name="Google Shape;4996;p73"/>
            <p:cNvSpPr/>
            <p:nvPr/>
          </p:nvSpPr>
          <p:spPr>
            <a:xfrm>
              <a:off x="1762475" y="999450"/>
              <a:ext cx="2386250" cy="2044875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7" name="Google Shape;4997;p73"/>
            <p:cNvSpPr/>
            <p:nvPr/>
          </p:nvSpPr>
          <p:spPr>
            <a:xfrm>
              <a:off x="3338000" y="2435975"/>
              <a:ext cx="2101275" cy="2271250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8" name="Google Shape;4998;p73"/>
            <p:cNvSpPr/>
            <p:nvPr/>
          </p:nvSpPr>
          <p:spPr>
            <a:xfrm>
              <a:off x="5019250" y="2852875"/>
              <a:ext cx="2359150" cy="1854350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9" name="Google Shape;4999;p73"/>
            <p:cNvSpPr/>
            <p:nvPr/>
          </p:nvSpPr>
          <p:spPr>
            <a:xfrm>
              <a:off x="5025375" y="999450"/>
              <a:ext cx="2353450" cy="2270825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4" name="Google Shape;5004;p74"/>
          <p:cNvGrpSpPr/>
          <p:nvPr/>
        </p:nvGrpSpPr>
        <p:grpSpPr>
          <a:xfrm>
            <a:off x="956034" y="1290153"/>
            <a:ext cx="2181489" cy="2034859"/>
            <a:chOff x="729238" y="1179665"/>
            <a:chExt cx="1636117" cy="1526144"/>
          </a:xfrm>
        </p:grpSpPr>
        <p:grpSp>
          <p:nvGrpSpPr>
            <p:cNvPr id="5005" name="Google Shape;5005;p74"/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5006" name="Google Shape;5006;p74"/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7" name="Google Shape;5007;p74"/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8" name="Google Shape;5008;p74"/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9" name="Google Shape;5009;p74"/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0" name="Google Shape;5010;p74"/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1" name="Google Shape;5011;p74"/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2" name="Google Shape;5012;p74"/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3" name="Google Shape;5013;p74"/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4" name="Google Shape;5014;p74"/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5" name="Google Shape;5015;p74"/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16" name="Google Shape;5016;p74"/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5017" name="Google Shape;5017;p74"/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8" name="Google Shape;5018;p74"/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9" name="Google Shape;5019;p74"/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0" name="Google Shape;5020;p74"/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1" name="Google Shape;5021;p74"/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2" name="Google Shape;5022;p74"/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3" name="Google Shape;5023;p74"/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4" name="Google Shape;5024;p74"/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5" name="Google Shape;5025;p74"/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6" name="Google Shape;5026;p74"/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27" name="Google Shape;5027;p74"/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5028" name="Google Shape;5028;p74"/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9" name="Google Shape;5029;p74"/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0" name="Google Shape;5030;p74"/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1" name="Google Shape;5031;p74"/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2" name="Google Shape;5032;p74"/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3" name="Google Shape;5033;p74"/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4" name="Google Shape;5034;p74"/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5" name="Google Shape;5035;p74"/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6" name="Google Shape;5036;p74"/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7" name="Google Shape;5037;p74"/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8" name="Google Shape;5038;p74"/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5039" name="Google Shape;5039;p74"/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0" name="Google Shape;5040;p74"/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1" name="Google Shape;5041;p74"/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2" name="Google Shape;5042;p74"/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3" name="Google Shape;5043;p74"/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4" name="Google Shape;5044;p74"/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5" name="Google Shape;5045;p74"/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6" name="Google Shape;5046;p74"/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7" name="Google Shape;5047;p74"/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8" name="Google Shape;5048;p74"/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49" name="Google Shape;5049;p74"/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5050" name="Google Shape;5050;p74"/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1" name="Google Shape;5051;p74"/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2" name="Google Shape;5052;p74"/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3" name="Google Shape;5053;p74"/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4" name="Google Shape;5054;p74"/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5" name="Google Shape;5055;p74"/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6" name="Google Shape;5056;p74"/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7" name="Google Shape;5057;p74"/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8" name="Google Shape;5058;p74"/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9" name="Google Shape;5059;p74"/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0" name="Google Shape;5060;p74"/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5061" name="Google Shape;5061;p74"/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2" name="Google Shape;5062;p74"/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3" name="Google Shape;5063;p74"/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4" name="Google Shape;5064;p74"/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5" name="Google Shape;5065;p74"/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6" name="Google Shape;5066;p74"/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7" name="Google Shape;5067;p74"/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8" name="Google Shape;5068;p74"/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9" name="Google Shape;5069;p74"/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0" name="Google Shape;5070;p74"/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71" name="Google Shape;5071;p74"/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5072" name="Google Shape;5072;p74"/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3" name="Google Shape;5073;p74"/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4" name="Google Shape;5074;p74"/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5" name="Google Shape;5075;p74"/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6" name="Google Shape;5076;p74"/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7" name="Google Shape;5077;p74"/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8" name="Google Shape;5078;p74"/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9" name="Google Shape;5079;p74"/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0" name="Google Shape;5080;p74"/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1" name="Google Shape;5081;p74"/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82" name="Google Shape;5082;p74"/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5083" name="Google Shape;5083;p74"/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4" name="Google Shape;5084;p74"/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5" name="Google Shape;5085;p74"/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6" name="Google Shape;5086;p74"/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7" name="Google Shape;5087;p74"/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8" name="Google Shape;5088;p74"/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9" name="Google Shape;5089;p74"/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0" name="Google Shape;5090;p74"/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1" name="Google Shape;5091;p74"/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2" name="Google Shape;5092;p74"/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3" name="Google Shape;5093;p74"/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5094" name="Google Shape;5094;p74"/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5" name="Google Shape;5095;p74"/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6" name="Google Shape;5096;p74"/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7" name="Google Shape;5097;p74"/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8" name="Google Shape;5098;p74"/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9" name="Google Shape;5099;p74"/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0" name="Google Shape;5100;p74"/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1" name="Google Shape;5101;p74"/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2" name="Google Shape;5102;p74"/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3" name="Google Shape;5103;p74"/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04" name="Google Shape;5104;p74"/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5105" name="Google Shape;5105;p74"/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6" name="Google Shape;5106;p74"/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7" name="Google Shape;5107;p74"/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8" name="Google Shape;5108;p74"/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9" name="Google Shape;5109;p74"/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0" name="Google Shape;5110;p74"/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1" name="Google Shape;5111;p74"/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2" name="Google Shape;5112;p74"/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3" name="Google Shape;5113;p74"/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4" name="Google Shape;5114;p74"/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15" name="Google Shape;5115;p74"/>
          <p:cNvGrpSpPr/>
          <p:nvPr/>
        </p:nvGrpSpPr>
        <p:grpSpPr>
          <a:xfrm>
            <a:off x="3482256" y="1315671"/>
            <a:ext cx="1818997" cy="1469511"/>
            <a:chOff x="2623904" y="1198803"/>
            <a:chExt cx="1364248" cy="1102133"/>
          </a:xfrm>
        </p:grpSpPr>
        <p:grpSp>
          <p:nvGrpSpPr>
            <p:cNvPr id="5116" name="Google Shape;5116;p74"/>
            <p:cNvGrpSpPr/>
            <p:nvPr/>
          </p:nvGrpSpPr>
          <p:grpSpPr>
            <a:xfrm>
              <a:off x="2623907" y="1198803"/>
              <a:ext cx="1364245" cy="273000"/>
              <a:chOff x="2623907" y="1198803"/>
              <a:chExt cx="1364245" cy="273000"/>
            </a:xfrm>
          </p:grpSpPr>
          <p:sp>
            <p:nvSpPr>
              <p:cNvPr id="5117" name="Google Shape;5117;p74"/>
              <p:cNvSpPr/>
              <p:nvPr/>
            </p:nvSpPr>
            <p:spPr>
              <a:xfrm>
                <a:off x="2623907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8" name="Google Shape;5118;p74"/>
              <p:cNvSpPr/>
              <p:nvPr/>
            </p:nvSpPr>
            <p:spPr>
              <a:xfrm>
                <a:off x="2896718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9" name="Google Shape;5119;p74"/>
              <p:cNvSpPr/>
              <p:nvPr/>
            </p:nvSpPr>
            <p:spPr>
              <a:xfrm>
                <a:off x="3169529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0" name="Google Shape;5120;p74"/>
              <p:cNvSpPr/>
              <p:nvPr/>
            </p:nvSpPr>
            <p:spPr>
              <a:xfrm>
                <a:off x="3442341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1" name="Google Shape;5121;p74"/>
              <p:cNvSpPr/>
              <p:nvPr/>
            </p:nvSpPr>
            <p:spPr>
              <a:xfrm>
                <a:off x="3715152" y="1198803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22" name="Google Shape;5122;p74"/>
            <p:cNvGrpSpPr/>
            <p:nvPr/>
          </p:nvGrpSpPr>
          <p:grpSpPr>
            <a:xfrm>
              <a:off x="2623904" y="1476964"/>
              <a:ext cx="1364245" cy="273000"/>
              <a:chOff x="2623904" y="1476964"/>
              <a:chExt cx="1364245" cy="273000"/>
            </a:xfrm>
          </p:grpSpPr>
          <p:sp>
            <p:nvSpPr>
              <p:cNvPr id="5123" name="Google Shape;5123;p74"/>
              <p:cNvSpPr/>
              <p:nvPr/>
            </p:nvSpPr>
            <p:spPr>
              <a:xfrm>
                <a:off x="2623904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4" name="Google Shape;5124;p74"/>
              <p:cNvSpPr/>
              <p:nvPr/>
            </p:nvSpPr>
            <p:spPr>
              <a:xfrm>
                <a:off x="2896716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5" name="Google Shape;5125;p74"/>
              <p:cNvSpPr/>
              <p:nvPr/>
            </p:nvSpPr>
            <p:spPr>
              <a:xfrm>
                <a:off x="3169527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6" name="Google Shape;5126;p74"/>
              <p:cNvSpPr/>
              <p:nvPr/>
            </p:nvSpPr>
            <p:spPr>
              <a:xfrm>
                <a:off x="3442338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7" name="Google Shape;5127;p74"/>
              <p:cNvSpPr/>
              <p:nvPr/>
            </p:nvSpPr>
            <p:spPr>
              <a:xfrm>
                <a:off x="3715149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28" name="Google Shape;5128;p74"/>
            <p:cNvGrpSpPr/>
            <p:nvPr/>
          </p:nvGrpSpPr>
          <p:grpSpPr>
            <a:xfrm>
              <a:off x="2623907" y="1749775"/>
              <a:ext cx="1364245" cy="273000"/>
              <a:chOff x="2623907" y="1749775"/>
              <a:chExt cx="1364245" cy="273000"/>
            </a:xfrm>
          </p:grpSpPr>
          <p:sp>
            <p:nvSpPr>
              <p:cNvPr id="5129" name="Google Shape;5129;p74"/>
              <p:cNvSpPr/>
              <p:nvPr/>
            </p:nvSpPr>
            <p:spPr>
              <a:xfrm>
                <a:off x="2623907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0" name="Google Shape;5130;p74"/>
              <p:cNvSpPr/>
              <p:nvPr/>
            </p:nvSpPr>
            <p:spPr>
              <a:xfrm>
                <a:off x="2896718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1" name="Google Shape;5131;p74"/>
              <p:cNvSpPr/>
              <p:nvPr/>
            </p:nvSpPr>
            <p:spPr>
              <a:xfrm>
                <a:off x="3169529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2" name="Google Shape;5132;p74"/>
              <p:cNvSpPr/>
              <p:nvPr/>
            </p:nvSpPr>
            <p:spPr>
              <a:xfrm>
                <a:off x="3442341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3" name="Google Shape;5133;p74"/>
              <p:cNvSpPr/>
              <p:nvPr/>
            </p:nvSpPr>
            <p:spPr>
              <a:xfrm>
                <a:off x="3715152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34" name="Google Shape;5134;p74"/>
            <p:cNvGrpSpPr/>
            <p:nvPr/>
          </p:nvGrpSpPr>
          <p:grpSpPr>
            <a:xfrm>
              <a:off x="2623904" y="2027936"/>
              <a:ext cx="1364245" cy="273000"/>
              <a:chOff x="2623904" y="2027936"/>
              <a:chExt cx="1364245" cy="273000"/>
            </a:xfrm>
          </p:grpSpPr>
          <p:sp>
            <p:nvSpPr>
              <p:cNvPr id="5135" name="Google Shape;5135;p74"/>
              <p:cNvSpPr/>
              <p:nvPr/>
            </p:nvSpPr>
            <p:spPr>
              <a:xfrm>
                <a:off x="2623904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6" name="Google Shape;5136;p74"/>
              <p:cNvSpPr/>
              <p:nvPr/>
            </p:nvSpPr>
            <p:spPr>
              <a:xfrm>
                <a:off x="2896716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7" name="Google Shape;5137;p74"/>
              <p:cNvSpPr/>
              <p:nvPr/>
            </p:nvSpPr>
            <p:spPr>
              <a:xfrm>
                <a:off x="3169527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8" name="Google Shape;5138;p74"/>
              <p:cNvSpPr/>
              <p:nvPr/>
            </p:nvSpPr>
            <p:spPr>
              <a:xfrm>
                <a:off x="3442338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9" name="Google Shape;5139;p74"/>
              <p:cNvSpPr/>
              <p:nvPr/>
            </p:nvSpPr>
            <p:spPr>
              <a:xfrm>
                <a:off x="3715149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0" name="Google Shape;5140;p74"/>
          <p:cNvGrpSpPr/>
          <p:nvPr/>
        </p:nvGrpSpPr>
        <p:grpSpPr>
          <a:xfrm>
            <a:off x="3468205" y="3261102"/>
            <a:ext cx="1850055" cy="212165"/>
            <a:chOff x="3200660" y="2180272"/>
            <a:chExt cx="2563824" cy="378237"/>
          </a:xfrm>
        </p:grpSpPr>
        <p:sp>
          <p:nvSpPr>
            <p:cNvPr id="5141" name="Google Shape;5141;p74"/>
            <p:cNvSpPr/>
            <p:nvPr/>
          </p:nvSpPr>
          <p:spPr>
            <a:xfrm>
              <a:off x="320066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2" name="Google Shape;5142;p74"/>
            <p:cNvSpPr/>
            <p:nvPr/>
          </p:nvSpPr>
          <p:spPr>
            <a:xfrm>
              <a:off x="3345104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3" name="Google Shape;5143;p74"/>
            <p:cNvSpPr/>
            <p:nvPr/>
          </p:nvSpPr>
          <p:spPr>
            <a:xfrm>
              <a:off x="348954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4" name="Google Shape;5144;p74"/>
            <p:cNvSpPr/>
            <p:nvPr/>
          </p:nvSpPr>
          <p:spPr>
            <a:xfrm>
              <a:off x="3633992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5" name="Google Shape;5145;p74"/>
            <p:cNvSpPr/>
            <p:nvPr/>
          </p:nvSpPr>
          <p:spPr>
            <a:xfrm>
              <a:off x="3778448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6" name="Google Shape;5146;p74"/>
            <p:cNvSpPr/>
            <p:nvPr/>
          </p:nvSpPr>
          <p:spPr>
            <a:xfrm>
              <a:off x="392289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7" name="Google Shape;5147;p74"/>
            <p:cNvSpPr/>
            <p:nvPr/>
          </p:nvSpPr>
          <p:spPr>
            <a:xfrm>
              <a:off x="406733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74"/>
            <p:cNvSpPr/>
            <p:nvPr/>
          </p:nvSpPr>
          <p:spPr>
            <a:xfrm>
              <a:off x="4211780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9" name="Google Shape;5149;p74"/>
            <p:cNvSpPr/>
            <p:nvPr/>
          </p:nvSpPr>
          <p:spPr>
            <a:xfrm>
              <a:off x="4356236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0" name="Google Shape;5150;p74"/>
            <p:cNvSpPr/>
            <p:nvPr/>
          </p:nvSpPr>
          <p:spPr>
            <a:xfrm>
              <a:off x="450068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1" name="Google Shape;5151;p74"/>
            <p:cNvSpPr/>
            <p:nvPr/>
          </p:nvSpPr>
          <p:spPr>
            <a:xfrm>
              <a:off x="4645124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2" name="Google Shape;5152;p74"/>
            <p:cNvSpPr/>
            <p:nvPr/>
          </p:nvSpPr>
          <p:spPr>
            <a:xfrm>
              <a:off x="478956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3" name="Google Shape;5153;p74"/>
            <p:cNvSpPr/>
            <p:nvPr/>
          </p:nvSpPr>
          <p:spPr>
            <a:xfrm>
              <a:off x="493401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4" name="Google Shape;5154;p74"/>
            <p:cNvSpPr/>
            <p:nvPr/>
          </p:nvSpPr>
          <p:spPr>
            <a:xfrm>
              <a:off x="507845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5" name="Google Shape;5155;p74"/>
            <p:cNvSpPr/>
            <p:nvPr/>
          </p:nvSpPr>
          <p:spPr>
            <a:xfrm>
              <a:off x="522290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6" name="Google Shape;5156;p74"/>
            <p:cNvSpPr/>
            <p:nvPr/>
          </p:nvSpPr>
          <p:spPr>
            <a:xfrm>
              <a:off x="5367343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7" name="Google Shape;5157;p74"/>
            <p:cNvSpPr/>
            <p:nvPr/>
          </p:nvSpPr>
          <p:spPr>
            <a:xfrm>
              <a:off x="5511787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8" name="Google Shape;5158;p74"/>
            <p:cNvSpPr/>
            <p:nvPr/>
          </p:nvSpPr>
          <p:spPr>
            <a:xfrm>
              <a:off x="5656231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59" name="Google Shape;5159;p74"/>
          <p:cNvGrpSpPr/>
          <p:nvPr/>
        </p:nvGrpSpPr>
        <p:grpSpPr>
          <a:xfrm>
            <a:off x="3463569" y="3631454"/>
            <a:ext cx="1854003" cy="212833"/>
            <a:chOff x="3530150" y="2790075"/>
            <a:chExt cx="1962600" cy="225300"/>
          </a:xfrm>
        </p:grpSpPr>
        <p:sp>
          <p:nvSpPr>
            <p:cNvPr id="5160" name="Google Shape;5160;p74"/>
            <p:cNvSpPr/>
            <p:nvPr/>
          </p:nvSpPr>
          <p:spPr>
            <a:xfrm>
              <a:off x="3530150" y="2790075"/>
              <a:ext cx="1962600" cy="225300"/>
            </a:xfrm>
            <a:prstGeom prst="rec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1" name="Google Shape;5161;p74"/>
            <p:cNvSpPr/>
            <p:nvPr/>
          </p:nvSpPr>
          <p:spPr>
            <a:xfrm>
              <a:off x="3530150" y="2790075"/>
              <a:ext cx="1110000" cy="225300"/>
            </a:xfrm>
            <a:prstGeom prst="rect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62" name="Google Shape;5162;p74"/>
          <p:cNvGrpSpPr/>
          <p:nvPr/>
        </p:nvGrpSpPr>
        <p:grpSpPr>
          <a:xfrm>
            <a:off x="3463647" y="4002474"/>
            <a:ext cx="1882172" cy="205567"/>
            <a:chOff x="3558802" y="4011244"/>
            <a:chExt cx="1866000" cy="111600"/>
          </a:xfrm>
        </p:grpSpPr>
        <p:sp>
          <p:nvSpPr>
            <p:cNvPr id="5163" name="Google Shape;5163;p74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4" name="Google Shape;5164;p74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65" name="Google Shape;5165;p74"/>
          <p:cNvGrpSpPr/>
          <p:nvPr/>
        </p:nvGrpSpPr>
        <p:grpSpPr>
          <a:xfrm>
            <a:off x="3464031" y="2943234"/>
            <a:ext cx="1844671" cy="159681"/>
            <a:chOff x="3465975" y="2270258"/>
            <a:chExt cx="1986364" cy="171947"/>
          </a:xfrm>
        </p:grpSpPr>
        <p:sp>
          <p:nvSpPr>
            <p:cNvPr id="5166" name="Google Shape;5166;p74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7" name="Google Shape;5167;p74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8" name="Google Shape;5168;p74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9" name="Google Shape;5169;p74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0" name="Google Shape;5170;p74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1" name="Google Shape;5171;p74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74"/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3" name="Google Shape;5173;p74"/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74" name="Google Shape;5174;p74"/>
          <p:cNvGrpSpPr/>
          <p:nvPr/>
        </p:nvGrpSpPr>
        <p:grpSpPr>
          <a:xfrm>
            <a:off x="3478708" y="4761598"/>
            <a:ext cx="1826041" cy="260613"/>
            <a:chOff x="723300" y="4253549"/>
            <a:chExt cx="2276482" cy="324900"/>
          </a:xfrm>
        </p:grpSpPr>
        <p:sp>
          <p:nvSpPr>
            <p:cNvPr id="5175" name="Google Shape;5175;p74"/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6" name="Google Shape;5176;p74"/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7" name="Google Shape;5177;p74"/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8" name="Google Shape;5178;p74"/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9" name="Google Shape;5179;p74"/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80" name="Google Shape;5180;p74"/>
          <p:cNvGrpSpPr/>
          <p:nvPr/>
        </p:nvGrpSpPr>
        <p:grpSpPr>
          <a:xfrm>
            <a:off x="3464788" y="4363253"/>
            <a:ext cx="1852088" cy="240159"/>
            <a:chOff x="705948" y="3788465"/>
            <a:chExt cx="2308953" cy="299400"/>
          </a:xfrm>
        </p:grpSpPr>
        <p:sp>
          <p:nvSpPr>
            <p:cNvPr id="5181" name="Google Shape;5181;p74"/>
            <p:cNvSpPr/>
            <p:nvPr/>
          </p:nvSpPr>
          <p:spPr>
            <a:xfrm>
              <a:off x="705948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2" name="Google Shape;5182;p74"/>
            <p:cNvSpPr/>
            <p:nvPr/>
          </p:nvSpPr>
          <p:spPr>
            <a:xfrm>
              <a:off x="1209923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74"/>
            <p:cNvSpPr/>
            <p:nvPr/>
          </p:nvSpPr>
          <p:spPr>
            <a:xfrm>
              <a:off x="1713905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4" name="Google Shape;5184;p74"/>
            <p:cNvSpPr/>
            <p:nvPr/>
          </p:nvSpPr>
          <p:spPr>
            <a:xfrm>
              <a:off x="2189639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5" name="Google Shape;5185;p74"/>
            <p:cNvSpPr/>
            <p:nvPr/>
          </p:nvSpPr>
          <p:spPr>
            <a:xfrm>
              <a:off x="2679500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86" name="Google Shape;5186;p74"/>
          <p:cNvGrpSpPr/>
          <p:nvPr/>
        </p:nvGrpSpPr>
        <p:grpSpPr>
          <a:xfrm>
            <a:off x="5594109" y="2501858"/>
            <a:ext cx="1911761" cy="255335"/>
            <a:chOff x="4273350" y="2088443"/>
            <a:chExt cx="1433821" cy="191501"/>
          </a:xfrm>
        </p:grpSpPr>
        <p:grpSp>
          <p:nvGrpSpPr>
            <p:cNvPr id="5187" name="Google Shape;5187;p74"/>
            <p:cNvGrpSpPr/>
            <p:nvPr/>
          </p:nvGrpSpPr>
          <p:grpSpPr>
            <a:xfrm>
              <a:off x="4273350" y="2088443"/>
              <a:ext cx="1433821" cy="0"/>
              <a:chOff x="5224975" y="2962250"/>
              <a:chExt cx="1544400" cy="0"/>
            </a:xfrm>
          </p:grpSpPr>
          <p:cxnSp>
            <p:nvCxnSpPr>
              <p:cNvPr id="5188" name="Google Shape;5188;p74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9" name="Google Shape;5189;p74"/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90" name="Google Shape;5190;p74"/>
            <p:cNvGrpSpPr/>
            <p:nvPr/>
          </p:nvGrpSpPr>
          <p:grpSpPr>
            <a:xfrm>
              <a:off x="4273350" y="2279944"/>
              <a:ext cx="1433821" cy="0"/>
              <a:chOff x="5224975" y="2962250"/>
              <a:chExt cx="1544400" cy="0"/>
            </a:xfrm>
          </p:grpSpPr>
          <p:cxnSp>
            <p:nvCxnSpPr>
              <p:cNvPr id="5191" name="Google Shape;5191;p74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2" name="Google Shape;5192;p74"/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193" name="Google Shape;5193;p74"/>
          <p:cNvGrpSpPr/>
          <p:nvPr/>
        </p:nvGrpSpPr>
        <p:grpSpPr>
          <a:xfrm>
            <a:off x="3528705" y="5180396"/>
            <a:ext cx="1739479" cy="392099"/>
            <a:chOff x="2658741" y="4097347"/>
            <a:chExt cx="1304609" cy="294074"/>
          </a:xfrm>
        </p:grpSpPr>
        <p:grpSp>
          <p:nvGrpSpPr>
            <p:cNvPr id="5194" name="Google Shape;5194;p74"/>
            <p:cNvGrpSpPr/>
            <p:nvPr/>
          </p:nvGrpSpPr>
          <p:grpSpPr>
            <a:xfrm>
              <a:off x="2658741" y="4097347"/>
              <a:ext cx="118572" cy="294074"/>
              <a:chOff x="3343310" y="4475555"/>
              <a:chExt cx="127717" cy="316753"/>
            </a:xfrm>
          </p:grpSpPr>
          <p:sp>
            <p:nvSpPr>
              <p:cNvPr id="5195" name="Google Shape;5195;p74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96" name="Google Shape;5196;p74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97" name="Google Shape;5197;p74"/>
            <p:cNvGrpSpPr/>
            <p:nvPr/>
          </p:nvGrpSpPr>
          <p:grpSpPr>
            <a:xfrm>
              <a:off x="3815519" y="4098388"/>
              <a:ext cx="147831" cy="291991"/>
              <a:chOff x="3527539" y="4476677"/>
              <a:chExt cx="159232" cy="314510"/>
            </a:xfrm>
          </p:grpSpPr>
          <p:sp>
            <p:nvSpPr>
              <p:cNvPr id="5198" name="Google Shape;5198;p74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99" name="Google Shape;5199;p74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0" name="Google Shape;5200;p74"/>
            <p:cNvGrpSpPr/>
            <p:nvPr/>
          </p:nvGrpSpPr>
          <p:grpSpPr>
            <a:xfrm>
              <a:off x="3511696" y="4098388"/>
              <a:ext cx="147831" cy="291991"/>
              <a:chOff x="3527539" y="4476677"/>
              <a:chExt cx="159232" cy="314510"/>
            </a:xfrm>
          </p:grpSpPr>
          <p:sp>
            <p:nvSpPr>
              <p:cNvPr id="5201" name="Google Shape;5201;p74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02" name="Google Shape;5202;p74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3" name="Google Shape;5203;p74"/>
            <p:cNvGrpSpPr/>
            <p:nvPr/>
          </p:nvGrpSpPr>
          <p:grpSpPr>
            <a:xfrm>
              <a:off x="3207874" y="4098388"/>
              <a:ext cx="147831" cy="291991"/>
              <a:chOff x="3527539" y="4476677"/>
              <a:chExt cx="159232" cy="314510"/>
            </a:xfrm>
          </p:grpSpPr>
          <p:sp>
            <p:nvSpPr>
              <p:cNvPr id="5204" name="Google Shape;5204;p74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05" name="Google Shape;5205;p74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6" name="Google Shape;5206;p74"/>
            <p:cNvGrpSpPr/>
            <p:nvPr/>
          </p:nvGrpSpPr>
          <p:grpSpPr>
            <a:xfrm>
              <a:off x="2933305" y="4097347"/>
              <a:ext cx="118572" cy="294074"/>
              <a:chOff x="3343310" y="4475555"/>
              <a:chExt cx="127717" cy="316753"/>
            </a:xfrm>
          </p:grpSpPr>
          <p:sp>
            <p:nvSpPr>
              <p:cNvPr id="5207" name="Google Shape;5207;p74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08" name="Google Shape;5208;p74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09" name="Google Shape;5209;p74"/>
          <p:cNvGrpSpPr/>
          <p:nvPr/>
        </p:nvGrpSpPr>
        <p:grpSpPr>
          <a:xfrm>
            <a:off x="5596182" y="1285322"/>
            <a:ext cx="1907615" cy="1001649"/>
            <a:chOff x="5159450" y="1919950"/>
            <a:chExt cx="1541050" cy="862500"/>
          </a:xfrm>
        </p:grpSpPr>
        <p:sp>
          <p:nvSpPr>
            <p:cNvPr id="5210" name="Google Shape;5210;p74"/>
            <p:cNvSpPr/>
            <p:nvPr/>
          </p:nvSpPr>
          <p:spPr>
            <a:xfrm>
              <a:off x="5216414" y="2060033"/>
              <a:ext cx="1436820" cy="600250"/>
            </a:xfrm>
            <a:custGeom>
              <a:avLst/>
              <a:gdLst/>
              <a:ahLst/>
              <a:cxnLst/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GB" noProof="0" dirty="0"/>
            </a:p>
          </p:txBody>
        </p:sp>
        <p:grpSp>
          <p:nvGrpSpPr>
            <p:cNvPr id="5211" name="Google Shape;5211;p74"/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5212" name="Google Shape;5212;p74"/>
              <p:cNvCxnSpPr/>
              <p:nvPr/>
            </p:nvCxnSpPr>
            <p:spPr>
              <a:xfrm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3" name="Google Shape;5213;p74"/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14" name="Google Shape;5214;p74"/>
          <p:cNvGrpSpPr/>
          <p:nvPr/>
        </p:nvGrpSpPr>
        <p:grpSpPr>
          <a:xfrm>
            <a:off x="5660365" y="2970348"/>
            <a:ext cx="1779248" cy="1290552"/>
            <a:chOff x="4294923" y="2439811"/>
            <a:chExt cx="1334436" cy="967914"/>
          </a:xfrm>
        </p:grpSpPr>
        <p:grpSp>
          <p:nvGrpSpPr>
            <p:cNvPr id="5215" name="Google Shape;5215;p74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5216" name="Google Shape;5216;p74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17" name="Google Shape;5217;p74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18" name="Google Shape;5218;p74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19" name="Google Shape;5219;p74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0" name="Google Shape;5220;p74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1" name="Google Shape;5221;p74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2" name="Google Shape;5222;p74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5223" name="Google Shape;5223;p74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4" name="Google Shape;5224;p74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5" name="Google Shape;5225;p74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6" name="Google Shape;5226;p74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7" name="Google Shape;5227;p74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8" name="Google Shape;5228;p74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29" name="Google Shape;5229;p74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230" name="Google Shape;5230;p74"/>
          <p:cNvGrpSpPr/>
          <p:nvPr/>
        </p:nvGrpSpPr>
        <p:grpSpPr>
          <a:xfrm>
            <a:off x="5641970" y="4376276"/>
            <a:ext cx="1907932" cy="1196385"/>
            <a:chOff x="4351371" y="3547942"/>
            <a:chExt cx="1345130" cy="843475"/>
          </a:xfrm>
        </p:grpSpPr>
        <p:grpSp>
          <p:nvGrpSpPr>
            <p:cNvPr id="5231" name="Google Shape;5231;p74"/>
            <p:cNvGrpSpPr/>
            <p:nvPr/>
          </p:nvGrpSpPr>
          <p:grpSpPr>
            <a:xfrm>
              <a:off x="4351371" y="4209917"/>
              <a:ext cx="1345130" cy="181500"/>
              <a:chOff x="4351371" y="4209917"/>
              <a:chExt cx="1345130" cy="181500"/>
            </a:xfrm>
          </p:grpSpPr>
          <p:sp>
            <p:nvSpPr>
              <p:cNvPr id="5232" name="Google Shape;5232;p74"/>
              <p:cNvSpPr/>
              <p:nvPr/>
            </p:nvSpPr>
            <p:spPr>
              <a:xfrm rot="10800000">
                <a:off x="4351371" y="4209917"/>
                <a:ext cx="1281600" cy="181500"/>
              </a:xfrm>
              <a:prstGeom prst="rect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33" name="Google Shape;5233;p74"/>
              <p:cNvCxnSpPr/>
              <p:nvPr/>
            </p:nvCxnSpPr>
            <p:spPr>
              <a:xfrm>
                <a:off x="5551000" y="4298797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34" name="Google Shape;5234;p74"/>
            <p:cNvGrpSpPr/>
            <p:nvPr/>
          </p:nvGrpSpPr>
          <p:grpSpPr>
            <a:xfrm>
              <a:off x="4403010" y="3985221"/>
              <a:ext cx="1109518" cy="181500"/>
              <a:chOff x="4403010" y="3985221"/>
              <a:chExt cx="1109518" cy="181500"/>
            </a:xfrm>
          </p:grpSpPr>
          <p:sp>
            <p:nvSpPr>
              <p:cNvPr id="5235" name="Google Shape;5235;p74"/>
              <p:cNvSpPr/>
              <p:nvPr/>
            </p:nvSpPr>
            <p:spPr>
              <a:xfrm rot="10800000">
                <a:off x="4471829" y="3985221"/>
                <a:ext cx="1040700" cy="181500"/>
              </a:xfrm>
              <a:prstGeom prst="rect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36" name="Google Shape;5236;p74"/>
              <p:cNvCxnSpPr/>
              <p:nvPr/>
            </p:nvCxnSpPr>
            <p:spPr>
              <a:xfrm>
                <a:off x="4403010" y="4075993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37" name="Google Shape;5237;p74"/>
            <p:cNvGrpSpPr/>
            <p:nvPr/>
          </p:nvGrpSpPr>
          <p:grpSpPr>
            <a:xfrm>
              <a:off x="4618704" y="3766582"/>
              <a:ext cx="807858" cy="181500"/>
              <a:chOff x="4618704" y="3766582"/>
              <a:chExt cx="807858" cy="181500"/>
            </a:xfrm>
          </p:grpSpPr>
          <p:sp>
            <p:nvSpPr>
              <p:cNvPr id="5238" name="Google Shape;5238;p74"/>
              <p:cNvSpPr/>
              <p:nvPr/>
            </p:nvSpPr>
            <p:spPr>
              <a:xfrm rot="10800000">
                <a:off x="4618704" y="3766582"/>
                <a:ext cx="747000" cy="181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39" name="Google Shape;5239;p74"/>
              <p:cNvCxnSpPr/>
              <p:nvPr/>
            </p:nvCxnSpPr>
            <p:spPr>
              <a:xfrm>
                <a:off x="5281062" y="3855291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40" name="Google Shape;5240;p74"/>
            <p:cNvGrpSpPr/>
            <p:nvPr/>
          </p:nvGrpSpPr>
          <p:grpSpPr>
            <a:xfrm>
              <a:off x="4735238" y="3547942"/>
              <a:ext cx="462839" cy="181500"/>
              <a:chOff x="4735238" y="3547942"/>
              <a:chExt cx="462839" cy="181500"/>
            </a:xfrm>
          </p:grpSpPr>
          <p:sp>
            <p:nvSpPr>
              <p:cNvPr id="5241" name="Google Shape;5241;p74"/>
              <p:cNvSpPr/>
              <p:nvPr/>
            </p:nvSpPr>
            <p:spPr>
              <a:xfrm rot="10800000">
                <a:off x="4786477" y="3547942"/>
                <a:ext cx="411600" cy="181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42" name="Google Shape;5242;p74"/>
              <p:cNvCxnSpPr/>
              <p:nvPr/>
            </p:nvCxnSpPr>
            <p:spPr>
              <a:xfrm>
                <a:off x="4735238" y="3636872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43" name="Google Shape;5243;p74"/>
          <p:cNvGrpSpPr/>
          <p:nvPr/>
        </p:nvGrpSpPr>
        <p:grpSpPr>
          <a:xfrm>
            <a:off x="9877114" y="2956707"/>
            <a:ext cx="1361273" cy="1238471"/>
            <a:chOff x="926675" y="238125"/>
            <a:chExt cx="5755100" cy="5232975"/>
          </a:xfrm>
        </p:grpSpPr>
        <p:sp>
          <p:nvSpPr>
            <p:cNvPr id="5244" name="Google Shape;5244;p74"/>
            <p:cNvSpPr/>
            <p:nvPr/>
          </p:nvSpPr>
          <p:spPr>
            <a:xfrm>
              <a:off x="2235475" y="2161100"/>
              <a:ext cx="3138650" cy="1012350"/>
            </a:xfrm>
            <a:custGeom>
              <a:avLst/>
              <a:gdLst/>
              <a:ahLst/>
              <a:cxnLst/>
              <a:rect l="l" t="t" r="r" b="b"/>
              <a:pathLst>
                <a:path w="125546" h="40494" extrusionOk="0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5" name="Google Shape;5245;p74"/>
            <p:cNvSpPr/>
            <p:nvPr/>
          </p:nvSpPr>
          <p:spPr>
            <a:xfrm>
              <a:off x="2825775" y="238125"/>
              <a:ext cx="1961900" cy="1850225"/>
            </a:xfrm>
            <a:custGeom>
              <a:avLst/>
              <a:gdLst/>
              <a:ahLst/>
              <a:cxnLst/>
              <a:rect l="l" t="t" r="r" b="b"/>
              <a:pathLst>
                <a:path w="78476" h="74009" extrusionOk="0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6" name="Google Shape;5246;p74"/>
            <p:cNvSpPr/>
            <p:nvPr/>
          </p:nvSpPr>
          <p:spPr>
            <a:xfrm>
              <a:off x="926675" y="4357100"/>
              <a:ext cx="5755100" cy="1114000"/>
            </a:xfrm>
            <a:custGeom>
              <a:avLst/>
              <a:gdLst/>
              <a:ahLst/>
              <a:cxnLst/>
              <a:rect l="l" t="t" r="r" b="b"/>
              <a:pathLst>
                <a:path w="230204" h="44560" extrusionOk="0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7" name="Google Shape;5247;p74"/>
            <p:cNvSpPr/>
            <p:nvPr/>
          </p:nvSpPr>
          <p:spPr>
            <a:xfrm>
              <a:off x="1621700" y="3256600"/>
              <a:ext cx="4370050" cy="1006950"/>
            </a:xfrm>
            <a:custGeom>
              <a:avLst/>
              <a:gdLst/>
              <a:ahLst/>
              <a:cxnLst/>
              <a:rect l="l" t="t" r="r" b="b"/>
              <a:pathLst>
                <a:path w="174802" h="40278" extrusionOk="0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248" name="Google Shape;5248;p74"/>
          <p:cNvGrpSpPr/>
          <p:nvPr/>
        </p:nvGrpSpPr>
        <p:grpSpPr>
          <a:xfrm>
            <a:off x="953611" y="3488354"/>
            <a:ext cx="2260499" cy="2081116"/>
            <a:chOff x="727421" y="2828315"/>
            <a:chExt cx="1695374" cy="1560837"/>
          </a:xfrm>
        </p:grpSpPr>
        <p:grpSp>
          <p:nvGrpSpPr>
            <p:cNvPr id="5249" name="Google Shape;5249;p74"/>
            <p:cNvGrpSpPr/>
            <p:nvPr/>
          </p:nvGrpSpPr>
          <p:grpSpPr>
            <a:xfrm>
              <a:off x="727421" y="2828315"/>
              <a:ext cx="1695374" cy="1560837"/>
              <a:chOff x="734799" y="2782450"/>
              <a:chExt cx="1571100" cy="1577400"/>
            </a:xfrm>
          </p:grpSpPr>
          <p:cxnSp>
            <p:nvCxnSpPr>
              <p:cNvPr id="5250" name="Google Shape;5250;p74"/>
              <p:cNvCxnSpPr/>
              <p:nvPr/>
            </p:nvCxnSpPr>
            <p:spPr>
              <a:xfrm>
                <a:off x="743025" y="2782450"/>
                <a:ext cx="0" cy="157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51" name="Google Shape;5251;p74"/>
              <p:cNvCxnSpPr/>
              <p:nvPr/>
            </p:nvCxnSpPr>
            <p:spPr>
              <a:xfrm rot="10800000">
                <a:off x="734799" y="4359850"/>
                <a:ext cx="15711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52" name="Google Shape;5252;p74"/>
            <p:cNvGrpSpPr/>
            <p:nvPr/>
          </p:nvGrpSpPr>
          <p:grpSpPr>
            <a:xfrm>
              <a:off x="819108" y="2882501"/>
              <a:ext cx="1556791" cy="1426186"/>
              <a:chOff x="819108" y="2882501"/>
              <a:chExt cx="1556791" cy="1426186"/>
            </a:xfrm>
          </p:grpSpPr>
          <p:grpSp>
            <p:nvGrpSpPr>
              <p:cNvPr id="5253" name="Google Shape;5253;p74"/>
              <p:cNvGrpSpPr/>
              <p:nvPr/>
            </p:nvGrpSpPr>
            <p:grpSpPr>
              <a:xfrm>
                <a:off x="819108" y="2882501"/>
                <a:ext cx="103104" cy="1426186"/>
                <a:chOff x="4674013" y="3100904"/>
                <a:chExt cx="122758" cy="1698043"/>
              </a:xfrm>
            </p:grpSpPr>
            <p:sp>
              <p:nvSpPr>
                <p:cNvPr id="5254" name="Google Shape;5254;p74"/>
                <p:cNvSpPr/>
                <p:nvPr/>
              </p:nvSpPr>
              <p:spPr>
                <a:xfrm>
                  <a:off x="46740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5" name="Google Shape;5255;p74"/>
                <p:cNvSpPr/>
                <p:nvPr/>
              </p:nvSpPr>
              <p:spPr>
                <a:xfrm>
                  <a:off x="46740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6" name="Google Shape;5256;p74"/>
                <p:cNvSpPr/>
                <p:nvPr/>
              </p:nvSpPr>
              <p:spPr>
                <a:xfrm>
                  <a:off x="46740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7" name="Google Shape;5257;p74"/>
                <p:cNvSpPr/>
                <p:nvPr/>
              </p:nvSpPr>
              <p:spPr>
                <a:xfrm>
                  <a:off x="46740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8" name="Google Shape;5258;p74"/>
                <p:cNvSpPr/>
                <p:nvPr/>
              </p:nvSpPr>
              <p:spPr>
                <a:xfrm>
                  <a:off x="46740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9" name="Google Shape;5259;p74"/>
                <p:cNvSpPr/>
                <p:nvPr/>
              </p:nvSpPr>
              <p:spPr>
                <a:xfrm>
                  <a:off x="46740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0" name="Google Shape;5260;p74"/>
                <p:cNvSpPr/>
                <p:nvPr/>
              </p:nvSpPr>
              <p:spPr>
                <a:xfrm>
                  <a:off x="46740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61" name="Google Shape;5261;p74"/>
              <p:cNvGrpSpPr/>
              <p:nvPr/>
            </p:nvGrpSpPr>
            <p:grpSpPr>
              <a:xfrm>
                <a:off x="1062475" y="2882501"/>
                <a:ext cx="103104" cy="1426186"/>
                <a:chOff x="4940438" y="3100904"/>
                <a:chExt cx="122758" cy="1698043"/>
              </a:xfrm>
            </p:grpSpPr>
            <p:sp>
              <p:nvSpPr>
                <p:cNvPr id="5262" name="Google Shape;5262;p74"/>
                <p:cNvSpPr/>
                <p:nvPr/>
              </p:nvSpPr>
              <p:spPr>
                <a:xfrm>
                  <a:off x="4940438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3" name="Google Shape;5263;p74"/>
                <p:cNvSpPr/>
                <p:nvPr/>
              </p:nvSpPr>
              <p:spPr>
                <a:xfrm>
                  <a:off x="4940438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4" name="Google Shape;5264;p74"/>
                <p:cNvSpPr/>
                <p:nvPr/>
              </p:nvSpPr>
              <p:spPr>
                <a:xfrm>
                  <a:off x="4940438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5" name="Google Shape;5265;p74"/>
                <p:cNvSpPr/>
                <p:nvPr/>
              </p:nvSpPr>
              <p:spPr>
                <a:xfrm>
                  <a:off x="4940438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6" name="Google Shape;5266;p74"/>
                <p:cNvSpPr/>
                <p:nvPr/>
              </p:nvSpPr>
              <p:spPr>
                <a:xfrm>
                  <a:off x="4940438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7" name="Google Shape;5267;p74"/>
                <p:cNvSpPr/>
                <p:nvPr/>
              </p:nvSpPr>
              <p:spPr>
                <a:xfrm>
                  <a:off x="4940438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8" name="Google Shape;5268;p74"/>
                <p:cNvSpPr/>
                <p:nvPr/>
              </p:nvSpPr>
              <p:spPr>
                <a:xfrm>
                  <a:off x="4940438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69" name="Google Shape;5269;p74"/>
              <p:cNvGrpSpPr/>
              <p:nvPr/>
            </p:nvGrpSpPr>
            <p:grpSpPr>
              <a:xfrm>
                <a:off x="1299324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5270" name="Google Shape;5270;p74"/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1" name="Google Shape;5271;p74"/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2" name="Google Shape;5272;p74"/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3" name="Google Shape;5273;p74"/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4" name="Google Shape;5274;p74"/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5" name="Google Shape;5275;p74"/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6" name="Google Shape;5276;p74"/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77" name="Google Shape;5277;p74"/>
              <p:cNvGrpSpPr/>
              <p:nvPr/>
            </p:nvGrpSpPr>
            <p:grpSpPr>
              <a:xfrm>
                <a:off x="1786057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5278" name="Google Shape;5278;p74"/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9" name="Google Shape;5279;p74"/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0" name="Google Shape;5280;p74"/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1" name="Google Shape;5281;p74"/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2" name="Google Shape;5282;p74"/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3" name="Google Shape;5283;p74"/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4" name="Google Shape;5284;p74"/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85" name="Google Shape;5285;p74"/>
              <p:cNvGrpSpPr/>
              <p:nvPr/>
            </p:nvGrpSpPr>
            <p:grpSpPr>
              <a:xfrm>
                <a:off x="2029422" y="2882501"/>
                <a:ext cx="103104" cy="1426186"/>
                <a:chOff x="6805413" y="3100904"/>
                <a:chExt cx="122758" cy="1698043"/>
              </a:xfrm>
            </p:grpSpPr>
            <p:sp>
              <p:nvSpPr>
                <p:cNvPr id="5286" name="Google Shape;5286;p74"/>
                <p:cNvSpPr/>
                <p:nvPr/>
              </p:nvSpPr>
              <p:spPr>
                <a:xfrm>
                  <a:off x="68054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7" name="Google Shape;5287;p74"/>
                <p:cNvSpPr/>
                <p:nvPr/>
              </p:nvSpPr>
              <p:spPr>
                <a:xfrm>
                  <a:off x="68054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8" name="Google Shape;5288;p74"/>
                <p:cNvSpPr/>
                <p:nvPr/>
              </p:nvSpPr>
              <p:spPr>
                <a:xfrm>
                  <a:off x="68054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9" name="Google Shape;5289;p74"/>
                <p:cNvSpPr/>
                <p:nvPr/>
              </p:nvSpPr>
              <p:spPr>
                <a:xfrm>
                  <a:off x="68054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0" name="Google Shape;5290;p74"/>
                <p:cNvSpPr/>
                <p:nvPr/>
              </p:nvSpPr>
              <p:spPr>
                <a:xfrm>
                  <a:off x="68054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1" name="Google Shape;5291;p74"/>
                <p:cNvSpPr/>
                <p:nvPr/>
              </p:nvSpPr>
              <p:spPr>
                <a:xfrm>
                  <a:off x="68054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2" name="Google Shape;5292;p74"/>
                <p:cNvSpPr/>
                <p:nvPr/>
              </p:nvSpPr>
              <p:spPr>
                <a:xfrm>
                  <a:off x="68054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93" name="Google Shape;5293;p74"/>
              <p:cNvGrpSpPr/>
              <p:nvPr/>
            </p:nvGrpSpPr>
            <p:grpSpPr>
              <a:xfrm>
                <a:off x="2272795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5294" name="Google Shape;5294;p74"/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5" name="Google Shape;5295;p74"/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6" name="Google Shape;5296;p74"/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7" name="Google Shape;5297;p74"/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8" name="Google Shape;5298;p74"/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9" name="Google Shape;5299;p74"/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0" name="Google Shape;5300;p74"/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01" name="Google Shape;5301;p74"/>
              <p:cNvGrpSpPr/>
              <p:nvPr/>
            </p:nvGrpSpPr>
            <p:grpSpPr>
              <a:xfrm>
                <a:off x="1542694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5302" name="Google Shape;5302;p74"/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3" name="Google Shape;5303;p74"/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4" name="Google Shape;5304;p74"/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5" name="Google Shape;5305;p74"/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6" name="Google Shape;5306;p74"/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7" name="Google Shape;5307;p74"/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8" name="Google Shape;5308;p74"/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309" name="Google Shape;5309;p74"/>
          <p:cNvGrpSpPr/>
          <p:nvPr/>
        </p:nvGrpSpPr>
        <p:grpSpPr>
          <a:xfrm>
            <a:off x="7561679" y="4407983"/>
            <a:ext cx="3666603" cy="1160903"/>
            <a:chOff x="238125" y="1725700"/>
            <a:chExt cx="7139025" cy="2260325"/>
          </a:xfrm>
        </p:grpSpPr>
        <p:sp>
          <p:nvSpPr>
            <p:cNvPr id="5310" name="Google Shape;5310;p74"/>
            <p:cNvSpPr/>
            <p:nvPr/>
          </p:nvSpPr>
          <p:spPr>
            <a:xfrm>
              <a:off x="238125" y="1741950"/>
              <a:ext cx="6506150" cy="2228050"/>
            </a:xfrm>
            <a:custGeom>
              <a:avLst/>
              <a:gdLst/>
              <a:ahLst/>
              <a:cxnLst/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solidFill>
              <a:srgbClr val="E3E9ED">
                <a:alpha val="435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74"/>
            <p:cNvSpPr/>
            <p:nvPr/>
          </p:nvSpPr>
          <p:spPr>
            <a:xfrm>
              <a:off x="2480475" y="2435950"/>
              <a:ext cx="438500" cy="841400"/>
            </a:xfrm>
            <a:custGeom>
              <a:avLst/>
              <a:gdLst/>
              <a:ahLst/>
              <a:cxnLst/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74"/>
            <p:cNvSpPr/>
            <p:nvPr/>
          </p:nvSpPr>
          <p:spPr>
            <a:xfrm>
              <a:off x="3663250" y="2219875"/>
              <a:ext cx="607450" cy="1272525"/>
            </a:xfrm>
            <a:custGeom>
              <a:avLst/>
              <a:gdLst/>
              <a:ahLst/>
              <a:cxnLst/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3" name="Google Shape;5313;p74"/>
            <p:cNvSpPr/>
            <p:nvPr/>
          </p:nvSpPr>
          <p:spPr>
            <a:xfrm>
              <a:off x="4999700" y="1973525"/>
              <a:ext cx="820500" cy="1764350"/>
            </a:xfrm>
            <a:custGeom>
              <a:avLst/>
              <a:gdLst/>
              <a:ahLst/>
              <a:cxnLst/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74"/>
            <p:cNvSpPr/>
            <p:nvPr/>
          </p:nvSpPr>
          <p:spPr>
            <a:xfrm>
              <a:off x="6838275" y="1725700"/>
              <a:ext cx="150" cy="0"/>
            </a:xfrm>
            <a:custGeom>
              <a:avLst/>
              <a:gdLst/>
              <a:ahLst/>
              <a:cxnLst/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5" name="Google Shape;5315;p74"/>
            <p:cNvSpPr/>
            <p:nvPr/>
          </p:nvSpPr>
          <p:spPr>
            <a:xfrm>
              <a:off x="6838400" y="3986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6" name="Google Shape;5316;p74"/>
            <p:cNvSpPr/>
            <p:nvPr/>
          </p:nvSpPr>
          <p:spPr>
            <a:xfrm>
              <a:off x="6744250" y="3969975"/>
              <a:ext cx="94175" cy="16050"/>
            </a:xfrm>
            <a:custGeom>
              <a:avLst/>
              <a:gdLst/>
              <a:ahLst/>
              <a:cxnLst/>
              <a:rect l="l" t="t" r="r" b="b"/>
              <a:pathLst>
                <a:path w="3767" h="642" extrusionOk="0">
                  <a:moveTo>
                    <a:pt x="1" y="0"/>
                  </a:moveTo>
                  <a:lnTo>
                    <a:pt x="1" y="0"/>
                  </a:lnTo>
                  <a:cubicBezTo>
                    <a:pt x="1190" y="425"/>
                    <a:pt x="2415" y="642"/>
                    <a:pt x="3662" y="642"/>
                  </a:cubicBezTo>
                  <a:lnTo>
                    <a:pt x="3766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p74"/>
            <p:cNvSpPr/>
            <p:nvPr/>
          </p:nvSpPr>
          <p:spPr>
            <a:xfrm>
              <a:off x="6744250" y="1725700"/>
              <a:ext cx="94050" cy="16175"/>
            </a:xfrm>
            <a:custGeom>
              <a:avLst/>
              <a:gdLst/>
              <a:ahLst/>
              <a:cxnLst/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74"/>
            <p:cNvSpPr/>
            <p:nvPr/>
          </p:nvSpPr>
          <p:spPr>
            <a:xfrm>
              <a:off x="6294575" y="1725700"/>
              <a:ext cx="1082575" cy="2260225"/>
            </a:xfrm>
            <a:custGeom>
              <a:avLst/>
              <a:gdLst/>
              <a:ahLst/>
              <a:cxnLst/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74"/>
            <p:cNvSpPr/>
            <p:nvPr/>
          </p:nvSpPr>
          <p:spPr>
            <a:xfrm>
              <a:off x="1511625" y="2613375"/>
              <a:ext cx="292400" cy="484275"/>
            </a:xfrm>
            <a:custGeom>
              <a:avLst/>
              <a:gdLst/>
              <a:ahLst/>
              <a:cxnLst/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320" name="Google Shape;5320;p74"/>
          <p:cNvGrpSpPr/>
          <p:nvPr/>
        </p:nvGrpSpPr>
        <p:grpSpPr>
          <a:xfrm>
            <a:off x="7921897" y="2996978"/>
            <a:ext cx="1473936" cy="1222329"/>
            <a:chOff x="5249100" y="1210600"/>
            <a:chExt cx="3502700" cy="2904775"/>
          </a:xfrm>
        </p:grpSpPr>
        <p:sp>
          <p:nvSpPr>
            <p:cNvPr id="5321" name="Google Shape;5321;p74"/>
            <p:cNvSpPr/>
            <p:nvPr/>
          </p:nvSpPr>
          <p:spPr>
            <a:xfrm>
              <a:off x="5479658" y="1210600"/>
              <a:ext cx="3108190" cy="632425"/>
            </a:xfrm>
            <a:custGeom>
              <a:avLst/>
              <a:gdLst/>
              <a:ahLst/>
              <a:cxnLst/>
              <a:rect l="l" t="t" r="r" b="b"/>
              <a:pathLst>
                <a:path w="117257" h="25297" extrusionOk="0">
                  <a:moveTo>
                    <a:pt x="1" y="0"/>
                  </a:moveTo>
                  <a:lnTo>
                    <a:pt x="14647" y="25297"/>
                  </a:lnTo>
                  <a:lnTo>
                    <a:pt x="102066" y="25297"/>
                  </a:lnTo>
                  <a:lnTo>
                    <a:pt x="117257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22" name="Google Shape;5322;p74"/>
            <p:cNvSpPr/>
            <p:nvPr/>
          </p:nvSpPr>
          <p:spPr>
            <a:xfrm>
              <a:off x="5769162" y="1842998"/>
              <a:ext cx="2424880" cy="631925"/>
            </a:xfrm>
            <a:custGeom>
              <a:avLst/>
              <a:gdLst/>
              <a:ahLst/>
              <a:cxnLst/>
              <a:rect l="l" t="t" r="r" b="b"/>
              <a:pathLst>
                <a:path w="91479" h="25277" extrusionOk="0">
                  <a:moveTo>
                    <a:pt x="1" y="1"/>
                  </a:moveTo>
                  <a:lnTo>
                    <a:pt x="14647" y="25276"/>
                  </a:lnTo>
                  <a:lnTo>
                    <a:pt x="76602" y="25276"/>
                  </a:lnTo>
                  <a:lnTo>
                    <a:pt x="914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23" name="Google Shape;5323;p74"/>
            <p:cNvSpPr/>
            <p:nvPr/>
          </p:nvSpPr>
          <p:spPr>
            <a:xfrm>
              <a:off x="6065319" y="2474896"/>
              <a:ext cx="1739369" cy="632450"/>
            </a:xfrm>
            <a:custGeom>
              <a:avLst/>
              <a:gdLst/>
              <a:ahLst/>
              <a:cxnLst/>
              <a:rect l="l" t="t" r="r" b="b"/>
              <a:pathLst>
                <a:path w="65618" h="25298" extrusionOk="0">
                  <a:moveTo>
                    <a:pt x="1" y="0"/>
                  </a:moveTo>
                  <a:lnTo>
                    <a:pt x="14417" y="25297"/>
                  </a:lnTo>
                  <a:lnTo>
                    <a:pt x="50887" y="25297"/>
                  </a:lnTo>
                  <a:lnTo>
                    <a:pt x="656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24" name="Google Shape;5324;p74"/>
            <p:cNvSpPr/>
            <p:nvPr/>
          </p:nvSpPr>
          <p:spPr>
            <a:xfrm>
              <a:off x="6354293" y="3107319"/>
              <a:ext cx="1061572" cy="632425"/>
            </a:xfrm>
            <a:custGeom>
              <a:avLst/>
              <a:gdLst/>
              <a:ahLst/>
              <a:cxnLst/>
              <a:rect l="l" t="t" r="r" b="b"/>
              <a:pathLst>
                <a:path w="40048" h="25297" extrusionOk="0">
                  <a:moveTo>
                    <a:pt x="0" y="0"/>
                  </a:moveTo>
                  <a:lnTo>
                    <a:pt x="14668" y="25297"/>
                  </a:lnTo>
                  <a:lnTo>
                    <a:pt x="25360" y="25297"/>
                  </a:lnTo>
                  <a:lnTo>
                    <a:pt x="40048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325" name="Google Shape;5325;p74"/>
            <p:cNvCxnSpPr/>
            <p:nvPr/>
          </p:nvCxnSpPr>
          <p:spPr>
            <a:xfrm>
              <a:off x="5249100" y="2382654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869FB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326" name="Google Shape;5326;p74"/>
            <p:cNvCxnSpPr/>
            <p:nvPr/>
          </p:nvCxnSpPr>
          <p:spPr>
            <a:xfrm rot="10800000">
              <a:off x="8178522" y="1765431"/>
              <a:ext cx="559200" cy="0"/>
            </a:xfrm>
            <a:prstGeom prst="straightConnector1">
              <a:avLst/>
            </a:prstGeom>
            <a:noFill/>
            <a:ln w="19050" cap="flat" cmpd="sng">
              <a:solidFill>
                <a:srgbClr val="BAC8D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327" name="Google Shape;5327;p74"/>
            <p:cNvCxnSpPr/>
            <p:nvPr/>
          </p:nvCxnSpPr>
          <p:spPr>
            <a:xfrm rot="10800000">
              <a:off x="7467500" y="2943528"/>
              <a:ext cx="1284300" cy="0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328" name="Google Shape;5328;p74"/>
            <p:cNvCxnSpPr/>
            <p:nvPr/>
          </p:nvCxnSpPr>
          <p:spPr>
            <a:xfrm>
              <a:off x="5787288" y="3630350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5329" name="Google Shape;5329;p74"/>
            <p:cNvSpPr/>
            <p:nvPr/>
          </p:nvSpPr>
          <p:spPr>
            <a:xfrm>
              <a:off x="6601902" y="3690575"/>
              <a:ext cx="566400" cy="424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330" name="Google Shape;5330;p74"/>
          <p:cNvGrpSpPr/>
          <p:nvPr/>
        </p:nvGrpSpPr>
        <p:grpSpPr>
          <a:xfrm>
            <a:off x="9498628" y="1289535"/>
            <a:ext cx="1739533" cy="1499808"/>
            <a:chOff x="7287122" y="1165658"/>
            <a:chExt cx="1219413" cy="1051365"/>
          </a:xfrm>
        </p:grpSpPr>
        <p:grpSp>
          <p:nvGrpSpPr>
            <p:cNvPr id="5331" name="Google Shape;5331;p74"/>
            <p:cNvGrpSpPr/>
            <p:nvPr/>
          </p:nvGrpSpPr>
          <p:grpSpPr>
            <a:xfrm>
              <a:off x="7287122" y="1969723"/>
              <a:ext cx="1219413" cy="247300"/>
              <a:chOff x="7287122" y="1969723"/>
              <a:chExt cx="1219413" cy="247300"/>
            </a:xfrm>
          </p:grpSpPr>
          <p:sp>
            <p:nvSpPr>
              <p:cNvPr id="5332" name="Google Shape;5332;p74"/>
              <p:cNvSpPr/>
              <p:nvPr/>
            </p:nvSpPr>
            <p:spPr>
              <a:xfrm flipH="1">
                <a:off x="8366247" y="1969723"/>
                <a:ext cx="140288" cy="247300"/>
              </a:xfrm>
              <a:custGeom>
                <a:avLst/>
                <a:gdLst/>
                <a:ahLst/>
                <a:cxnLst/>
                <a:rect l="l" t="t" r="r" b="b"/>
                <a:pathLst>
                  <a:path w="14992" h="26428" extrusionOk="0">
                    <a:moveTo>
                      <a:pt x="31" y="0"/>
                    </a:moveTo>
                    <a:cubicBezTo>
                      <a:pt x="25" y="0"/>
                      <a:pt x="19" y="0"/>
                      <a:pt x="13" y="0"/>
                    </a:cubicBezTo>
                    <a:lnTo>
                      <a:pt x="0" y="0"/>
                    </a:lnTo>
                    <a:lnTo>
                      <a:pt x="0" y="26407"/>
                    </a:lnTo>
                    <a:lnTo>
                      <a:pt x="13" y="26427"/>
                    </a:lnTo>
                    <a:lnTo>
                      <a:pt x="14992" y="1860"/>
                    </a:lnTo>
                    <a:cubicBezTo>
                      <a:pt x="10391" y="663"/>
                      <a:pt x="5335" y="0"/>
                      <a:pt x="31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33" name="Google Shape;5333;p74"/>
              <p:cNvGrpSpPr/>
              <p:nvPr/>
            </p:nvGrpSpPr>
            <p:grpSpPr>
              <a:xfrm>
                <a:off x="7287122" y="2063892"/>
                <a:ext cx="1151753" cy="73428"/>
                <a:chOff x="7287122" y="2063892"/>
                <a:chExt cx="1151753" cy="73428"/>
              </a:xfrm>
            </p:grpSpPr>
            <p:sp>
              <p:nvSpPr>
                <p:cNvPr id="5334" name="Google Shape;5334;p74"/>
                <p:cNvSpPr/>
                <p:nvPr/>
              </p:nvSpPr>
              <p:spPr>
                <a:xfrm flipH="1">
                  <a:off x="7287122" y="2063892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35" name="Google Shape;5335;p74"/>
                <p:cNvCxnSpPr/>
                <p:nvPr/>
              </p:nvCxnSpPr>
              <p:spPr>
                <a:xfrm rot="10800000">
                  <a:off x="7818475" y="2100600"/>
                  <a:ext cx="620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36" name="Google Shape;5336;p74"/>
            <p:cNvGrpSpPr/>
            <p:nvPr/>
          </p:nvGrpSpPr>
          <p:grpSpPr>
            <a:xfrm>
              <a:off x="7287122" y="1712201"/>
              <a:ext cx="1219403" cy="246767"/>
              <a:chOff x="7287122" y="1712201"/>
              <a:chExt cx="1219403" cy="246767"/>
            </a:xfrm>
          </p:grpSpPr>
          <p:sp>
            <p:nvSpPr>
              <p:cNvPr id="5337" name="Google Shape;5337;p74"/>
              <p:cNvSpPr/>
              <p:nvPr/>
            </p:nvSpPr>
            <p:spPr>
              <a:xfrm flipH="1">
                <a:off x="8226249" y="1712201"/>
                <a:ext cx="280276" cy="246767"/>
              </a:xfrm>
              <a:custGeom>
                <a:avLst/>
                <a:gdLst/>
                <a:ahLst/>
                <a:cxnLst/>
                <a:rect l="l" t="t" r="r" b="b"/>
                <a:pathLst>
                  <a:path w="29952" h="26371" extrusionOk="0">
                    <a:moveTo>
                      <a:pt x="1" y="0"/>
                    </a:moveTo>
                    <a:lnTo>
                      <a:pt x="1" y="24234"/>
                    </a:lnTo>
                    <a:lnTo>
                      <a:pt x="14" y="24234"/>
                    </a:lnTo>
                    <a:cubicBezTo>
                      <a:pt x="14" y="24234"/>
                      <a:pt x="203" y="24229"/>
                      <a:pt x="558" y="24229"/>
                    </a:cubicBezTo>
                    <a:cubicBezTo>
                      <a:pt x="2473" y="24229"/>
                      <a:pt x="9215" y="24384"/>
                      <a:pt x="17213" y="26370"/>
                    </a:cubicBezTo>
                    <a:lnTo>
                      <a:pt x="29952" y="5713"/>
                    </a:lnTo>
                    <a:cubicBezTo>
                      <a:pt x="29952" y="5713"/>
                      <a:pt x="20827" y="0"/>
                      <a:pt x="1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38" name="Google Shape;5338;p74"/>
              <p:cNvGrpSpPr/>
              <p:nvPr/>
            </p:nvGrpSpPr>
            <p:grpSpPr>
              <a:xfrm>
                <a:off x="7287122" y="1842861"/>
                <a:ext cx="1005303" cy="73419"/>
                <a:chOff x="7287122" y="1842861"/>
                <a:chExt cx="1005303" cy="73419"/>
              </a:xfrm>
            </p:grpSpPr>
            <p:sp>
              <p:nvSpPr>
                <p:cNvPr id="5339" name="Google Shape;5339;p74"/>
                <p:cNvSpPr/>
                <p:nvPr/>
              </p:nvSpPr>
              <p:spPr>
                <a:xfrm flipH="1">
                  <a:off x="7287122" y="1842861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40" name="Google Shape;5340;p74"/>
                <p:cNvCxnSpPr/>
                <p:nvPr/>
              </p:nvCxnSpPr>
              <p:spPr>
                <a:xfrm rot="10800000">
                  <a:off x="7818425" y="1879575"/>
                  <a:ext cx="47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41" name="Google Shape;5341;p74"/>
            <p:cNvGrpSpPr/>
            <p:nvPr/>
          </p:nvGrpSpPr>
          <p:grpSpPr>
            <a:xfrm>
              <a:off x="7287122" y="1447520"/>
              <a:ext cx="1219403" cy="286667"/>
              <a:chOff x="7287122" y="1447520"/>
              <a:chExt cx="1219403" cy="286667"/>
            </a:xfrm>
          </p:grpSpPr>
          <p:sp>
            <p:nvSpPr>
              <p:cNvPr id="5342" name="Google Shape;5342;p74"/>
              <p:cNvSpPr/>
              <p:nvPr/>
            </p:nvSpPr>
            <p:spPr>
              <a:xfrm flipH="1">
                <a:off x="8087665" y="1447520"/>
                <a:ext cx="418860" cy="286667"/>
              </a:xfrm>
              <a:custGeom>
                <a:avLst/>
                <a:gdLst/>
                <a:ahLst/>
                <a:cxnLst/>
                <a:rect l="l" t="t" r="r" b="b"/>
                <a:pathLst>
                  <a:path w="44762" h="30635" extrusionOk="0">
                    <a:moveTo>
                      <a:pt x="1" y="1"/>
                    </a:moveTo>
                    <a:lnTo>
                      <a:pt x="1" y="24648"/>
                    </a:lnTo>
                    <a:lnTo>
                      <a:pt x="14" y="24648"/>
                    </a:lnTo>
                    <a:cubicBezTo>
                      <a:pt x="5607" y="24648"/>
                      <a:pt x="18560" y="25130"/>
                      <a:pt x="31390" y="30635"/>
                    </a:cubicBezTo>
                    <a:lnTo>
                      <a:pt x="44761" y="10327"/>
                    </a:lnTo>
                    <a:cubicBezTo>
                      <a:pt x="44761" y="10327"/>
                      <a:pt x="27304" y="1"/>
                      <a:pt x="14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43" name="Google Shape;5343;p74"/>
              <p:cNvGrpSpPr/>
              <p:nvPr/>
            </p:nvGrpSpPr>
            <p:grpSpPr>
              <a:xfrm>
                <a:off x="7287122" y="1581977"/>
                <a:ext cx="852803" cy="73428"/>
                <a:chOff x="7287122" y="1581977"/>
                <a:chExt cx="852803" cy="73428"/>
              </a:xfrm>
            </p:grpSpPr>
            <p:sp>
              <p:nvSpPr>
                <p:cNvPr id="5344" name="Google Shape;5344;p74"/>
                <p:cNvSpPr/>
                <p:nvPr/>
              </p:nvSpPr>
              <p:spPr>
                <a:xfrm flipH="1">
                  <a:off x="7287122" y="1581977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45" name="Google Shape;5345;p74"/>
                <p:cNvCxnSpPr/>
                <p:nvPr/>
              </p:nvCxnSpPr>
              <p:spPr>
                <a:xfrm rot="10800000">
                  <a:off x="7818325" y="1618700"/>
                  <a:ext cx="321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46" name="Google Shape;5346;p74"/>
            <p:cNvGrpSpPr/>
            <p:nvPr/>
          </p:nvGrpSpPr>
          <p:grpSpPr>
            <a:xfrm>
              <a:off x="7287122" y="1165658"/>
              <a:ext cx="1219403" cy="344253"/>
              <a:chOff x="7287122" y="1165658"/>
              <a:chExt cx="1219403" cy="344253"/>
            </a:xfrm>
          </p:grpSpPr>
          <p:sp>
            <p:nvSpPr>
              <p:cNvPr id="5347" name="Google Shape;5347;p74"/>
              <p:cNvSpPr/>
              <p:nvPr/>
            </p:nvSpPr>
            <p:spPr>
              <a:xfrm flipH="1">
                <a:off x="7919557" y="1165658"/>
                <a:ext cx="586968" cy="344253"/>
              </a:xfrm>
              <a:custGeom>
                <a:avLst/>
                <a:gdLst/>
                <a:ahLst/>
                <a:cxnLst/>
                <a:rect l="l" t="t" r="r" b="b"/>
                <a:pathLst>
                  <a:path w="62727" h="36789" extrusionOk="0">
                    <a:moveTo>
                      <a:pt x="1" y="1"/>
                    </a:moveTo>
                    <a:lnTo>
                      <a:pt x="1" y="25976"/>
                    </a:lnTo>
                    <a:lnTo>
                      <a:pt x="17" y="25976"/>
                    </a:lnTo>
                    <a:cubicBezTo>
                      <a:pt x="74" y="25976"/>
                      <a:pt x="588" y="25960"/>
                      <a:pt x="1487" y="25960"/>
                    </a:cubicBezTo>
                    <a:cubicBezTo>
                      <a:pt x="7235" y="25960"/>
                      <a:pt x="28709" y="26646"/>
                      <a:pt x="46867" y="36789"/>
                    </a:cubicBezTo>
                    <a:lnTo>
                      <a:pt x="62726" y="12728"/>
                    </a:lnTo>
                    <a:cubicBezTo>
                      <a:pt x="62726" y="12728"/>
                      <a:pt x="39312" y="2"/>
                      <a:pt x="1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48" name="Google Shape;5348;p74"/>
              <p:cNvGrpSpPr/>
              <p:nvPr/>
            </p:nvGrpSpPr>
            <p:grpSpPr>
              <a:xfrm>
                <a:off x="7287122" y="1341025"/>
                <a:ext cx="695703" cy="73419"/>
                <a:chOff x="7287122" y="1341025"/>
                <a:chExt cx="695703" cy="73419"/>
              </a:xfrm>
            </p:grpSpPr>
            <p:sp>
              <p:nvSpPr>
                <p:cNvPr id="5349" name="Google Shape;5349;p74"/>
                <p:cNvSpPr/>
                <p:nvPr/>
              </p:nvSpPr>
              <p:spPr>
                <a:xfrm flipH="1">
                  <a:off x="7287122" y="1341025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0" name="Google Shape;5350;p74"/>
                <p:cNvCxnSpPr/>
                <p:nvPr/>
              </p:nvCxnSpPr>
              <p:spPr>
                <a:xfrm rot="10800000">
                  <a:off x="7818425" y="1377750"/>
                  <a:ext cx="16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grpSp>
        <p:nvGrpSpPr>
          <p:cNvPr id="5351" name="Google Shape;5351;p74"/>
          <p:cNvGrpSpPr/>
          <p:nvPr/>
        </p:nvGrpSpPr>
        <p:grpSpPr>
          <a:xfrm>
            <a:off x="7720618" y="1297565"/>
            <a:ext cx="1863639" cy="1464720"/>
            <a:chOff x="5900602" y="1193063"/>
            <a:chExt cx="1299851" cy="1021707"/>
          </a:xfrm>
        </p:grpSpPr>
        <p:grpSp>
          <p:nvGrpSpPr>
            <p:cNvPr id="5352" name="Google Shape;5352;p74"/>
            <p:cNvGrpSpPr/>
            <p:nvPr/>
          </p:nvGrpSpPr>
          <p:grpSpPr>
            <a:xfrm>
              <a:off x="6520337" y="1193063"/>
              <a:ext cx="341815" cy="799959"/>
              <a:chOff x="6520337" y="1193063"/>
              <a:chExt cx="341815" cy="799959"/>
            </a:xfrm>
          </p:grpSpPr>
          <p:grpSp>
            <p:nvGrpSpPr>
              <p:cNvPr id="5353" name="Google Shape;5353;p74"/>
              <p:cNvGrpSpPr/>
              <p:nvPr/>
            </p:nvGrpSpPr>
            <p:grpSpPr>
              <a:xfrm>
                <a:off x="6520337" y="1589527"/>
                <a:ext cx="213950" cy="403494"/>
                <a:chOff x="6520337" y="1589527"/>
                <a:chExt cx="213950" cy="403494"/>
              </a:xfrm>
            </p:grpSpPr>
            <p:sp>
              <p:nvSpPr>
                <p:cNvPr id="5354" name="Google Shape;5354;p74"/>
                <p:cNvSpPr/>
                <p:nvPr/>
              </p:nvSpPr>
              <p:spPr>
                <a:xfrm rot="-5400000">
                  <a:off x="6522864" y="1587001"/>
                  <a:ext cx="208853" cy="2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3" h="24594" extrusionOk="0">
                      <a:moveTo>
                        <a:pt x="725" y="0"/>
                      </a:moveTo>
                      <a:cubicBezTo>
                        <a:pt x="482" y="0"/>
                        <a:pt x="241" y="3"/>
                        <a:pt x="0" y="5"/>
                      </a:cubicBezTo>
                      <a:lnTo>
                        <a:pt x="0" y="22597"/>
                      </a:lnTo>
                      <a:cubicBezTo>
                        <a:pt x="118" y="22596"/>
                        <a:pt x="222" y="22595"/>
                        <a:pt x="312" y="22595"/>
                      </a:cubicBezTo>
                      <a:cubicBezTo>
                        <a:pt x="582" y="22595"/>
                        <a:pt x="725" y="22600"/>
                        <a:pt x="725" y="22600"/>
                      </a:cubicBezTo>
                      <a:cubicBezTo>
                        <a:pt x="725" y="22600"/>
                        <a:pt x="872" y="22595"/>
                        <a:pt x="1149" y="22595"/>
                      </a:cubicBezTo>
                      <a:cubicBezTo>
                        <a:pt x="2638" y="22595"/>
                        <a:pt x="7882" y="22740"/>
                        <a:pt x="14103" y="24594"/>
                      </a:cubicBezTo>
                      <a:lnTo>
                        <a:pt x="24013" y="5327"/>
                      </a:lnTo>
                      <a:cubicBezTo>
                        <a:pt x="24013" y="5327"/>
                        <a:pt x="16917" y="0"/>
                        <a:pt x="725" y="0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55" name="Google Shape;5355;p74"/>
                <p:cNvSpPr/>
                <p:nvPr/>
              </p:nvSpPr>
              <p:spPr>
                <a:xfrm rot="-5400000">
                  <a:off x="6529204" y="1787939"/>
                  <a:ext cx="196250" cy="213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4" h="24595" extrusionOk="0">
                      <a:moveTo>
                        <a:pt x="22564" y="1"/>
                      </a:moveTo>
                      <a:cubicBezTo>
                        <a:pt x="15114" y="73"/>
                        <a:pt x="9649" y="1280"/>
                        <a:pt x="5965" y="2527"/>
                      </a:cubicBezTo>
                      <a:lnTo>
                        <a:pt x="5965" y="2528"/>
                      </a:lnTo>
                      <a:cubicBezTo>
                        <a:pt x="2949" y="3548"/>
                        <a:pt x="1124" y="4595"/>
                        <a:pt x="385" y="5067"/>
                      </a:cubicBezTo>
                      <a:cubicBezTo>
                        <a:pt x="382" y="5067"/>
                        <a:pt x="382" y="5068"/>
                        <a:pt x="380" y="5068"/>
                      </a:cubicBezTo>
                      <a:cubicBezTo>
                        <a:pt x="373" y="5074"/>
                        <a:pt x="366" y="5078"/>
                        <a:pt x="358" y="5083"/>
                      </a:cubicBezTo>
                      <a:cubicBezTo>
                        <a:pt x="344" y="5091"/>
                        <a:pt x="329" y="5100"/>
                        <a:pt x="316" y="5110"/>
                      </a:cubicBezTo>
                      <a:cubicBezTo>
                        <a:pt x="315" y="5112"/>
                        <a:pt x="313" y="5113"/>
                        <a:pt x="312" y="5113"/>
                      </a:cubicBezTo>
                      <a:cubicBezTo>
                        <a:pt x="293" y="5125"/>
                        <a:pt x="275" y="5136"/>
                        <a:pt x="258" y="5148"/>
                      </a:cubicBezTo>
                      <a:cubicBezTo>
                        <a:pt x="255" y="5150"/>
                        <a:pt x="251" y="5152"/>
                        <a:pt x="248" y="5155"/>
                      </a:cubicBezTo>
                      <a:cubicBezTo>
                        <a:pt x="240" y="5160"/>
                        <a:pt x="232" y="5166"/>
                        <a:pt x="224" y="5171"/>
                      </a:cubicBezTo>
                      <a:lnTo>
                        <a:pt x="191" y="5193"/>
                      </a:lnTo>
                      <a:cubicBezTo>
                        <a:pt x="189" y="5193"/>
                        <a:pt x="189" y="5195"/>
                        <a:pt x="188" y="5195"/>
                      </a:cubicBezTo>
                      <a:lnTo>
                        <a:pt x="171" y="5206"/>
                      </a:lnTo>
                      <a:cubicBezTo>
                        <a:pt x="162" y="5211"/>
                        <a:pt x="153" y="5217"/>
                        <a:pt x="146" y="5222"/>
                      </a:cubicBezTo>
                      <a:cubicBezTo>
                        <a:pt x="144" y="5224"/>
                        <a:pt x="144" y="5225"/>
                        <a:pt x="141" y="5225"/>
                      </a:cubicBezTo>
                      <a:cubicBezTo>
                        <a:pt x="137" y="5230"/>
                        <a:pt x="131" y="5231"/>
                        <a:pt x="127" y="5236"/>
                      </a:cubicBezTo>
                      <a:cubicBezTo>
                        <a:pt x="118" y="5243"/>
                        <a:pt x="109" y="5247"/>
                        <a:pt x="102" y="5253"/>
                      </a:cubicBezTo>
                      <a:cubicBezTo>
                        <a:pt x="95" y="5260"/>
                        <a:pt x="88" y="5265"/>
                        <a:pt x="80" y="5269"/>
                      </a:cubicBezTo>
                      <a:cubicBezTo>
                        <a:pt x="39" y="5297"/>
                        <a:pt x="15" y="5316"/>
                        <a:pt x="6" y="5323"/>
                      </a:cubicBezTo>
                      <a:lnTo>
                        <a:pt x="3" y="5324"/>
                      </a:lnTo>
                      <a:lnTo>
                        <a:pt x="0" y="5326"/>
                      </a:lnTo>
                      <a:lnTo>
                        <a:pt x="9910" y="24594"/>
                      </a:lnTo>
                      <a:cubicBezTo>
                        <a:pt x="10017" y="24561"/>
                        <a:pt x="10124" y="24530"/>
                        <a:pt x="10231" y="24499"/>
                      </a:cubicBezTo>
                      <a:cubicBezTo>
                        <a:pt x="10284" y="24482"/>
                        <a:pt x="10339" y="24466"/>
                        <a:pt x="10392" y="24451"/>
                      </a:cubicBezTo>
                      <a:cubicBezTo>
                        <a:pt x="10473" y="24428"/>
                        <a:pt x="10553" y="24403"/>
                        <a:pt x="10633" y="24381"/>
                      </a:cubicBezTo>
                      <a:cubicBezTo>
                        <a:pt x="10664" y="24373"/>
                        <a:pt x="10691" y="24364"/>
                        <a:pt x="10721" y="24357"/>
                      </a:cubicBezTo>
                      <a:cubicBezTo>
                        <a:pt x="10786" y="24339"/>
                        <a:pt x="10855" y="24320"/>
                        <a:pt x="10920" y="24303"/>
                      </a:cubicBezTo>
                      <a:cubicBezTo>
                        <a:pt x="10930" y="24298"/>
                        <a:pt x="10943" y="24297"/>
                        <a:pt x="10955" y="24293"/>
                      </a:cubicBezTo>
                      <a:cubicBezTo>
                        <a:pt x="11032" y="24274"/>
                        <a:pt x="11111" y="24252"/>
                        <a:pt x="11188" y="24231"/>
                      </a:cubicBezTo>
                      <a:cubicBezTo>
                        <a:pt x="11192" y="24230"/>
                        <a:pt x="11200" y="24227"/>
                        <a:pt x="11206" y="24226"/>
                      </a:cubicBezTo>
                      <a:cubicBezTo>
                        <a:pt x="11307" y="24198"/>
                        <a:pt x="11409" y="24172"/>
                        <a:pt x="11511" y="24146"/>
                      </a:cubicBezTo>
                      <a:cubicBezTo>
                        <a:pt x="11613" y="24118"/>
                        <a:pt x="11715" y="24093"/>
                        <a:pt x="11816" y="24067"/>
                      </a:cubicBezTo>
                      <a:cubicBezTo>
                        <a:pt x="11877" y="24052"/>
                        <a:pt x="11938" y="24036"/>
                        <a:pt x="11998" y="24022"/>
                      </a:cubicBezTo>
                      <a:cubicBezTo>
                        <a:pt x="12071" y="24004"/>
                        <a:pt x="12143" y="23987"/>
                        <a:pt x="12216" y="23969"/>
                      </a:cubicBezTo>
                      <a:cubicBezTo>
                        <a:pt x="17046" y="22790"/>
                        <a:pt x="20998" y="22614"/>
                        <a:pt x="22564" y="22595"/>
                      </a:cubicBezTo>
                      <a:lnTo>
                        <a:pt x="22564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56" name="Google Shape;5356;p74"/>
              <p:cNvGrpSpPr/>
              <p:nvPr/>
            </p:nvGrpSpPr>
            <p:grpSpPr>
              <a:xfrm>
                <a:off x="6577204" y="1193063"/>
                <a:ext cx="284947" cy="464512"/>
                <a:chOff x="6577204" y="1193063"/>
                <a:chExt cx="284947" cy="464512"/>
              </a:xfrm>
            </p:grpSpPr>
            <p:sp>
              <p:nvSpPr>
                <p:cNvPr id="5357" name="Google Shape;5357;p74"/>
                <p:cNvSpPr/>
                <p:nvPr/>
              </p:nvSpPr>
              <p:spPr>
                <a:xfrm>
                  <a:off x="6577204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8" name="Google Shape;5358;p74"/>
                <p:cNvCxnSpPr/>
                <p:nvPr/>
              </p:nvCxnSpPr>
              <p:spPr>
                <a:xfrm rot="10800000">
                  <a:off x="6677825" y="1279575"/>
                  <a:ext cx="0" cy="378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59" name="Google Shape;5359;p74"/>
            <p:cNvGrpSpPr/>
            <p:nvPr/>
          </p:nvGrpSpPr>
          <p:grpSpPr>
            <a:xfrm>
              <a:off x="6238903" y="1193063"/>
              <a:ext cx="300475" cy="900152"/>
              <a:chOff x="6238903" y="1193063"/>
              <a:chExt cx="300475" cy="900152"/>
            </a:xfrm>
          </p:grpSpPr>
          <p:grpSp>
            <p:nvGrpSpPr>
              <p:cNvPr id="5360" name="Google Shape;5360;p74"/>
              <p:cNvGrpSpPr/>
              <p:nvPr/>
            </p:nvGrpSpPr>
            <p:grpSpPr>
              <a:xfrm>
                <a:off x="6290865" y="1489315"/>
                <a:ext cx="248514" cy="603900"/>
                <a:chOff x="6290865" y="1489315"/>
                <a:chExt cx="248514" cy="603900"/>
              </a:xfrm>
            </p:grpSpPr>
            <p:sp>
              <p:nvSpPr>
                <p:cNvPr id="5361" name="Google Shape;5361;p74"/>
                <p:cNvSpPr/>
                <p:nvPr/>
              </p:nvSpPr>
              <p:spPr>
                <a:xfrm rot="-5400000">
                  <a:off x="6260589" y="1519591"/>
                  <a:ext cx="309066" cy="248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35" h="28573" extrusionOk="0">
                      <a:moveTo>
                        <a:pt x="727" y="0"/>
                      </a:moveTo>
                      <a:cubicBezTo>
                        <a:pt x="484" y="0"/>
                        <a:pt x="241" y="2"/>
                        <a:pt x="0" y="3"/>
                      </a:cubicBezTo>
                      <a:lnTo>
                        <a:pt x="0" y="22994"/>
                      </a:lnTo>
                      <a:cubicBezTo>
                        <a:pt x="259" y="22992"/>
                        <a:pt x="501" y="22989"/>
                        <a:pt x="727" y="22989"/>
                      </a:cubicBezTo>
                      <a:cubicBezTo>
                        <a:pt x="5078" y="22989"/>
                        <a:pt x="15152" y="23439"/>
                        <a:pt x="25134" y="28572"/>
                      </a:cubicBezTo>
                      <a:lnTo>
                        <a:pt x="35534" y="9632"/>
                      </a:lnTo>
                      <a:cubicBezTo>
                        <a:pt x="35534" y="9632"/>
                        <a:pt x="21952" y="0"/>
                        <a:pt x="727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2" name="Google Shape;5362;p74"/>
                <p:cNvSpPr/>
                <p:nvPr/>
              </p:nvSpPr>
              <p:spPr>
                <a:xfrm rot="-5400000">
                  <a:off x="6266916" y="1820752"/>
                  <a:ext cx="296437" cy="248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83" h="28570" extrusionOk="0">
                      <a:moveTo>
                        <a:pt x="34083" y="0"/>
                      </a:moveTo>
                      <a:cubicBezTo>
                        <a:pt x="22684" y="120"/>
                        <a:pt x="13548" y="2997"/>
                        <a:pt x="7617" y="5579"/>
                      </a:cubicBezTo>
                      <a:cubicBezTo>
                        <a:pt x="5629" y="6444"/>
                        <a:pt x="3999" y="7274"/>
                        <a:pt x="2767" y="7955"/>
                      </a:cubicBezTo>
                      <a:cubicBezTo>
                        <a:pt x="2743" y="7970"/>
                        <a:pt x="2717" y="7985"/>
                        <a:pt x="2693" y="7996"/>
                      </a:cubicBezTo>
                      <a:cubicBezTo>
                        <a:pt x="2692" y="7996"/>
                        <a:pt x="2689" y="7999"/>
                        <a:pt x="2687" y="7999"/>
                      </a:cubicBezTo>
                      <a:cubicBezTo>
                        <a:pt x="2454" y="8127"/>
                        <a:pt x="2237" y="8251"/>
                        <a:pt x="2034" y="8368"/>
                      </a:cubicBezTo>
                      <a:lnTo>
                        <a:pt x="1958" y="8411"/>
                      </a:lnTo>
                      <a:cubicBezTo>
                        <a:pt x="1952" y="8416"/>
                        <a:pt x="1949" y="8418"/>
                        <a:pt x="1943" y="8421"/>
                      </a:cubicBezTo>
                      <a:cubicBezTo>
                        <a:pt x="1913" y="8437"/>
                        <a:pt x="1884" y="8455"/>
                        <a:pt x="1854" y="8472"/>
                      </a:cubicBezTo>
                      <a:cubicBezTo>
                        <a:pt x="1844" y="8478"/>
                        <a:pt x="1834" y="8483"/>
                        <a:pt x="1825" y="8488"/>
                      </a:cubicBezTo>
                      <a:cubicBezTo>
                        <a:pt x="1718" y="8552"/>
                        <a:pt x="1616" y="8612"/>
                        <a:pt x="1517" y="8670"/>
                      </a:cubicBezTo>
                      <a:cubicBezTo>
                        <a:pt x="1476" y="8697"/>
                        <a:pt x="1435" y="8720"/>
                        <a:pt x="1396" y="8743"/>
                      </a:cubicBezTo>
                      <a:cubicBezTo>
                        <a:pt x="1349" y="8771"/>
                        <a:pt x="1305" y="8799"/>
                        <a:pt x="1262" y="8823"/>
                      </a:cubicBezTo>
                      <a:cubicBezTo>
                        <a:pt x="1246" y="8832"/>
                        <a:pt x="1230" y="8844"/>
                        <a:pt x="1214" y="8852"/>
                      </a:cubicBezTo>
                      <a:cubicBezTo>
                        <a:pt x="1166" y="8882"/>
                        <a:pt x="1119" y="8911"/>
                        <a:pt x="1072" y="8938"/>
                      </a:cubicBezTo>
                      <a:cubicBezTo>
                        <a:pt x="1042" y="8956"/>
                        <a:pt x="1013" y="8973"/>
                        <a:pt x="985" y="8991"/>
                      </a:cubicBezTo>
                      <a:cubicBezTo>
                        <a:pt x="941" y="9018"/>
                        <a:pt x="901" y="9043"/>
                        <a:pt x="860" y="9069"/>
                      </a:cubicBezTo>
                      <a:cubicBezTo>
                        <a:pt x="845" y="9078"/>
                        <a:pt x="832" y="9087"/>
                        <a:pt x="821" y="9094"/>
                      </a:cubicBezTo>
                      <a:cubicBezTo>
                        <a:pt x="794" y="9112"/>
                        <a:pt x="771" y="9126"/>
                        <a:pt x="748" y="9141"/>
                      </a:cubicBezTo>
                      <a:cubicBezTo>
                        <a:pt x="733" y="9148"/>
                        <a:pt x="720" y="9157"/>
                        <a:pt x="706" y="9166"/>
                      </a:cubicBezTo>
                      <a:cubicBezTo>
                        <a:pt x="692" y="9174"/>
                        <a:pt x="678" y="9182"/>
                        <a:pt x="665" y="9192"/>
                      </a:cubicBezTo>
                      <a:cubicBezTo>
                        <a:pt x="643" y="9206"/>
                        <a:pt x="621" y="9218"/>
                        <a:pt x="599" y="9233"/>
                      </a:cubicBezTo>
                      <a:cubicBezTo>
                        <a:pt x="582" y="9244"/>
                        <a:pt x="567" y="9254"/>
                        <a:pt x="551" y="9265"/>
                      </a:cubicBezTo>
                      <a:cubicBezTo>
                        <a:pt x="534" y="9275"/>
                        <a:pt x="518" y="9283"/>
                        <a:pt x="502" y="9295"/>
                      </a:cubicBezTo>
                      <a:cubicBezTo>
                        <a:pt x="483" y="9305"/>
                        <a:pt x="465" y="9318"/>
                        <a:pt x="446" y="9330"/>
                      </a:cubicBezTo>
                      <a:cubicBezTo>
                        <a:pt x="305" y="9422"/>
                        <a:pt x="196" y="9493"/>
                        <a:pt x="122" y="9544"/>
                      </a:cubicBezTo>
                      <a:lnTo>
                        <a:pt x="104" y="9556"/>
                      </a:lnTo>
                      <a:cubicBezTo>
                        <a:pt x="72" y="9578"/>
                        <a:pt x="46" y="9595"/>
                        <a:pt x="30" y="9607"/>
                      </a:cubicBezTo>
                      <a:cubicBezTo>
                        <a:pt x="28" y="9608"/>
                        <a:pt x="24" y="9610"/>
                        <a:pt x="23" y="9611"/>
                      </a:cubicBezTo>
                      <a:cubicBezTo>
                        <a:pt x="17" y="9615"/>
                        <a:pt x="14" y="9618"/>
                        <a:pt x="9" y="9621"/>
                      </a:cubicBezTo>
                      <a:cubicBezTo>
                        <a:pt x="8" y="9623"/>
                        <a:pt x="7" y="9624"/>
                        <a:pt x="5" y="9624"/>
                      </a:cubicBezTo>
                      <a:lnTo>
                        <a:pt x="1" y="9629"/>
                      </a:lnTo>
                      <a:lnTo>
                        <a:pt x="10402" y="28569"/>
                      </a:lnTo>
                      <a:lnTo>
                        <a:pt x="10669" y="28432"/>
                      </a:lnTo>
                      <a:cubicBezTo>
                        <a:pt x="10734" y="28399"/>
                        <a:pt x="10803" y="28365"/>
                        <a:pt x="10868" y="28333"/>
                      </a:cubicBezTo>
                      <a:cubicBezTo>
                        <a:pt x="10913" y="28309"/>
                        <a:pt x="10960" y="28287"/>
                        <a:pt x="11007" y="28263"/>
                      </a:cubicBezTo>
                      <a:cubicBezTo>
                        <a:pt x="11052" y="28242"/>
                        <a:pt x="11095" y="28220"/>
                        <a:pt x="11141" y="28198"/>
                      </a:cubicBezTo>
                      <a:cubicBezTo>
                        <a:pt x="11264" y="28138"/>
                        <a:pt x="11387" y="28079"/>
                        <a:pt x="11510" y="28020"/>
                      </a:cubicBezTo>
                      <a:cubicBezTo>
                        <a:pt x="11570" y="27991"/>
                        <a:pt x="11633" y="27962"/>
                        <a:pt x="11694" y="27933"/>
                      </a:cubicBezTo>
                      <a:cubicBezTo>
                        <a:pt x="11754" y="27904"/>
                        <a:pt x="11816" y="27875"/>
                        <a:pt x="11877" y="27846"/>
                      </a:cubicBezTo>
                      <a:cubicBezTo>
                        <a:pt x="20843" y="23637"/>
                        <a:pt x="29650" y="23043"/>
                        <a:pt x="34083" y="22991"/>
                      </a:cubicBezTo>
                      <a:lnTo>
                        <a:pt x="34083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63" name="Google Shape;5363;p74"/>
              <p:cNvGrpSpPr/>
              <p:nvPr/>
            </p:nvGrpSpPr>
            <p:grpSpPr>
              <a:xfrm>
                <a:off x="6238903" y="1193063"/>
                <a:ext cx="284947" cy="333087"/>
                <a:chOff x="6238903" y="1193063"/>
                <a:chExt cx="284947" cy="333087"/>
              </a:xfrm>
            </p:grpSpPr>
            <p:sp>
              <p:nvSpPr>
                <p:cNvPr id="5364" name="Google Shape;5364;p74"/>
                <p:cNvSpPr/>
                <p:nvPr/>
              </p:nvSpPr>
              <p:spPr>
                <a:xfrm>
                  <a:off x="6238903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7"/>
                      </a:lnTo>
                      <a:lnTo>
                        <a:pt x="32762" y="7317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65" name="Google Shape;5365;p74"/>
                <p:cNvCxnSpPr/>
                <p:nvPr/>
              </p:nvCxnSpPr>
              <p:spPr>
                <a:xfrm rot="10800000">
                  <a:off x="6431250" y="1279250"/>
                  <a:ext cx="0" cy="246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66" name="Google Shape;5366;p74"/>
            <p:cNvGrpSpPr/>
            <p:nvPr/>
          </p:nvGrpSpPr>
          <p:grpSpPr>
            <a:xfrm>
              <a:off x="5900602" y="1193063"/>
              <a:ext cx="444345" cy="1021707"/>
              <a:chOff x="5900602" y="1193063"/>
              <a:chExt cx="444345" cy="1021707"/>
            </a:xfrm>
          </p:grpSpPr>
          <p:grpSp>
            <p:nvGrpSpPr>
              <p:cNvPr id="5367" name="Google Shape;5367;p74"/>
              <p:cNvGrpSpPr/>
              <p:nvPr/>
            </p:nvGrpSpPr>
            <p:grpSpPr>
              <a:xfrm>
                <a:off x="6046501" y="1367785"/>
                <a:ext cx="298446" cy="846986"/>
                <a:chOff x="6046501" y="1367785"/>
                <a:chExt cx="298446" cy="846986"/>
              </a:xfrm>
            </p:grpSpPr>
            <p:sp>
              <p:nvSpPr>
                <p:cNvPr id="5368" name="Google Shape;5368;p74"/>
                <p:cNvSpPr/>
                <p:nvPr/>
              </p:nvSpPr>
              <p:spPr>
                <a:xfrm rot="-5400000">
                  <a:off x="5980418" y="1433868"/>
                  <a:ext cx="430613" cy="298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10" h="34314" extrusionOk="0">
                      <a:moveTo>
                        <a:pt x="722" y="0"/>
                      </a:moveTo>
                      <a:cubicBezTo>
                        <a:pt x="481" y="0"/>
                        <a:pt x="241" y="0"/>
                        <a:pt x="1" y="3"/>
                      </a:cubicBezTo>
                      <a:lnTo>
                        <a:pt x="1" y="24234"/>
                      </a:lnTo>
                      <a:cubicBezTo>
                        <a:pt x="243" y="24230"/>
                        <a:pt x="428" y="24229"/>
                        <a:pt x="550" y="24229"/>
                      </a:cubicBezTo>
                      <a:cubicBezTo>
                        <a:pt x="648" y="24229"/>
                        <a:pt x="706" y="24230"/>
                        <a:pt x="722" y="24230"/>
                      </a:cubicBezTo>
                      <a:lnTo>
                        <a:pt x="729" y="24230"/>
                      </a:lnTo>
                      <a:cubicBezTo>
                        <a:pt x="773" y="24230"/>
                        <a:pt x="1173" y="24214"/>
                        <a:pt x="1871" y="24214"/>
                      </a:cubicBezTo>
                      <a:cubicBezTo>
                        <a:pt x="6340" y="24214"/>
                        <a:pt x="23046" y="24853"/>
                        <a:pt x="37171" y="34314"/>
                      </a:cubicBezTo>
                      <a:lnTo>
                        <a:pt x="49510" y="11872"/>
                      </a:lnTo>
                      <a:cubicBezTo>
                        <a:pt x="49510" y="11872"/>
                        <a:pt x="31299" y="3"/>
                        <a:pt x="729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9" name="Google Shape;5369;p74"/>
                <p:cNvSpPr/>
                <p:nvPr/>
              </p:nvSpPr>
              <p:spPr>
                <a:xfrm rot="-5400000">
                  <a:off x="5986745" y="1856568"/>
                  <a:ext cx="417984" cy="298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58" h="34311" extrusionOk="0">
                      <a:moveTo>
                        <a:pt x="48058" y="0"/>
                      </a:moveTo>
                      <a:cubicBezTo>
                        <a:pt x="40706" y="47"/>
                        <a:pt x="34078" y="776"/>
                        <a:pt x="28261" y="1849"/>
                      </a:cubicBezTo>
                      <a:cubicBezTo>
                        <a:pt x="20919" y="3208"/>
                        <a:pt x="14865" y="5126"/>
                        <a:pt x="10271" y="6917"/>
                      </a:cubicBezTo>
                      <a:cubicBezTo>
                        <a:pt x="5004" y="8972"/>
                        <a:pt x="1653" y="10865"/>
                        <a:pt x="474" y="11571"/>
                      </a:cubicBezTo>
                      <a:cubicBezTo>
                        <a:pt x="462" y="11578"/>
                        <a:pt x="449" y="11585"/>
                        <a:pt x="439" y="11593"/>
                      </a:cubicBezTo>
                      <a:cubicBezTo>
                        <a:pt x="427" y="11600"/>
                        <a:pt x="417" y="11606"/>
                        <a:pt x="406" y="11613"/>
                      </a:cubicBezTo>
                      <a:cubicBezTo>
                        <a:pt x="384" y="11628"/>
                        <a:pt x="365" y="11638"/>
                        <a:pt x="344" y="11651"/>
                      </a:cubicBezTo>
                      <a:cubicBezTo>
                        <a:pt x="328" y="11661"/>
                        <a:pt x="311" y="11671"/>
                        <a:pt x="296" y="11680"/>
                      </a:cubicBezTo>
                      <a:cubicBezTo>
                        <a:pt x="285" y="11689"/>
                        <a:pt x="273" y="11696"/>
                        <a:pt x="260" y="11703"/>
                      </a:cubicBezTo>
                      <a:cubicBezTo>
                        <a:pt x="251" y="11709"/>
                        <a:pt x="242" y="11715"/>
                        <a:pt x="235" y="11719"/>
                      </a:cubicBezTo>
                      <a:cubicBezTo>
                        <a:pt x="126" y="11788"/>
                        <a:pt x="53" y="11833"/>
                        <a:pt x="20" y="11855"/>
                      </a:cubicBezTo>
                      <a:cubicBezTo>
                        <a:pt x="18" y="11856"/>
                        <a:pt x="14" y="11858"/>
                        <a:pt x="12" y="11861"/>
                      </a:cubicBezTo>
                      <a:cubicBezTo>
                        <a:pt x="4" y="11865"/>
                        <a:pt x="1" y="11869"/>
                        <a:pt x="1" y="11869"/>
                      </a:cubicBezTo>
                      <a:lnTo>
                        <a:pt x="12338" y="34311"/>
                      </a:lnTo>
                      <a:cubicBezTo>
                        <a:pt x="12429" y="34252"/>
                        <a:pt x="12518" y="34194"/>
                        <a:pt x="12608" y="34136"/>
                      </a:cubicBezTo>
                      <a:cubicBezTo>
                        <a:pt x="12655" y="34107"/>
                        <a:pt x="12700" y="34076"/>
                        <a:pt x="12747" y="34047"/>
                      </a:cubicBezTo>
                      <a:cubicBezTo>
                        <a:pt x="12789" y="34021"/>
                        <a:pt x="12830" y="33996"/>
                        <a:pt x="12869" y="33970"/>
                      </a:cubicBezTo>
                      <a:cubicBezTo>
                        <a:pt x="12927" y="33932"/>
                        <a:pt x="12986" y="33896"/>
                        <a:pt x="13045" y="33858"/>
                      </a:cubicBezTo>
                      <a:cubicBezTo>
                        <a:pt x="13124" y="33808"/>
                        <a:pt x="13204" y="33759"/>
                        <a:pt x="13283" y="33709"/>
                      </a:cubicBezTo>
                      <a:cubicBezTo>
                        <a:pt x="13363" y="33661"/>
                        <a:pt x="13441" y="33612"/>
                        <a:pt x="13521" y="33562"/>
                      </a:cubicBezTo>
                      <a:cubicBezTo>
                        <a:pt x="13601" y="33513"/>
                        <a:pt x="13679" y="33465"/>
                        <a:pt x="13759" y="33417"/>
                      </a:cubicBezTo>
                      <a:cubicBezTo>
                        <a:pt x="13842" y="33367"/>
                        <a:pt x="13922" y="33319"/>
                        <a:pt x="14003" y="33270"/>
                      </a:cubicBezTo>
                      <a:cubicBezTo>
                        <a:pt x="14082" y="33222"/>
                        <a:pt x="14159" y="33175"/>
                        <a:pt x="14238" y="33130"/>
                      </a:cubicBezTo>
                      <a:cubicBezTo>
                        <a:pt x="14318" y="33082"/>
                        <a:pt x="14398" y="33037"/>
                        <a:pt x="14478" y="32990"/>
                      </a:cubicBezTo>
                      <a:cubicBezTo>
                        <a:pt x="14558" y="32943"/>
                        <a:pt x="14638" y="32897"/>
                        <a:pt x="14718" y="32852"/>
                      </a:cubicBezTo>
                      <a:cubicBezTo>
                        <a:pt x="14798" y="32804"/>
                        <a:pt x="14879" y="32758"/>
                        <a:pt x="14959" y="32713"/>
                      </a:cubicBezTo>
                      <a:cubicBezTo>
                        <a:pt x="15120" y="32622"/>
                        <a:pt x="15280" y="32531"/>
                        <a:pt x="15444" y="32441"/>
                      </a:cubicBezTo>
                      <a:cubicBezTo>
                        <a:pt x="15521" y="32397"/>
                        <a:pt x="15598" y="32357"/>
                        <a:pt x="15674" y="32314"/>
                      </a:cubicBezTo>
                      <a:cubicBezTo>
                        <a:pt x="15698" y="32301"/>
                        <a:pt x="15723" y="32287"/>
                        <a:pt x="15746" y="32274"/>
                      </a:cubicBezTo>
                      <a:cubicBezTo>
                        <a:pt x="15888" y="32196"/>
                        <a:pt x="16029" y="32119"/>
                        <a:pt x="16172" y="32045"/>
                      </a:cubicBezTo>
                      <a:cubicBezTo>
                        <a:pt x="29547" y="24910"/>
                        <a:pt x="44618" y="24279"/>
                        <a:pt x="48058" y="24228"/>
                      </a:cubicBezTo>
                      <a:lnTo>
                        <a:pt x="48058" y="0"/>
                      </a:ln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70" name="Google Shape;5370;p74"/>
              <p:cNvGrpSpPr/>
              <p:nvPr/>
            </p:nvGrpSpPr>
            <p:grpSpPr>
              <a:xfrm>
                <a:off x="5900602" y="1193063"/>
                <a:ext cx="284947" cy="182312"/>
                <a:chOff x="5900602" y="1193063"/>
                <a:chExt cx="284947" cy="182312"/>
              </a:xfrm>
            </p:grpSpPr>
            <p:sp>
              <p:nvSpPr>
                <p:cNvPr id="5371" name="Google Shape;5371;p74"/>
                <p:cNvSpPr/>
                <p:nvPr/>
              </p:nvSpPr>
              <p:spPr>
                <a:xfrm>
                  <a:off x="5900602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72" name="Google Shape;5372;p74"/>
                <p:cNvCxnSpPr/>
                <p:nvPr/>
              </p:nvCxnSpPr>
              <p:spPr>
                <a:xfrm rot="10800000">
                  <a:off x="6156950" y="1279675"/>
                  <a:ext cx="0" cy="95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73" name="Google Shape;5373;p74"/>
            <p:cNvGrpSpPr/>
            <p:nvPr/>
          </p:nvGrpSpPr>
          <p:grpSpPr>
            <a:xfrm>
              <a:off x="6738300" y="1193063"/>
              <a:ext cx="462153" cy="707634"/>
              <a:chOff x="6738300" y="1193063"/>
              <a:chExt cx="462153" cy="707634"/>
            </a:xfrm>
          </p:grpSpPr>
          <p:grpSp>
            <p:nvGrpSpPr>
              <p:cNvPr id="5374" name="Google Shape;5374;p74"/>
              <p:cNvGrpSpPr/>
              <p:nvPr/>
            </p:nvGrpSpPr>
            <p:grpSpPr>
              <a:xfrm>
                <a:off x="6915505" y="1193063"/>
                <a:ext cx="284947" cy="597387"/>
                <a:chOff x="6915505" y="1193063"/>
                <a:chExt cx="284947" cy="597387"/>
              </a:xfrm>
            </p:grpSpPr>
            <p:sp>
              <p:nvSpPr>
                <p:cNvPr id="5375" name="Google Shape;5375;p74"/>
                <p:cNvSpPr/>
                <p:nvPr/>
              </p:nvSpPr>
              <p:spPr>
                <a:xfrm>
                  <a:off x="6915505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76" name="Google Shape;5376;p74"/>
                <p:cNvCxnSpPr/>
                <p:nvPr/>
              </p:nvCxnSpPr>
              <p:spPr>
                <a:xfrm rot="10800000">
                  <a:off x="6938275" y="1279850"/>
                  <a:ext cx="0" cy="51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E3E7EA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grpSp>
            <p:nvGrpSpPr>
              <p:cNvPr id="5377" name="Google Shape;5377;p74"/>
              <p:cNvGrpSpPr/>
              <p:nvPr/>
            </p:nvGrpSpPr>
            <p:grpSpPr>
              <a:xfrm>
                <a:off x="6738300" y="1684725"/>
                <a:ext cx="230066" cy="215971"/>
                <a:chOff x="6738300" y="1684725"/>
                <a:chExt cx="230066" cy="215971"/>
              </a:xfrm>
            </p:grpSpPr>
            <p:sp>
              <p:nvSpPr>
                <p:cNvPr id="5378" name="Google Shape;5378;p74"/>
                <p:cNvSpPr/>
                <p:nvPr/>
              </p:nvSpPr>
              <p:spPr>
                <a:xfrm rot="-5400000">
                  <a:off x="6799187" y="1731518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9" name="Google Shape;5379;p74"/>
                <p:cNvSpPr/>
                <p:nvPr/>
              </p:nvSpPr>
              <p:spPr>
                <a:xfrm rot="-5400000" flipH="1">
                  <a:off x="6799182" y="1623843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2759</TotalTime>
  <Words>356</Words>
  <Application>Microsoft Office PowerPoint</Application>
  <PresentationFormat>Widescreen</PresentationFormat>
  <Paragraphs>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Abril Fatface</vt:lpstr>
      <vt:lpstr>Amatic SC</vt:lpstr>
      <vt:lpstr>Arial</vt:lpstr>
      <vt:lpstr>Calibri</vt:lpstr>
      <vt:lpstr>Nunito</vt:lpstr>
      <vt:lpstr>Roboto Medium</vt:lpstr>
      <vt:lpstr>Elegant Lines Pitch Deck by Slidesgo</vt:lpstr>
      <vt:lpstr>Timetabling Improvements</vt:lpstr>
      <vt:lpstr>Time Goals</vt:lpstr>
      <vt:lpstr>Motivation</vt:lpstr>
      <vt:lpstr>Methods</vt:lpstr>
      <vt:lpstr>PowerPoint Presentation</vt:lpstr>
      <vt:lpstr>PowerPoint Presentation</vt:lpstr>
      <vt:lpstr>Metrics</vt:lpstr>
      <vt:lpstr>Considerations</vt:lpstr>
      <vt:lpstr>Data Restructuring</vt:lpstr>
      <vt:lpstr>Thank You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Todd House</dc:creator>
  <cp:lastModifiedBy>Todd House</cp:lastModifiedBy>
  <cp:revision>17</cp:revision>
  <dcterms:created xsi:type="dcterms:W3CDTF">2026-03-14T17:52:05Z</dcterms:created>
  <dcterms:modified xsi:type="dcterms:W3CDTF">2026-03-29T11:10:35Z</dcterms:modified>
</cp:coreProperties>
</file>